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64" r:id="rId4"/>
    <p:sldId id="265" r:id="rId5"/>
    <p:sldId id="274" r:id="rId6"/>
    <p:sldId id="273" r:id="rId7"/>
    <p:sldId id="275" r:id="rId8"/>
    <p:sldId id="276" r:id="rId9"/>
    <p:sldId id="266" r:id="rId10"/>
    <p:sldId id="277" r:id="rId11"/>
    <p:sldId id="278" r:id="rId12"/>
    <p:sldId id="279" r:id="rId13"/>
    <p:sldId id="267" r:id="rId14"/>
    <p:sldId id="268" r:id="rId15"/>
    <p:sldId id="283" r:id="rId16"/>
    <p:sldId id="285" r:id="rId17"/>
    <p:sldId id="286" r:id="rId18"/>
    <p:sldId id="287" r:id="rId19"/>
    <p:sldId id="281" r:id="rId20"/>
    <p:sldId id="282" r:id="rId21"/>
    <p:sldId id="288" r:id="rId22"/>
    <p:sldId id="26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pn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image" Target="../media/image2.png"/><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image" Target="../media/image3.png"/><Relationship Id="rId2" Type="http://schemas.openxmlformats.org/officeDocument/2006/relationships/tags" Target="../tags/tag19.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image" Target="../media/image1.png"/><Relationship Id="rId2" Type="http://schemas.openxmlformats.org/officeDocument/2006/relationships/tags" Target="../tags/tag55.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pic>
        <p:nvPicPr>
          <p:cNvPr id="12" name="图片 11"/>
          <p:cNvPicPr/>
          <p:nvPr userDrawn="1">
            <p:custDataLst>
              <p:tags r:id="rId2"/>
            </p:custDataLst>
          </p:nvPr>
        </p:nvPicPr>
        <p:blipFill>
          <a:blip r:embed="rId3"/>
          <a:stretch>
            <a:fillRect/>
          </a:stretch>
        </p:blipFill>
        <p:spPr>
          <a:xfrm>
            <a:off x="1200" y="0"/>
            <a:ext cx="12189600" cy="6858000"/>
          </a:xfrm>
          <a:prstGeom prst="rect">
            <a:avLst/>
          </a:prstGeom>
        </p:spPr>
      </p:pic>
      <p:sp>
        <p:nvSpPr>
          <p:cNvPr id="2" name="标题 1"/>
          <p:cNvSpPr>
            <a:spLocks noGrp="1"/>
          </p:cNvSpPr>
          <p:nvPr>
            <p:ph type="ctrTitle" hasCustomPrompt="1"/>
            <p:custDataLst>
              <p:tags r:id="rId4"/>
            </p:custDataLst>
          </p:nvPr>
        </p:nvSpPr>
        <p:spPr>
          <a:xfrm>
            <a:off x="695325" y="1231900"/>
            <a:ext cx="6378574" cy="2742853"/>
          </a:xfrm>
        </p:spPr>
        <p:txBody>
          <a:bodyPr wrap="square" anchor="b">
            <a:normAutofit/>
          </a:bodyPr>
          <a:lstStyle>
            <a:lvl1pPr algn="l">
              <a:lnSpc>
                <a:spcPct val="100000"/>
              </a:lnSpc>
              <a:defRPr sz="5800">
                <a:solidFill>
                  <a:schemeClr val="tx1">
                    <a:lumMod val="85000"/>
                    <a:lumOff val="15000"/>
                  </a:schemeClr>
                </a:solidFill>
                <a:latin typeface="+mj-lt"/>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5"/>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6"/>
            </p:custDataLst>
          </p:nvPr>
        </p:nvSpPr>
        <p:spPr/>
        <p:txBody>
          <a:bodyPr>
            <a:normAutofit/>
          </a:bodyPr>
          <a:lstStyle/>
          <a:p>
            <a:endParaRPr lang="en-US" dirty="0"/>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en-US" smtClean="0"/>
            </a:fld>
            <a:endParaRPr lang="en-US"/>
          </a:p>
        </p:txBody>
      </p:sp>
      <p:cxnSp>
        <p:nvCxnSpPr>
          <p:cNvPr id="13" name="直接连接符 12"/>
          <p:cNvCxnSpPr/>
          <p:nvPr userDrawn="1">
            <p:custDataLst>
              <p:tags r:id="rId8"/>
            </p:custDataLst>
          </p:nvPr>
        </p:nvCxnSpPr>
        <p:spPr>
          <a:xfrm>
            <a:off x="695325" y="4736777"/>
            <a:ext cx="842208"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内容占位符 2"/>
          <p:cNvSpPr>
            <a:spLocks noGrp="1"/>
          </p:cNvSpPr>
          <p:nvPr>
            <p:ph idx="1" hasCustomPrompt="1"/>
            <p:custDataLst>
              <p:tags r:id="rId2"/>
            </p:custDataLst>
          </p:nvPr>
        </p:nvSpPr>
        <p:spPr/>
        <p:txBody>
          <a:bodyPr wrap="square">
            <a:normAutofit/>
          </a:bodyPr>
          <a:lstStyle/>
          <a:p>
            <a:pPr lvl="0"/>
            <a:r>
              <a:rPr lang="en-US" dirty="0">
                <a:latin typeface="+mn-lt"/>
              </a:rPr>
              <a:t>Click to add text</a:t>
            </a:r>
            <a:endParaRPr lang="en-US" dirty="0"/>
          </a:p>
        </p:txBody>
      </p:sp>
      <p:sp>
        <p:nvSpPr>
          <p:cNvPr id="4" name="日期占位符 3"/>
          <p:cNvSpPr>
            <a:spLocks noGrp="1"/>
          </p:cNvSpPr>
          <p:nvPr>
            <p:ph type="dt" sz="half" idx="10"/>
            <p:custDataLst>
              <p:tags r:id="rId3"/>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4"/>
            </p:custDataLst>
          </p:nvPr>
        </p:nvSpPr>
        <p:spPr/>
        <p:txBody>
          <a:bodyPr/>
          <a:lstStyle/>
          <a:p>
            <a:endParaRPr lang="en-US"/>
          </a:p>
        </p:txBody>
      </p:sp>
      <p:sp>
        <p:nvSpPr>
          <p:cNvPr id="6"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en-US" smtClean="0"/>
            </a:fld>
            <a:endParaRPr lang="en-US"/>
          </a:p>
        </p:txBody>
      </p:sp>
      <p:sp>
        <p:nvSpPr>
          <p:cNvPr id="7" name="标题 6"/>
          <p:cNvSpPr>
            <a:spLocks noGrp="1"/>
          </p:cNvSpPr>
          <p:nvPr>
            <p:ph type="title" hasCustomPrompt="1"/>
            <p:custDataLst>
              <p:tags r:id="rId6"/>
            </p:custDataLst>
          </p:nvPr>
        </p:nvSpPr>
        <p:spPr/>
        <p:txBody>
          <a:bodyPr/>
          <a:lstStyle/>
          <a:p>
            <a:r>
              <a:rPr lang="en-US" dirty="0">
                <a:latin typeface="+mj-lt"/>
              </a:rPr>
              <a:t>Click to add title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pic>
        <p:nvPicPr>
          <p:cNvPr id="10" name="图片 9"/>
          <p:cNvPicPr>
            <a:picLocks noChangeAspect="1"/>
          </p:cNvPicPr>
          <p:nvPr userDrawn="1">
            <p:custDataLst>
              <p:tags r:id="rId2"/>
            </p:custDataLst>
          </p:nvPr>
        </p:nvPicPr>
        <p:blipFill rotWithShape="1">
          <a:blip r:embed="rId3"/>
          <a:srcRect r="41042"/>
          <a:stretch>
            <a:fillRect/>
          </a:stretch>
        </p:blipFill>
        <p:spPr>
          <a:xfrm>
            <a:off x="0" y="0"/>
            <a:ext cx="7188200" cy="6858000"/>
          </a:xfrm>
          <a:prstGeom prst="rect">
            <a:avLst/>
          </a:prstGeom>
        </p:spPr>
      </p:pic>
      <p:sp>
        <p:nvSpPr>
          <p:cNvPr id="2" name="标题 1"/>
          <p:cNvSpPr>
            <a:spLocks noGrp="1"/>
          </p:cNvSpPr>
          <p:nvPr>
            <p:ph type="title" hasCustomPrompt="1"/>
            <p:custDataLst>
              <p:tags r:id="rId4"/>
            </p:custDataLst>
          </p:nvPr>
        </p:nvSpPr>
        <p:spPr>
          <a:xfrm>
            <a:off x="7306975" y="781052"/>
            <a:ext cx="3954729" cy="1378877"/>
          </a:xfrm>
        </p:spPr>
        <p:txBody>
          <a:bodyPr vert="horz" wrap="square" tIns="0" bIns="0" rtlCol="0" anchor="b" anchorCtr="0">
            <a:normAutofit/>
          </a:bodyPr>
          <a:lstStyle>
            <a:lvl1pPr marL="0" indent="0" algn="l">
              <a:buFont typeface="Arial" panose="020B0604020202020204" pitchFamily="34" charset="0"/>
              <a:buNone/>
              <a:defRPr lang="en-US" sz="6000" b="1" i="0" spc="0" baseline="0" dirty="0">
                <a:solidFill>
                  <a:schemeClr val="accent1"/>
                </a:solidFill>
                <a:latin typeface="+mj-lt"/>
              </a:defRPr>
            </a:lvl1pPr>
          </a:lstStyle>
          <a:p>
            <a:pPr marL="0" lvl="0"/>
            <a:r>
              <a:rPr lang="en-US" dirty="0">
                <a:latin typeface="+mj-lt"/>
              </a:rPr>
              <a:t>Click to add title</a:t>
            </a:r>
            <a:endParaRPr lang="en-US" dirty="0"/>
          </a:p>
        </p:txBody>
      </p:sp>
      <p:sp>
        <p:nvSpPr>
          <p:cNvPr id="7" name="日期占位符 3"/>
          <p:cNvSpPr>
            <a:spLocks noGrp="1"/>
          </p:cNvSpPr>
          <p:nvPr>
            <p:ph type="dt" sz="half" idx="10"/>
            <p:custDataLst>
              <p:tags r:id="rId5"/>
            </p:custDataLst>
          </p:nvPr>
        </p:nvSpPr>
        <p:spPr/>
        <p:txBody>
          <a:bodyPr wrap="square">
            <a:normAutofit/>
          </a:bodyPr>
          <a:lstStyle>
            <a:lvl1pPr>
              <a:defRPr>
                <a:solidFill>
                  <a:schemeClr val="lt1">
                    <a:lumMod val="100000"/>
                  </a:schemeClr>
                </a:solidFill>
              </a:defRPr>
            </a:lvl1pPr>
          </a:lstStyle>
          <a:p>
            <a:r>
              <a:rPr lang="en-US"/>
              <a:t>Date Area</a:t>
            </a:r>
            <a:endParaRPr lang="en-US"/>
          </a:p>
        </p:txBody>
      </p:sp>
      <p:sp>
        <p:nvSpPr>
          <p:cNvPr id="8" name="页脚占位符 4"/>
          <p:cNvSpPr>
            <a:spLocks noGrp="1"/>
          </p:cNvSpPr>
          <p:nvPr>
            <p:ph type="ftr" sz="quarter" idx="11"/>
            <p:custDataLst>
              <p:tags r:id="rId6"/>
            </p:custDataLst>
          </p:nvPr>
        </p:nvSpPr>
        <p:spPr/>
        <p:txBody>
          <a:bodyPr/>
          <a:lstStyle/>
          <a:p>
            <a:endParaRPr lang="en-US"/>
          </a:p>
        </p:txBody>
      </p:sp>
      <p:sp>
        <p:nvSpPr>
          <p:cNvPr id="9" name="灯片编号占位符 5"/>
          <p:cNvSpPr>
            <a:spLocks noGrp="1"/>
          </p:cNvSpPr>
          <p:nvPr>
            <p:ph type="sldNum" sz="quarter" idx="12"/>
            <p:custDataLst>
              <p:tags r:id="rId7"/>
            </p:custDataLst>
          </p:nvPr>
        </p:nvSpPr>
        <p:spPr/>
        <p:txBody>
          <a:bodyPr wrap="square">
            <a:normAutofit/>
          </a:bodyPr>
          <a:lstStyle/>
          <a:p>
            <a:fld id="{BE5F26B5-172A-4DC2-B0B7-181CFC56B87C}" type="slidenum">
              <a:rPr lang="en-US" smtClean="0"/>
            </a:fld>
            <a:endParaRPr lang="en-US"/>
          </a:p>
        </p:txBody>
      </p:sp>
      <p:cxnSp>
        <p:nvCxnSpPr>
          <p:cNvPr id="11" name="直接连接符 10"/>
          <p:cNvCxnSpPr/>
          <p:nvPr userDrawn="1">
            <p:custDataLst>
              <p:tags r:id="rId8"/>
            </p:custDataLst>
          </p:nvPr>
        </p:nvCxnSpPr>
        <p:spPr>
          <a:xfrm>
            <a:off x="7309357" y="2398322"/>
            <a:ext cx="394110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custDataLst>
              <p:tags r:id="rId9"/>
            </p:custDataLst>
          </p:nvPr>
        </p:nvCxnSpPr>
        <p:spPr>
          <a:xfrm>
            <a:off x="7306976" y="2398322"/>
            <a:ext cx="504825" cy="0"/>
          </a:xfrm>
          <a:prstGeom prst="line">
            <a:avLst/>
          </a:prstGeom>
          <a:ln w="889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pic>
        <p:nvPicPr>
          <p:cNvPr id="9" name="图片 8"/>
          <p:cNvPicPr>
            <a:picLocks noChangeAspect="1"/>
          </p:cNvPicPr>
          <p:nvPr userDrawn="1">
            <p:custDataLst>
              <p:tags r:id="rId2"/>
            </p:custDataLst>
          </p:nvPr>
        </p:nvPicPr>
        <p:blipFill rotWithShape="1">
          <a:blip r:embed="rId3"/>
          <a:srcRect l="7812" t="6480" r="7188" b="8519"/>
          <a:stretch>
            <a:fillRect/>
          </a:stretch>
        </p:blipFill>
        <p:spPr>
          <a:xfrm>
            <a:off x="914400" y="514350"/>
            <a:ext cx="10363200" cy="5829300"/>
          </a:xfrm>
          <a:prstGeom prst="rect">
            <a:avLst/>
          </a:prstGeom>
        </p:spPr>
      </p:pic>
      <p:sp>
        <p:nvSpPr>
          <p:cNvPr id="2" name="标题 1"/>
          <p:cNvSpPr>
            <a:spLocks noGrp="1"/>
          </p:cNvSpPr>
          <p:nvPr>
            <p:ph type="title" hasCustomPrompt="1"/>
            <p:custDataLst>
              <p:tags r:id="rId4"/>
            </p:custDataLst>
          </p:nvPr>
        </p:nvSpPr>
        <p:spPr>
          <a:xfrm>
            <a:off x="4914265" y="1866900"/>
            <a:ext cx="5586095" cy="2844800"/>
          </a:xfrm>
          <a:noFill/>
          <a:ln>
            <a:noFill/>
          </a:ln>
        </p:spPr>
        <p:txBody>
          <a:bodyPr vert="horz" wrap="square" lIns="101600" tIns="38100" rIns="63500" bIns="38100" rtlCol="0" anchor="ctr" anchorCtr="0">
            <a:normAutofit/>
          </a:bodyPr>
          <a:lstStyle>
            <a:lvl1pPr marL="0" marR="0" indent="0" algn="l" fontAlgn="auto" hangingPunct="0">
              <a:lnSpc>
                <a:spcPct val="100000"/>
              </a:lnSpc>
              <a:spcBef>
                <a:spcPts val="0"/>
              </a:spcBef>
              <a:spcAft>
                <a:spcPts val="0"/>
              </a:spcAft>
              <a:buClrTx/>
              <a:buSzTx/>
              <a:buFont typeface="Arial" panose="020B0604020202020204" pitchFamily="34" charset="0"/>
              <a:buNone/>
              <a:defRPr kumimoji="0" lang="en-US" sz="5400" i="0" u="none" strike="noStrike" kern="0" cap="none" spc="0" normalizeH="0" baseline="0" noProof="1" dirty="0">
                <a:ln>
                  <a:noFill/>
                </a:ln>
                <a:solidFill>
                  <a:schemeClr val="lt1"/>
                </a:solidFill>
                <a:effectLst/>
                <a:uFillTx/>
                <a:latin typeface="+mj-lt"/>
              </a:defRPr>
            </a:lvl1pPr>
          </a:lstStyle>
          <a:p>
            <a:pPr marL="0" marR="0" lvl="0" fontAlgn="auto" hangingPunct="0">
              <a:spcBef>
                <a:spcPts val="0"/>
              </a:spcBef>
              <a:spcAft>
                <a:spcPts val="0"/>
              </a:spcAft>
              <a:buClrTx/>
              <a:buSzTx/>
              <a:buFontTx/>
            </a:pPr>
            <a:r>
              <a:rPr lang="en-US" dirty="0">
                <a:latin typeface="+mj-lt"/>
              </a:rPr>
              <a:t>Click to add title</a:t>
            </a:r>
            <a:endParaRPr lang="en-US" dirty="0"/>
          </a:p>
        </p:txBody>
      </p:sp>
      <p:sp>
        <p:nvSpPr>
          <p:cNvPr id="8" name="节编号 3"/>
          <p:cNvSpPr>
            <a:spLocks noGrp="1"/>
          </p:cNvSpPr>
          <p:nvPr>
            <p:ph type="body" sz="quarter" idx="13" hasCustomPrompt="1"/>
            <p:custDataLst>
              <p:tags r:id="rId5"/>
            </p:custDataLst>
          </p:nvPr>
        </p:nvSpPr>
        <p:spPr>
          <a:xfrm>
            <a:off x="1339851" y="1866900"/>
            <a:ext cx="2826422" cy="2844800"/>
          </a:xfrm>
          <a:noFill/>
        </p:spPr>
        <p:txBody>
          <a:bodyPr wrap="none" lIns="0" tIns="0" rIns="0" bIns="0" rtlCol="0" anchor="ctr" anchorCtr="0">
            <a:normAutofit/>
          </a:bodyPr>
          <a:lstStyle>
            <a:lvl1pPr marL="0" indent="0" algn="r">
              <a:lnSpc>
                <a:spcPct val="100000"/>
              </a:lnSpc>
              <a:buFont typeface="Arial" panose="020B0604020202020204" pitchFamily="34" charset="0"/>
              <a:buNone/>
              <a:defRPr lang="en-US" sz="8800" dirty="0">
                <a:solidFill>
                  <a:schemeClr val="lt1"/>
                </a:solidFill>
                <a:uFillTx/>
                <a:latin typeface="+mn-lt"/>
              </a:defRPr>
            </a:lvl1pPr>
          </a:lstStyle>
          <a:p>
            <a:pPr marL="0" lvl="0" algn="r"/>
            <a:r>
              <a:rPr lang="en-US" dirty="0">
                <a:latin typeface="+mn-lt"/>
              </a:rPr>
              <a:t>text</a:t>
            </a:r>
            <a:endParaRPr lang="en-US" dirty="0"/>
          </a:p>
        </p:txBody>
      </p:sp>
      <p:sp>
        <p:nvSpPr>
          <p:cNvPr id="4" name="日期占位符 4"/>
          <p:cNvSpPr>
            <a:spLocks noGrp="1"/>
          </p:cNvSpPr>
          <p:nvPr>
            <p:ph type="dt" sz="half" idx="10"/>
            <p:custDataLst>
              <p:tags r:id="rId6"/>
            </p:custDataLst>
          </p:nvPr>
        </p:nvSpPr>
        <p:spPr/>
        <p:txBody>
          <a:bodyPr wrap="square">
            <a:normAutofit/>
          </a:bodyPr>
          <a:lstStyle/>
          <a:p>
            <a:r>
              <a:rPr lang="en-US"/>
              <a:t>Date Area</a:t>
            </a:r>
            <a:endParaRPr lang="en-US"/>
          </a:p>
        </p:txBody>
      </p:sp>
      <p:sp>
        <p:nvSpPr>
          <p:cNvPr id="5" name="页脚占位符 5"/>
          <p:cNvSpPr>
            <a:spLocks noGrp="1"/>
          </p:cNvSpPr>
          <p:nvPr>
            <p:ph type="ftr" sz="quarter" idx="11"/>
            <p:custDataLst>
              <p:tags r:id="rId7"/>
            </p:custDataLst>
          </p:nvPr>
        </p:nvSpPr>
        <p:spPr/>
        <p:txBody>
          <a:bodyPr/>
          <a:lstStyle/>
          <a:p>
            <a:endParaRPr lang="en-US"/>
          </a:p>
        </p:txBody>
      </p:sp>
      <p:sp>
        <p:nvSpPr>
          <p:cNvPr id="6" name="灯片编号占位符 6"/>
          <p:cNvSpPr>
            <a:spLocks noGrp="1"/>
          </p:cNvSpPr>
          <p:nvPr>
            <p:ph type="sldNum" sz="quarter" idx="12"/>
            <p:custDataLst>
              <p:tags r:id="rId8"/>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4800" y="360000"/>
            <a:ext cx="10800000" cy="720000"/>
          </a:xfrm>
        </p:spPr>
        <p:txBody>
          <a:bodyPr vert="horz" wrap="square" lIns="0" tIns="0" rIns="0" bIns="0" rtlCol="0" anchor="ctr">
            <a:normAutofit/>
          </a:bodyPr>
          <a:lstStyle>
            <a:lvl1pPr>
              <a:defRPr lang="en-US" dirty="0">
                <a:latin typeface="+mj-lt"/>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3"/>
            </p:custDataLst>
          </p:nvPr>
        </p:nvSpPr>
        <p:spPr>
          <a:xfrm>
            <a:off x="694800" y="1231900"/>
            <a:ext cx="5181600" cy="4945700"/>
          </a:xfrm>
        </p:spPr>
        <p:txBody>
          <a:bodyPr wrap="square">
            <a:normAutofit/>
          </a:body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4"/>
            </p:custDataLst>
          </p:nvPr>
        </p:nvSpPr>
        <p:spPr>
          <a:xfrm>
            <a:off x="6313200" y="1231900"/>
            <a:ext cx="5181600" cy="4945700"/>
          </a:xfrm>
        </p:spPr>
        <p:txBody>
          <a:bodyPr wrap="square">
            <a:normAutofit/>
          </a:bodyPr>
          <a:lstStyle/>
          <a:p>
            <a:pPr lvl="0"/>
            <a:r>
              <a:rPr lang="en-US" dirty="0">
                <a:latin typeface="+mn-lt"/>
              </a:rPr>
              <a:t>Click to add text</a:t>
            </a:r>
            <a:endParaRPr lang="en-US" dirty="0"/>
          </a:p>
        </p:txBody>
      </p:sp>
      <p:sp>
        <p:nvSpPr>
          <p:cNvPr id="5" name="日期占位符 4"/>
          <p:cNvSpPr>
            <a:spLocks noGrp="1"/>
          </p:cNvSpPr>
          <p:nvPr>
            <p:ph type="dt" sz="half" idx="10"/>
            <p:custDataLst>
              <p:tags r:id="rId5"/>
            </p:custDataLst>
          </p:nvPr>
        </p:nvSpPr>
        <p:spPr/>
        <p:txBody>
          <a:bodyPr wrap="square">
            <a:normAutofit/>
          </a:bodyPr>
          <a:lstStyle/>
          <a:p>
            <a:r>
              <a:rPr lang="en-US"/>
              <a:t>Date Area</a:t>
            </a:r>
            <a:endParaRPr lang="en-US"/>
          </a:p>
        </p:txBody>
      </p:sp>
      <p:sp>
        <p:nvSpPr>
          <p:cNvPr id="6" name="页脚占位符 5"/>
          <p:cNvSpPr>
            <a:spLocks noGrp="1"/>
          </p:cNvSpPr>
          <p:nvPr>
            <p:ph type="ftr" sz="quarter" idx="11"/>
            <p:custDataLst>
              <p:tags r:id="rId6"/>
            </p:custDataLst>
          </p:nvPr>
        </p:nvSpPr>
        <p:spPr/>
        <p:txBody>
          <a:bodyPr/>
          <a:lstStyle/>
          <a:p>
            <a:endParaRPr 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4800" y="1246687"/>
            <a:ext cx="5157787" cy="540000"/>
          </a:xfrm>
        </p:spPr>
        <p:txBody>
          <a:bodyPr wrap="square" anchor="b">
            <a:norm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3"/>
            </p:custDataLst>
          </p:nvPr>
        </p:nvSpPr>
        <p:spPr>
          <a:xfrm>
            <a:off x="694800" y="1892300"/>
            <a:ext cx="5157787" cy="4297363"/>
          </a:xfrm>
        </p:spPr>
        <p:txBody>
          <a:bodyPr wrap="square">
            <a:normAutofit/>
          </a:bodyPr>
          <a:lstStyle>
            <a:lvl1pPr>
              <a:defRPr sz="2200">
                <a:latin typeface="+mn-lt"/>
              </a:defRPr>
            </a:lvl1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4"/>
            </p:custDataLst>
          </p:nvPr>
        </p:nvSpPr>
        <p:spPr>
          <a:xfrm>
            <a:off x="6311612" y="1246687"/>
            <a:ext cx="5183188" cy="540000"/>
          </a:xfrm>
        </p:spPr>
        <p:txBody>
          <a:bodyPr wrap="square" anchor="b">
            <a:norm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5"/>
            </p:custDataLst>
          </p:nvPr>
        </p:nvSpPr>
        <p:spPr>
          <a:xfrm>
            <a:off x="6311612" y="1892300"/>
            <a:ext cx="5183188" cy="4297363"/>
          </a:xfrm>
        </p:spPr>
        <p:txBody>
          <a:bodyPr wrap="square">
            <a:normAutofit/>
          </a:bodyPr>
          <a:lstStyle>
            <a:lvl1pPr>
              <a:defRPr sz="2200">
                <a:latin typeface="+mn-lt"/>
              </a:defRPr>
            </a:lvl1pPr>
          </a:lstStyle>
          <a:p>
            <a:pPr lvl="0"/>
            <a:r>
              <a:rPr lang="en-US" dirty="0">
                <a:latin typeface="+mn-lt"/>
              </a:rPr>
              <a:t>Click to add text</a:t>
            </a:r>
            <a:endParaRPr lang="en-US" dirty="0"/>
          </a:p>
        </p:txBody>
      </p:sp>
      <p:sp>
        <p:nvSpPr>
          <p:cNvPr id="10" name="标题 9"/>
          <p:cNvSpPr>
            <a:spLocks noGrp="1"/>
          </p:cNvSpPr>
          <p:nvPr>
            <p:ph type="title" hasCustomPrompt="1"/>
            <p:custDataLst>
              <p:tags r:id="rId6"/>
            </p:custDataLst>
          </p:nvPr>
        </p:nvSpPr>
        <p:spPr>
          <a:xfrm>
            <a:off x="694800" y="360000"/>
            <a:ext cx="10800000" cy="720000"/>
          </a:xfrm>
        </p:spPr>
        <p:txBody>
          <a:bodyPr/>
          <a:lstStyle/>
          <a:p>
            <a:r>
              <a:rPr lang="en-US" dirty="0">
                <a:latin typeface="+mj-lt"/>
              </a:rPr>
              <a:t>Click to add title</a:t>
            </a:r>
            <a:endParaRPr lang="en-US" dirty="0"/>
          </a:p>
        </p:txBody>
      </p:sp>
      <p:sp>
        <p:nvSpPr>
          <p:cNvPr id="11" name="日期占位符 10"/>
          <p:cNvSpPr>
            <a:spLocks noGrp="1"/>
          </p:cNvSpPr>
          <p:nvPr>
            <p:ph type="dt" sz="half" idx="10"/>
            <p:custDataLst>
              <p:tags r:id="rId7"/>
            </p:custDataLst>
          </p:nvPr>
        </p:nvSpPr>
        <p:spPr/>
        <p:txBody>
          <a:bodyPr/>
          <a:lstStyle/>
          <a:p>
            <a:r>
              <a:rPr lang="en-US"/>
              <a:t>Date Area</a:t>
            </a:r>
            <a:endParaRPr lang="en-US"/>
          </a:p>
        </p:txBody>
      </p:sp>
      <p:sp>
        <p:nvSpPr>
          <p:cNvPr id="12" name="页脚占位符 11"/>
          <p:cNvSpPr>
            <a:spLocks noGrp="1"/>
          </p:cNvSpPr>
          <p:nvPr>
            <p:ph type="ftr" sz="quarter" idx="11"/>
            <p:custDataLst>
              <p:tags r:id="rId8"/>
            </p:custDataLst>
          </p:nvPr>
        </p:nvSpPr>
        <p:spPr/>
        <p:txBody>
          <a:bodyPr/>
          <a:lstStyle/>
          <a:p>
            <a:endParaRPr lang="en-US" dirty="0"/>
          </a:p>
        </p:txBody>
      </p:sp>
      <p:sp>
        <p:nvSpPr>
          <p:cNvPr id="13" name="灯片编号占位符 12"/>
          <p:cNvSpPr>
            <a:spLocks noGrp="1"/>
          </p:cNvSpPr>
          <p:nvPr>
            <p:ph type="sldNum" sz="quarter" idx="12"/>
            <p:custDataLst>
              <p:tags r:id="rId9"/>
            </p:custDataLst>
          </p:nvPr>
        </p:nvSpPr>
        <p:spPr/>
        <p:txBody>
          <a:bodyPr/>
          <a:lstStyle/>
          <a:p>
            <a:fld id="{BE5F26B5-172A-4DC2-B0B7-181CFC56B87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wrap="square">
            <a:normAutofit/>
          </a:bodyPr>
          <a:lstStyle/>
          <a:p>
            <a:r>
              <a:rPr lang="en-US"/>
              <a:t>Date Area</a:t>
            </a:r>
            <a:endParaRPr lang="en-US"/>
          </a:p>
        </p:txBody>
      </p:sp>
      <p:sp>
        <p:nvSpPr>
          <p:cNvPr id="4" name="页脚占位符 3"/>
          <p:cNvSpPr>
            <a:spLocks noGrp="1"/>
          </p:cNvSpPr>
          <p:nvPr>
            <p:ph type="ftr" sz="quarter" idx="11"/>
            <p:custDataLst>
              <p:tags r:id="rId3"/>
            </p:custDataLst>
          </p:nvPr>
        </p:nvSpPr>
        <p:spPr/>
        <p:txBody>
          <a:bodyPr/>
          <a:lstStyle/>
          <a:p>
            <a:endParaRPr 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en-US" smtClean="0"/>
            </a:fld>
            <a:endParaRPr lang="en-US"/>
          </a:p>
        </p:txBody>
      </p:sp>
      <p:sp>
        <p:nvSpPr>
          <p:cNvPr id="6" name="标题 5"/>
          <p:cNvSpPr>
            <a:spLocks noGrp="1"/>
          </p:cNvSpPr>
          <p:nvPr>
            <p:ph type="title" hasCustomPrompt="1"/>
            <p:custDataLst>
              <p:tags r:id="rId5"/>
            </p:custDataLst>
          </p:nvPr>
        </p:nvSpPr>
        <p:spPr/>
        <p:txBody>
          <a:bodyPr/>
          <a:lstStyle/>
          <a:p>
            <a:r>
              <a:rPr lang="en-US" dirty="0">
                <a:latin typeface="+mj-lt"/>
              </a:rPr>
              <a:t>Click to add title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p>
            <a:endParaRPr 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2"/>
            </p:custDataLst>
          </p:nvPr>
        </p:nvSpPr>
        <p:spPr>
          <a:xfrm>
            <a:off x="695325" y="360000"/>
            <a:ext cx="10801350" cy="5817600"/>
          </a:xfrm>
        </p:spPr>
        <p:txBody>
          <a:bodyPr wrap="square">
            <a:normAutofit/>
          </a:bodyPr>
          <a:lstStyle/>
          <a:p>
            <a:pPr lvl="0"/>
            <a:r>
              <a:rPr lang="en-US" dirty="0">
                <a:latin typeface="+mn-lt"/>
              </a:rPr>
              <a:t>Click to add text</a:t>
            </a:r>
            <a:endParaRPr lang="en-US" dirty="0"/>
          </a:p>
        </p:txBody>
      </p:sp>
      <p:sp>
        <p:nvSpPr>
          <p:cNvPr id="4" name="日期占位符 2"/>
          <p:cNvSpPr>
            <a:spLocks noGrp="1"/>
          </p:cNvSpPr>
          <p:nvPr>
            <p:ph type="dt" sz="half" idx="10"/>
            <p:custDataLst>
              <p:tags r:id="rId3"/>
            </p:custDataLst>
          </p:nvPr>
        </p:nvSpPr>
        <p:spPr/>
        <p:txBody>
          <a:bodyPr wrap="square">
            <a:normAutofit/>
          </a:bodyPr>
          <a:lstStyle/>
          <a:p>
            <a:r>
              <a:rPr lang="en-US"/>
              <a:t>Date Area</a:t>
            </a:r>
            <a:endParaRPr lang="en-US"/>
          </a:p>
        </p:txBody>
      </p:sp>
      <p:sp>
        <p:nvSpPr>
          <p:cNvPr id="5" name="页脚占位符 3"/>
          <p:cNvSpPr>
            <a:spLocks noGrp="1"/>
          </p:cNvSpPr>
          <p:nvPr>
            <p:ph type="ftr" sz="quarter" idx="11"/>
            <p:custDataLst>
              <p:tags r:id="rId4"/>
            </p:custDataLst>
          </p:nvPr>
        </p:nvSpPr>
        <p:spPr/>
        <p:txBody>
          <a:bodyPr/>
          <a:lstStyle/>
          <a:p>
            <a:endParaRPr 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325" y="1231900"/>
            <a:ext cx="10801350" cy="576000"/>
          </a:xfrm>
        </p:spPr>
        <p:txBody>
          <a:bodyPr wrap="square" anchor="t">
            <a:normAutofit/>
          </a:bodyPr>
          <a:lstStyle>
            <a:lvl1pPr marL="0" indent="0">
              <a:buNone/>
              <a:defRPr sz="2400" b="0">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
        <p:nvSpPr>
          <p:cNvPr id="7" name="日期占位符 3"/>
          <p:cNvSpPr>
            <a:spLocks noGrp="1"/>
          </p:cNvSpPr>
          <p:nvPr>
            <p:ph type="dt" sz="half" idx="10"/>
            <p:custDataLst>
              <p:tags r:id="rId3"/>
            </p:custDataLst>
          </p:nvPr>
        </p:nvSpPr>
        <p:spPr/>
        <p:txBody>
          <a:bodyPr wrap="square">
            <a:normAutofit/>
          </a:bodyPr>
          <a:lstStyle/>
          <a:p>
            <a:r>
              <a:rPr lang="en-US"/>
              <a:t>Date Area</a:t>
            </a:r>
            <a:endParaRPr lang="en-US"/>
          </a:p>
        </p:txBody>
      </p:sp>
      <p:sp>
        <p:nvSpPr>
          <p:cNvPr id="8" name="页脚占位符 4"/>
          <p:cNvSpPr>
            <a:spLocks noGrp="1"/>
          </p:cNvSpPr>
          <p:nvPr>
            <p:ph type="ftr" sz="quarter" idx="11"/>
            <p:custDataLst>
              <p:tags r:id="rId4"/>
            </p:custDataLst>
          </p:nvPr>
        </p:nvSpPr>
        <p:spPr/>
        <p:txBody>
          <a:bodyPr/>
          <a:lstStyle/>
          <a:p>
            <a:endParaRPr 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en-US" smtClean="0"/>
            </a:fld>
            <a:endParaRPr lang="en-US"/>
          </a:p>
        </p:txBody>
      </p:sp>
      <p:sp>
        <p:nvSpPr>
          <p:cNvPr id="4" name="标题 3"/>
          <p:cNvSpPr>
            <a:spLocks noGrp="1"/>
          </p:cNvSpPr>
          <p:nvPr>
            <p:ph type="title" hasCustomPrompt="1"/>
            <p:custDataLst>
              <p:tags r:id="rId6"/>
            </p:custDataLst>
          </p:nvPr>
        </p:nvSpPr>
        <p:spPr/>
        <p:txBody>
          <a:bodyPr/>
          <a:lstStyle/>
          <a:p>
            <a:r>
              <a:rPr lang="en-US" dirty="0">
                <a:latin typeface="+mj-lt"/>
              </a:rPr>
              <a:t>Click to add title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pic>
        <p:nvPicPr>
          <p:cNvPr id="12" name="图片 11"/>
          <p:cNvPicPr/>
          <p:nvPr userDrawn="1">
            <p:custDataLst>
              <p:tags r:id="rId2"/>
            </p:custDataLst>
          </p:nvPr>
        </p:nvPicPr>
        <p:blipFill>
          <a:blip r:embed="rId3"/>
          <a:stretch>
            <a:fillRect/>
          </a:stretch>
        </p:blipFill>
        <p:spPr>
          <a:xfrm>
            <a:off x="1200" y="0"/>
            <a:ext cx="12189600" cy="6858000"/>
          </a:xfrm>
          <a:prstGeom prst="rect">
            <a:avLst/>
          </a:prstGeom>
        </p:spPr>
      </p:pic>
      <p:sp>
        <p:nvSpPr>
          <p:cNvPr id="2" name="标题 1"/>
          <p:cNvSpPr>
            <a:spLocks noGrp="1"/>
          </p:cNvSpPr>
          <p:nvPr>
            <p:ph type="ctrTitle" hasCustomPrompt="1"/>
            <p:custDataLst>
              <p:tags r:id="rId4"/>
            </p:custDataLst>
          </p:nvPr>
        </p:nvSpPr>
        <p:spPr>
          <a:xfrm>
            <a:off x="695324" y="1231900"/>
            <a:ext cx="6379200" cy="2743200"/>
          </a:xfrm>
        </p:spPr>
        <p:txBody>
          <a:bodyPr wrap="square" anchor="b">
            <a:normAutofit/>
          </a:bodyPr>
          <a:lstStyle>
            <a:lvl1pPr algn="l">
              <a:lnSpc>
                <a:spcPct val="100000"/>
              </a:lnSpc>
              <a:defRPr sz="5800">
                <a:solidFill>
                  <a:schemeClr val="tx1">
                    <a:lumMod val="85000"/>
                    <a:lumOff val="15000"/>
                  </a:schemeClr>
                </a:solidFill>
                <a:latin typeface="+mj-lt"/>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5"/>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6"/>
            </p:custDataLst>
          </p:nvPr>
        </p:nvSpPr>
        <p:spPr/>
        <p:txBody>
          <a:bodyPr/>
          <a:lstStyle/>
          <a:p>
            <a:endParaRPr lang="en-US"/>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en-US" smtClean="0"/>
            </a:fld>
            <a:endParaRPr lang="en-US"/>
          </a:p>
        </p:txBody>
      </p:sp>
      <p:cxnSp>
        <p:nvCxnSpPr>
          <p:cNvPr id="7" name="直接连接符 6"/>
          <p:cNvCxnSpPr/>
          <p:nvPr userDrawn="1">
            <p:custDataLst>
              <p:tags r:id="rId8"/>
            </p:custDataLst>
          </p:nvPr>
        </p:nvCxnSpPr>
        <p:spPr>
          <a:xfrm>
            <a:off x="695325" y="4736777"/>
            <a:ext cx="842208"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6.xml"/><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9480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13"/>
            </p:custDataLst>
          </p:nvPr>
        </p:nvSpPr>
        <p:spPr>
          <a:xfrm>
            <a:off x="695325" y="1231900"/>
            <a:ext cx="10799475" cy="4945700"/>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14"/>
            </p:custDataLst>
          </p:nvPr>
        </p:nvSpPr>
        <p:spPr>
          <a:xfrm>
            <a:off x="695325" y="6356350"/>
            <a:ext cx="2743200" cy="365125"/>
          </a:xfrm>
          <a:prstGeom prst="rect">
            <a:avLst/>
          </a:prstGeom>
        </p:spPr>
        <p:txBody>
          <a:bodyPr vert="horz" wrap="square" lIns="0" tIns="0" rIns="0" bIns="0" rtlCol="0" anchor="ctr">
            <a:normAutofit/>
          </a:bodyPr>
          <a:lstStyle>
            <a:lvl1pPr algn="l">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15"/>
            </p:custDataLst>
          </p:nvPr>
        </p:nvSpPr>
        <p:spPr>
          <a:xfrm>
            <a:off x="4038600" y="6356350"/>
            <a:ext cx="4114800" cy="365125"/>
          </a:xfrm>
          <a:prstGeom prst="rect">
            <a:avLst/>
          </a:prstGeom>
        </p:spPr>
        <p:txBody>
          <a:bodyPr vert="horz" lIns="0" tIns="0" rIns="0" bIns="0" rtlCol="0" anchor="ctr">
            <a:normAutofit/>
          </a:bodyPr>
          <a:lstStyle>
            <a:lvl1pPr algn="ctr">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1pPr>
          </a:lstStyle>
          <a:p>
            <a:endParaRPr lang="en-US" dirty="0"/>
          </a:p>
        </p:txBody>
      </p:sp>
      <p:sp>
        <p:nvSpPr>
          <p:cNvPr id="6" name="灯片编号占位符 5"/>
          <p:cNvSpPr>
            <a:spLocks noGrp="1"/>
          </p:cNvSpPr>
          <p:nvPr>
            <p:ph type="sldNum" sz="quarter" idx="4"/>
            <p:custDataLst>
              <p:tags r:id="rId16"/>
            </p:custDataLst>
          </p:nvPr>
        </p:nvSpPr>
        <p:spPr>
          <a:xfrm>
            <a:off x="8751600" y="6356350"/>
            <a:ext cx="2743200" cy="365125"/>
          </a:xfrm>
          <a:prstGeom prst="rect">
            <a:avLst/>
          </a:prstGeom>
        </p:spPr>
        <p:txBody>
          <a:bodyPr vert="horz" wrap="square" lIns="0" tIns="0" rIns="0" bIns="0" rtlCol="0" anchor="ctr">
            <a:normAutofit/>
          </a:bodyPr>
          <a:lstStyle>
            <a:lvl1pPr algn="r">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1pPr>
          </a:lstStyle>
          <a:p>
            <a:fld id="{BE5F26B5-172A-4DC2-B0B7-181CFC56B87C}" type="slidenum">
              <a:rPr lang="en-US" smtClean="0"/>
            </a:fld>
            <a:endParaRPr lang="en-US"/>
          </a:p>
        </p:txBody>
      </p:sp>
      <p:sp>
        <p:nvSpPr>
          <p:cNvPr id="8" name="KSO_TEMPLATE" hidden="1"/>
          <p:cNvSpPr/>
          <p:nvPr userDrawn="1">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4400" b="1" kern="1200">
          <a:solidFill>
            <a:schemeClr val="tx1"/>
          </a:solidFill>
          <a:latin typeface="Arial" panose="020B0604020202020204" pitchFamily="34" charset="0"/>
          <a:ea typeface="Arial" panose="020B0604020202020204" pitchFamily="34" charset="0"/>
          <a:cs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8.xml"/><Relationship Id="rId1" Type="http://schemas.openxmlformats.org/officeDocument/2006/relationships/tags" Target="../tags/tag67.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27.xml"/><Relationship Id="rId1" Type="http://schemas.openxmlformats.org/officeDocument/2006/relationships/tags" Target="../tags/tag1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en-US" altLang="zh-CN"/>
              <a:t>NON TOKENS</a:t>
            </a:r>
            <a:endParaRPr lang="en-US" altLang="zh-CN"/>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p:txBody>
          <a:bodyPr/>
          <a:p>
            <a:r>
              <a:rPr lang="en-US" altLang="en-US"/>
              <a:t>Non-tokens are elements in your source code file that the compiler completely filters out and ignores during the lexical analysis phase.</a:t>
            </a:r>
            <a:endParaRPr lang="en-US" altLang="en-US"/>
          </a:p>
          <a:p>
            <a:r>
              <a:rPr lang="en-US" altLang="en-US"/>
              <a:t>They have zero impact on the final compiled binary. They exist solely for human developers to format, structure, and document the code.</a:t>
            </a:r>
            <a:endParaRPr lang="en-US" altLang="en-US"/>
          </a:p>
          <a:p>
            <a:r>
              <a:rPr lang="en-US" altLang="en-US"/>
              <a:t>There are exactly 3 categories of non-tokens in modern C23:</a:t>
            </a:r>
            <a:endParaRPr lang="en-US" altLang="en-US"/>
          </a:p>
          <a:p>
            <a:pPr marL="457200" indent="-457200">
              <a:buAutoNum type="arabicPeriod"/>
            </a:pPr>
            <a:r>
              <a:rPr lang="en-US" altLang="en-US"/>
              <a:t>Comments. (Single-line and Multi-line commenting)</a:t>
            </a:r>
            <a:endParaRPr lang="en-US" altLang="en-US"/>
          </a:p>
          <a:p>
            <a:pPr marL="457200" indent="-457200">
              <a:buAutoNum type="arabicPeriod"/>
            </a:pPr>
            <a:r>
              <a:rPr lang="en-US" altLang="en-US"/>
              <a:t>White Spaces.(Space,Tabs and Newlines)</a:t>
            </a:r>
            <a:endParaRPr lang="en-US" altLang="en-US"/>
          </a:p>
          <a:p>
            <a:pPr marL="457200" indent="-457200">
              <a:buAutoNum type="arabicPeriod"/>
            </a:pPr>
            <a:r>
              <a:rPr lang="en-US" altLang="en-US"/>
              <a:t>Line Splicing.(Backslash and Newline)</a:t>
            </a:r>
            <a:endParaRPr lang="en-US" altLang="en-US"/>
          </a:p>
        </p:txBody>
      </p:sp>
      <p:sp>
        <p:nvSpPr>
          <p:cNvPr id="3" name="Title 2"/>
          <p:cNvSpPr>
            <a:spLocks noGrp="1"/>
          </p:cNvSpPr>
          <p:nvPr>
            <p:ph type="title"/>
            <p:custDataLst>
              <p:tags r:id="rId2"/>
            </p:custDataLst>
          </p:nvPr>
        </p:nvSpPr>
        <p:spPr/>
        <p:txBody>
          <a:bodyPr/>
          <a:p>
            <a:r>
              <a:rPr lang="en-US"/>
              <a:t>Definition</a:t>
            </a:r>
            <a:endParaRPr 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a:xfrm>
            <a:off x="695325" y="1231900"/>
            <a:ext cx="10799445" cy="5415915"/>
          </a:xfrm>
        </p:spPr>
        <p:txBody>
          <a:bodyPr>
            <a:normAutofit/>
          </a:bodyPr>
          <a:p>
            <a:r>
              <a:rPr lang="en-US" altLang="en-US"/>
              <a:t>Comments are text entries used to explain what the program is doing. In C23, single-line comments are completely standard.</a:t>
            </a:r>
            <a:endParaRPr lang="en-US" altLang="en-US"/>
          </a:p>
          <a:p>
            <a:r>
              <a:rPr lang="en-US" altLang="en-US"/>
              <a:t>The C23 compiler does not just erase comments; it replaces every comment with a single whitespace character.</a:t>
            </a:r>
            <a:endParaRPr lang="en-US" altLang="en-US"/>
          </a:p>
          <a:p>
            <a:r>
              <a:rPr lang="en-US" altLang="en-US"/>
              <a:t>The above line states the common misconception that many people have that the comments are completly erased.Actually they are replaced by a single white space. </a:t>
            </a:r>
            <a:endParaRPr lang="en-US" altLang="en-US"/>
          </a:p>
        </p:txBody>
      </p:sp>
      <p:sp>
        <p:nvSpPr>
          <p:cNvPr id="3" name="Title 2"/>
          <p:cNvSpPr>
            <a:spLocks noGrp="1"/>
          </p:cNvSpPr>
          <p:nvPr>
            <p:ph type="title"/>
            <p:custDataLst>
              <p:tags r:id="rId2"/>
            </p:custDataLst>
          </p:nvPr>
        </p:nvSpPr>
        <p:spPr/>
        <p:txBody>
          <a:bodyPr/>
          <a:p>
            <a:r>
              <a:rPr lang="en-US"/>
              <a:t>Comments</a:t>
            </a:r>
            <a:endParaRPr 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a:xfrm>
            <a:off x="457200" y="1231900"/>
            <a:ext cx="11277600" cy="4946015"/>
          </a:xfrm>
        </p:spPr>
        <p:txBody>
          <a:bodyPr>
            <a:normAutofit lnSpcReduction="20000"/>
          </a:bodyPr>
          <a:p>
            <a:r>
              <a:rPr lang="en-US" altLang="en-US">
                <a:sym typeface="+mn-ea"/>
              </a:rPr>
              <a:t>Single-line comments: </a:t>
            </a:r>
            <a:endParaRPr lang="en-US" altLang="en-US"/>
          </a:p>
          <a:p>
            <a:pPr marL="0" indent="457200">
              <a:buNone/>
            </a:pPr>
            <a:r>
              <a:rPr lang="en-US" altLang="en-US">
                <a:sym typeface="+mn-ea"/>
              </a:rPr>
              <a:t>Start with a double forward slash (//). </a:t>
            </a:r>
            <a:endParaRPr lang="en-US" altLang="en-US"/>
          </a:p>
          <a:p>
            <a:pPr marL="0" indent="457200">
              <a:buNone/>
            </a:pPr>
            <a:r>
              <a:rPr lang="en-US" altLang="en-US">
                <a:sym typeface="+mn-ea"/>
              </a:rPr>
              <a:t>The compiler discards everything from the slash to the end of that specific line.</a:t>
            </a:r>
            <a:endParaRPr lang="en-US" altLang="en-US"/>
          </a:p>
          <a:p>
            <a:r>
              <a:rPr lang="en-US" altLang="en-US">
                <a:sym typeface="+mn-ea"/>
              </a:rPr>
              <a:t>Multi-line comments: </a:t>
            </a:r>
            <a:endParaRPr lang="en-US" altLang="en-US"/>
          </a:p>
          <a:p>
            <a:pPr marL="0" indent="457200">
              <a:buNone/>
            </a:pPr>
            <a:r>
              <a:rPr lang="en-US" altLang="en-US">
                <a:sym typeface="+mn-ea"/>
              </a:rPr>
              <a:t>Enclosed within /* and */. </a:t>
            </a:r>
            <a:endParaRPr lang="en-US" altLang="en-US"/>
          </a:p>
          <a:p>
            <a:pPr marL="0" indent="457200">
              <a:buNone/>
            </a:pPr>
            <a:r>
              <a:rPr lang="en-US" altLang="en-US">
                <a:sym typeface="+mn-ea"/>
              </a:rPr>
              <a:t>They can span across multiple lines and are often used for large documentation blocks.</a:t>
            </a:r>
            <a:endParaRPr lang="en-US" altLang="en-US"/>
          </a:p>
          <a:p>
            <a:r>
              <a:rPr lang="en-US" altLang="en-US">
                <a:sym typeface="+mn-ea"/>
              </a:rPr>
              <a:t>Example: </a:t>
            </a:r>
            <a:endParaRPr lang="en-US" altLang="en-US"/>
          </a:p>
          <a:p>
            <a:pPr marL="0" indent="457200">
              <a:buNone/>
            </a:pPr>
            <a:r>
              <a:rPr lang="en-US" altLang="en-US">
                <a:sym typeface="+mn-ea"/>
              </a:rPr>
              <a:t> int max_score = 100;       /* Fixed limit */     // Tracked here</a:t>
            </a:r>
            <a:endParaRPr lang="en-US" altLang="en-US"/>
          </a:p>
          <a:p>
            <a:endParaRPr lang="en-US"/>
          </a:p>
        </p:txBody>
      </p:sp>
      <p:sp>
        <p:nvSpPr>
          <p:cNvPr id="3" name="Title 2"/>
          <p:cNvSpPr>
            <a:spLocks noGrp="1"/>
          </p:cNvSpPr>
          <p:nvPr>
            <p:ph type="title"/>
            <p:custDataLst>
              <p:tags r:id="rId2"/>
            </p:custDataLst>
          </p:nvPr>
        </p:nvSpPr>
        <p:spPr/>
        <p:txBody>
          <a:bodyPr/>
          <a:p>
            <a:r>
              <a:rPr lang="en-US"/>
              <a:t>Types of Comments</a:t>
            </a:r>
            <a:endParaRPr lang="en-US"/>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p:txBody>
          <a:bodyPr/>
          <a:p>
            <a:pPr marL="457200" indent="-457200">
              <a:buAutoNum type="arabicPeriod"/>
            </a:pPr>
            <a:r>
              <a:rPr lang="en-US" altLang="en-US"/>
              <a:t>The Nesting Trap (Syntax Error): </a:t>
            </a:r>
            <a:endParaRPr lang="en-US" altLang="en-US"/>
          </a:p>
          <a:p>
            <a:pPr marL="0" indent="457200">
              <a:buNone/>
            </a:pPr>
            <a:r>
              <a:rPr lang="en-US" altLang="en-US"/>
              <a:t>You cannot nest multi-line comments inside other multi-line comments.</a:t>
            </a:r>
            <a:endParaRPr lang="en-US" altLang="en-US"/>
          </a:p>
          <a:p>
            <a:pPr marL="0" indent="457200">
              <a:buNone/>
            </a:pPr>
            <a:r>
              <a:rPr lang="en-US" altLang="en-US"/>
              <a:t>The Reason: The compiler does not track how many /* symbols it has seen. It scans linearly and stops the entire comment block at the very first */ sequence it encounters. Anything left over after that point is treated as raw code, causing immediate syntax errors.</a:t>
            </a:r>
            <a:endParaRPr lang="en-US" altLang="en-US"/>
          </a:p>
        </p:txBody>
      </p:sp>
      <p:sp>
        <p:nvSpPr>
          <p:cNvPr id="3" name="Title 2"/>
          <p:cNvSpPr>
            <a:spLocks noGrp="1"/>
          </p:cNvSpPr>
          <p:nvPr>
            <p:ph type="title"/>
            <p:custDataLst>
              <p:tags r:id="rId2"/>
            </p:custDataLst>
          </p:nvPr>
        </p:nvSpPr>
        <p:spPr/>
        <p:txBody>
          <a:bodyPr/>
          <a:p>
            <a:r>
              <a:rPr lang="en-US"/>
              <a:t>Edge Cases</a:t>
            </a:r>
            <a:endParaRPr lang="en-US"/>
          </a:p>
        </p:txBody>
      </p:sp>
      <p:sp>
        <p:nvSpPr>
          <p:cNvPr id="4" name="Text Box 3"/>
          <p:cNvSpPr txBox="1"/>
          <p:nvPr/>
        </p:nvSpPr>
        <p:spPr>
          <a:xfrm>
            <a:off x="695325" y="4424680"/>
            <a:ext cx="10799445" cy="2306955"/>
          </a:xfrm>
          <a:prstGeom prst="rect">
            <a:avLst/>
          </a:prstGeom>
          <a:noFill/>
        </p:spPr>
        <p:txBody>
          <a:bodyPr wrap="square" rtlCol="0" anchor="t">
            <a:spAutoFit/>
          </a:bodyPr>
          <a:p>
            <a:r>
              <a:rPr lang="en-US" altLang="en-US" sz="2400"/>
              <a:t>Example:</a:t>
            </a:r>
            <a:endParaRPr lang="en-US" altLang="en-US" sz="2400"/>
          </a:p>
          <a:p>
            <a:r>
              <a:rPr lang="en-US" altLang="en-US" sz="2400"/>
              <a:t>/* Outer Comment Start</a:t>
            </a:r>
            <a:endParaRPr lang="en-US" altLang="en-US" sz="2400"/>
          </a:p>
          <a:p>
            <a:r>
              <a:rPr lang="en-US" altLang="en-US" sz="2400"/>
              <a:t>    /* Hidden Inner Comment Block */ </a:t>
            </a:r>
            <a:endParaRPr lang="en-US" altLang="en-US" sz="2400"/>
          </a:p>
          <a:p>
            <a:r>
              <a:rPr lang="en-US" altLang="en-US" sz="2400"/>
              <a:t>    The compiler closed the comment on the line above!</a:t>
            </a:r>
            <a:endParaRPr lang="en-US" altLang="en-US" sz="2400"/>
          </a:p>
          <a:p>
            <a:r>
              <a:rPr lang="en-US" altLang="en-US" sz="2400"/>
              <a:t>    This text is now completely stranded and breaks build.</a:t>
            </a:r>
            <a:endParaRPr lang="en-US" altLang="en-US" sz="2400"/>
          </a:p>
          <a:p>
            <a:r>
              <a:rPr lang="en-US" altLang="en-US" sz="2400"/>
              <a:t>*/</a:t>
            </a:r>
            <a:endParaRPr lang="en-US" sz="2400"/>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p:txBody>
          <a:bodyPr/>
          <a:p>
            <a:pPr marL="457200" indent="-457200">
              <a:buFont typeface="+mj-lt"/>
              <a:buAutoNum type="arabicPeriod" startAt="2"/>
            </a:pPr>
            <a:r>
              <a:rPr lang="en-US" altLang="en-US"/>
              <a:t>Comments Inside String Literals Are Ignored:</a:t>
            </a:r>
            <a:endParaRPr lang="en-US" altLang="en-US"/>
          </a:p>
          <a:p>
            <a:pPr marL="0" indent="457200">
              <a:buFont typeface="+mj-lt"/>
              <a:buNone/>
            </a:pPr>
            <a:r>
              <a:rPr lang="en-US" altLang="en-US"/>
              <a:t>If the characters // or /* appear inside a quoted string literal, they lose their status as non-tokens. The compiler treats them as literal characters to be printed to the screen.</a:t>
            </a:r>
            <a:endParaRPr lang="en-US" altLang="en-US"/>
          </a:p>
          <a:p>
            <a:pPr marL="0" indent="457200">
              <a:buFont typeface="+mj-lt"/>
              <a:buNone/>
            </a:pPr>
            <a:r>
              <a:rPr lang="en-US" altLang="en-US"/>
              <a:t>Eample:</a:t>
            </a:r>
            <a:endParaRPr lang="en-US" altLang="en-US"/>
          </a:p>
          <a:p>
            <a:pPr marL="0" indent="457200">
              <a:buFont typeface="+mj-lt"/>
              <a:buNone/>
            </a:pPr>
            <a:r>
              <a:rPr lang="en-US" altLang="en-US"/>
              <a:t>// This is a comment. It is deleted.</a:t>
            </a:r>
            <a:endParaRPr lang="en-US" altLang="en-US"/>
          </a:p>
          <a:p>
            <a:pPr marL="0" indent="457200">
              <a:buFont typeface="+mj-lt"/>
              <a:buNone/>
            </a:pPr>
            <a:r>
              <a:rPr lang="en-US" altLang="en-US"/>
              <a:t>    printf("Visit https://example.com or use /* block syntax */\n"); </a:t>
            </a:r>
            <a:endParaRPr lang="en-US" altLang="en-US"/>
          </a:p>
          <a:p>
            <a:pPr marL="0" indent="457200">
              <a:buFont typeface="+mj-lt"/>
              <a:buNone/>
            </a:pPr>
            <a:r>
              <a:rPr lang="en-US" altLang="en-US"/>
              <a:t>    // The symbols inside the "" are safe text, NOT comments.</a:t>
            </a:r>
            <a:endParaRPr lang="en-US" altLang="en-US"/>
          </a:p>
        </p:txBody>
      </p:sp>
      <p:sp>
        <p:nvSpPr>
          <p:cNvPr id="3" name="Title 2"/>
          <p:cNvSpPr>
            <a:spLocks noGrp="1"/>
          </p:cNvSpPr>
          <p:nvPr>
            <p:ph type="title"/>
            <p:custDataLst>
              <p:tags r:id="rId2"/>
            </p:custDataLst>
          </p:nvPr>
        </p:nvSpPr>
        <p:spPr/>
        <p:txBody>
          <a:bodyPr/>
          <a:p>
            <a:r>
              <a:rPr lang="en-US"/>
              <a:t>Edge Cases</a:t>
            </a:r>
            <a:endParaRPr 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a:xfrm>
            <a:off x="695325" y="1231900"/>
            <a:ext cx="10799445" cy="5270500"/>
          </a:xfrm>
        </p:spPr>
        <p:txBody>
          <a:bodyPr>
            <a:normAutofit lnSpcReduction="10000"/>
          </a:bodyPr>
          <a:p>
            <a:pPr marL="0" indent="0">
              <a:buNone/>
            </a:pPr>
            <a:r>
              <a:rPr lang="en-US"/>
              <a:t>3. Misconecption:</a:t>
            </a:r>
            <a:endParaRPr lang="en-US"/>
          </a:p>
          <a:p>
            <a:pPr marL="0" indent="457200">
              <a:buNone/>
            </a:pPr>
            <a:r>
              <a:rPr lang="en-US"/>
              <a:t>Typing in/**/t x; is invalid because it is  converted to in t x; leading to syntax error.</a:t>
            </a:r>
            <a:endParaRPr lang="en-US"/>
          </a:p>
          <a:p>
            <a:pPr marL="0" indent="457200">
              <a:buNone/>
            </a:pPr>
            <a:endParaRPr lang="en-US"/>
          </a:p>
          <a:p>
            <a:pPr marL="0" indent="457200">
              <a:buNone/>
            </a:pPr>
            <a:endParaRPr lang="en-US"/>
          </a:p>
          <a:p>
            <a:pPr marL="0" indent="457200">
              <a:buNone/>
            </a:pPr>
            <a:endParaRPr lang="en-US"/>
          </a:p>
          <a:p>
            <a:pPr marL="0" indent="457200">
              <a:buNone/>
            </a:pPr>
            <a:endParaRPr lang="en-US"/>
          </a:p>
        </p:txBody>
      </p:sp>
      <p:sp>
        <p:nvSpPr>
          <p:cNvPr id="3" name="Title 2"/>
          <p:cNvSpPr>
            <a:spLocks noGrp="1"/>
          </p:cNvSpPr>
          <p:nvPr>
            <p:ph type="title"/>
            <p:custDataLst>
              <p:tags r:id="rId2"/>
            </p:custDataLst>
          </p:nvPr>
        </p:nvSpPr>
        <p:spPr/>
        <p:txBody>
          <a:bodyPr/>
          <a:p>
            <a:r>
              <a:rPr lang="en-US">
                <a:sym typeface="+mn-ea"/>
              </a:rPr>
              <a:t>Edge Cases</a:t>
            </a:r>
            <a:endParaRPr lang="en-US"/>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a:xfrm>
            <a:off x="695325" y="1215390"/>
            <a:ext cx="10798810" cy="5626100"/>
          </a:xfrm>
        </p:spPr>
        <p:txBody>
          <a:bodyPr>
            <a:normAutofit lnSpcReduction="10000"/>
          </a:bodyPr>
          <a:p>
            <a:r>
              <a:rPr lang="en-US" altLang="en-US"/>
              <a:t>White space refers to any empty formatting character used to isolate code tokens from running into each other.</a:t>
            </a:r>
            <a:endParaRPr lang="en-US" altLang="en-US"/>
          </a:p>
          <a:p>
            <a:endParaRPr lang="en-US" altLang="en-US"/>
          </a:p>
          <a:p>
            <a:r>
              <a:rPr lang="en-US" altLang="en-US"/>
              <a:t>Types: Standard spaces, horizontal tabs (\t), vertical tabs (\v), form feeds (\f), and newlines (\n).</a:t>
            </a:r>
            <a:endParaRPr lang="en-US" altLang="en-US"/>
          </a:p>
          <a:p>
            <a:endParaRPr lang="en-US" altLang="en-US"/>
          </a:p>
          <a:p>
            <a:r>
              <a:rPr lang="en-US" altLang="en-US"/>
              <a:t>Free-Form Rule: </a:t>
            </a:r>
            <a:endParaRPr lang="en-US" altLang="en-US"/>
          </a:p>
          <a:p>
            <a:pPr marL="0" indent="457200">
              <a:buNone/>
            </a:pPr>
            <a:r>
              <a:rPr lang="en-US" altLang="en-US"/>
              <a:t>Because C23 uses free-form grammar, writing int x = 5; or  int    x    =    5; produces identical token streams. The extra space characters are immediately compressed and discarded.</a:t>
            </a:r>
            <a:endParaRPr lang="en-US" altLang="en-US"/>
          </a:p>
          <a:p>
            <a:pPr marL="0" indent="0">
              <a:buNone/>
            </a:pPr>
            <a:endParaRPr lang="en-US" altLang="en-US"/>
          </a:p>
        </p:txBody>
      </p:sp>
      <p:sp>
        <p:nvSpPr>
          <p:cNvPr id="3" name="Title 2"/>
          <p:cNvSpPr>
            <a:spLocks noGrp="1"/>
          </p:cNvSpPr>
          <p:nvPr>
            <p:ph type="title"/>
            <p:custDataLst>
              <p:tags r:id="rId2"/>
            </p:custDataLst>
          </p:nvPr>
        </p:nvSpPr>
        <p:spPr/>
        <p:txBody>
          <a:bodyPr/>
          <a:p>
            <a:r>
              <a:rPr lang="en-US" altLang="en-US"/>
              <a:t>Whitespace</a:t>
            </a:r>
            <a:endParaRPr lang="en-US"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p:txBody>
          <a:bodyPr/>
          <a:p>
            <a:r>
              <a:rPr lang="en-US" altLang="en-US"/>
              <a:t>White space can only sit between individual tokens. Placing a white space character inside an atomic token breaks its identity.</a:t>
            </a:r>
            <a:endParaRPr lang="en-US" altLang="en-US"/>
          </a:p>
          <a:p>
            <a:r>
              <a:rPr lang="en-US" altLang="en-US"/>
              <a:t>Example:</a:t>
            </a:r>
            <a:endParaRPr lang="en-US" altLang="en-US"/>
          </a:p>
          <a:p>
            <a:pPr marL="0" indent="457200">
              <a:buNone/>
            </a:pPr>
            <a:r>
              <a:rPr lang="en-US" altLang="en-US"/>
              <a:t>in t x = 10;      // ERROR: Breaks the keyword 'int' into 'in' and 't'</a:t>
            </a:r>
            <a:endParaRPr lang="en-US" altLang="en-US"/>
          </a:p>
          <a:p>
            <a:pPr marL="0" indent="457200">
              <a:buNone/>
            </a:pPr>
            <a:r>
              <a:rPr lang="en-US" altLang="en-US"/>
              <a:t>int my_v ar = 5;  // ERROR: Breaks the variable identifier token</a:t>
            </a:r>
            <a:endParaRPr lang="en-US" altLang="en-US"/>
          </a:p>
          <a:p>
            <a:pPr marL="0" indent="457200">
              <a:buNone/>
            </a:pPr>
            <a:r>
              <a:rPr lang="en-US" altLang="en-US"/>
              <a:t>x + = 5;          // ERROR: Breaks the compound assignment operator '+='</a:t>
            </a:r>
            <a:endParaRPr lang="en-US" altLang="en-US"/>
          </a:p>
          <a:p>
            <a:pPr marL="0" indent="457200">
              <a:buNone/>
            </a:pPr>
            <a:endParaRPr lang="en-US" altLang="en-US"/>
          </a:p>
        </p:txBody>
      </p:sp>
      <p:sp>
        <p:nvSpPr>
          <p:cNvPr id="3" name="Title 2"/>
          <p:cNvSpPr>
            <a:spLocks noGrp="1"/>
          </p:cNvSpPr>
          <p:nvPr>
            <p:ph type="title"/>
            <p:custDataLst>
              <p:tags r:id="rId2"/>
            </p:custDataLst>
          </p:nvPr>
        </p:nvSpPr>
        <p:spPr/>
        <p:txBody>
          <a:bodyPr/>
          <a:p>
            <a:r>
              <a:rPr lang="en-US"/>
              <a:t>Edge Cases</a:t>
            </a:r>
            <a:endParaRPr lang="en-US"/>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p:txBody>
          <a:bodyPr/>
          <a:p>
            <a:r>
              <a:rPr lang="en-US" altLang="en-US"/>
              <a:t>Inside an #include directive, spaces inside the angle brackets or quotes are treated literally by the operating system's file system lookup.</a:t>
            </a:r>
            <a:endParaRPr lang="en-US" altLang="en-US"/>
          </a:p>
          <a:p>
            <a:endParaRPr lang="en-US" altLang="en-US"/>
          </a:p>
          <a:p>
            <a:r>
              <a:rPr lang="en-US" altLang="en-US"/>
              <a:t>Example:</a:t>
            </a:r>
            <a:endParaRPr lang="en-US" altLang="en-US"/>
          </a:p>
          <a:p>
            <a:pPr marL="0" indent="457200">
              <a:buNone/>
            </a:pPr>
            <a:r>
              <a:rPr lang="en-US" altLang="en-US"/>
              <a:t>#include &lt; stdio.h &gt;  </a:t>
            </a:r>
            <a:endParaRPr lang="en-US" altLang="en-US"/>
          </a:p>
          <a:p>
            <a:pPr marL="0" indent="457200">
              <a:buNone/>
            </a:pPr>
            <a:r>
              <a:rPr lang="en-US" altLang="en-US"/>
              <a:t>// ERROR: The compiler looks for a file named " stdio.h " with spaces</a:t>
            </a:r>
            <a:endParaRPr lang="en-US" altLang="en-US"/>
          </a:p>
          <a:p>
            <a:pPr marL="0" indent="457200">
              <a:buNone/>
            </a:pPr>
            <a:r>
              <a:rPr lang="en-US" altLang="en-US"/>
              <a:t>#include &lt;stdio.h&gt;    // Correct</a:t>
            </a:r>
            <a:endParaRPr lang="en-US" altLang="en-US"/>
          </a:p>
          <a:p>
            <a:pPr marL="0" indent="457200">
              <a:buNone/>
            </a:pPr>
            <a:endParaRPr lang="en-US" altLang="en-US"/>
          </a:p>
        </p:txBody>
      </p:sp>
      <p:sp>
        <p:nvSpPr>
          <p:cNvPr id="3" name="Title 2"/>
          <p:cNvSpPr>
            <a:spLocks noGrp="1"/>
          </p:cNvSpPr>
          <p:nvPr>
            <p:ph type="title"/>
            <p:custDataLst>
              <p:tags r:id="rId2"/>
            </p:custDataLst>
          </p:nvPr>
        </p:nvSpPr>
        <p:spPr/>
        <p:txBody>
          <a:bodyPr/>
          <a:p>
            <a:r>
              <a:rPr lang="en-US"/>
              <a:t>Edge Cases</a:t>
            </a:r>
            <a:endParaRPr lang="en-US"/>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p:txBody>
          <a:bodyPr>
            <a:normAutofit/>
          </a:bodyPr>
          <a:p>
            <a:r>
              <a:rPr lang="en-US" altLang="en-US"/>
              <a:t>For normal C23 runtime code, a newline (\n) is treated as just another flexible piece of white space that can be freely added or removed. However, for preprocessor directives, the newline acts as an absolute, strict instruction terminator.</a:t>
            </a:r>
            <a:endParaRPr lang="en-US" altLang="en-US"/>
          </a:p>
          <a:p>
            <a:r>
              <a:rPr lang="en-US" altLang="en-US"/>
              <a:t>You cannot chain multiple preprocessor actions on the same line, even if they are completely valid standard library calls.</a:t>
            </a:r>
            <a:endParaRPr lang="en-US" altLang="en-US"/>
          </a:p>
          <a:p>
            <a:r>
              <a:rPr lang="en-US" altLang="en-US"/>
              <a:t>Example:</a:t>
            </a:r>
            <a:endParaRPr lang="en-US" altLang="en-US"/>
          </a:p>
          <a:p>
            <a:pPr marL="0" indent="457200">
              <a:buNone/>
            </a:pPr>
            <a:r>
              <a:rPr lang="en-US" altLang="en-US"/>
              <a:t>//  SYNTAX ERROR: Chaining two standard library calls in a single line</a:t>
            </a:r>
            <a:endParaRPr lang="en-US" altLang="en-US"/>
          </a:p>
          <a:p>
            <a:pPr marL="0" indent="457200">
              <a:buNone/>
            </a:pPr>
            <a:r>
              <a:rPr lang="en-US" altLang="en-US"/>
              <a:t>#include &lt;stdio.h&gt; #include &lt;stdlib.h&gt; </a:t>
            </a:r>
            <a:endParaRPr lang="en-US" altLang="en-US"/>
          </a:p>
          <a:p>
            <a:pPr marL="0" indent="457200">
              <a:buNone/>
            </a:pPr>
            <a:endParaRPr lang="en-US" altLang="en-US"/>
          </a:p>
        </p:txBody>
      </p:sp>
      <p:sp>
        <p:nvSpPr>
          <p:cNvPr id="3" name="Title 2"/>
          <p:cNvSpPr>
            <a:spLocks noGrp="1"/>
          </p:cNvSpPr>
          <p:nvPr>
            <p:ph type="title"/>
            <p:custDataLst>
              <p:tags r:id="rId2"/>
            </p:custDataLst>
          </p:nvPr>
        </p:nvSpPr>
        <p:spPr/>
        <p:txBody>
          <a:bodyPr/>
          <a:p>
            <a:r>
              <a:rPr lang="en-US"/>
              <a:t>Edge Cases</a:t>
            </a:r>
            <a:endParaRPr lang="en-US"/>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p:txBody>
          <a:bodyPr/>
          <a:p>
            <a:r>
              <a:rPr lang="en-US" altLang="en-US"/>
              <a:t>A newline is an invisible control character (\n) created every time a programmer presses Enter in a code editor.</a:t>
            </a:r>
            <a:endParaRPr lang="en-US" altLang="en-US"/>
          </a:p>
          <a:p>
            <a:r>
              <a:rPr lang="en-US" altLang="en-US"/>
              <a:t>In C23, it is classified as a non-token separator—the compiler uses it to format text visually and then completely removes it during compilation.</a:t>
            </a:r>
            <a:endParaRPr lang="en-US" altLang="en-US"/>
          </a:p>
        </p:txBody>
      </p:sp>
      <p:sp>
        <p:nvSpPr>
          <p:cNvPr id="3" name="Title 2"/>
          <p:cNvSpPr>
            <a:spLocks noGrp="1"/>
          </p:cNvSpPr>
          <p:nvPr>
            <p:ph type="title"/>
            <p:custDataLst>
              <p:tags r:id="rId2"/>
            </p:custDataLst>
          </p:nvPr>
        </p:nvSpPr>
        <p:spPr/>
        <p:txBody>
          <a:bodyPr>
            <a:normAutofit/>
          </a:bodyPr>
          <a:p>
            <a:r>
              <a:rPr lang="en-US">
                <a:sym typeface="+mn-ea"/>
              </a:rPr>
              <a:t>Newlines</a:t>
            </a:r>
            <a:endParaRPr lang="en-US"/>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p:txBody>
          <a:bodyPr/>
          <a:p>
            <a:r>
              <a:rPr lang="en-US" altLang="en-US"/>
              <a:t>Core Rules &amp; Mechanisms:</a:t>
            </a:r>
            <a:endParaRPr lang="en-US" altLang="en-US"/>
          </a:p>
          <a:p>
            <a:pPr marL="0" indent="457200">
              <a:buNone/>
            </a:pPr>
            <a:r>
              <a:rPr lang="en-US" altLang="en-US"/>
              <a:t>Free-Form Structure: Normal statements are terminated by a semicolon (;), meaning you can break core code logic across multiple vertical lines without affecting execution.</a:t>
            </a:r>
            <a:endParaRPr lang="en-US" altLang="en-US"/>
          </a:p>
          <a:p>
            <a:pPr marL="0" indent="457200">
              <a:buNone/>
            </a:pPr>
            <a:r>
              <a:rPr lang="en-US" altLang="en-US"/>
              <a:t>Directive Boundaries: For preprocessor commands (like #define or #include), a newline acts as a strict structural terminator requiring the instruction to end.</a:t>
            </a:r>
            <a:endParaRPr lang="en-US" altLang="en-US"/>
          </a:p>
          <a:p>
            <a:pPr marL="0" indent="457200">
              <a:buNone/>
            </a:pPr>
            <a:r>
              <a:rPr lang="en-US" altLang="en-US"/>
              <a:t>String Literals: Hitting Enter directly inside a standard string constant is a syntax error; developers must use the \n escape sequence to print a line break at runtime.</a:t>
            </a:r>
            <a:endParaRPr lang="en-US" altLang="en-US"/>
          </a:p>
        </p:txBody>
      </p:sp>
      <p:sp>
        <p:nvSpPr>
          <p:cNvPr id="3" name="Title 2"/>
          <p:cNvSpPr>
            <a:spLocks noGrp="1"/>
          </p:cNvSpPr>
          <p:nvPr>
            <p:ph type="title"/>
            <p:custDataLst>
              <p:tags r:id="rId2"/>
            </p:custDataLst>
          </p:nvPr>
        </p:nvSpPr>
        <p:spPr/>
        <p:txBody>
          <a:bodyPr/>
          <a:p>
            <a:r>
              <a:rPr lang="en-US"/>
              <a:t>Newlines</a:t>
            </a:r>
            <a:endParaRPr lang="en-US"/>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p:txBody>
          <a:bodyPr/>
          <a:p>
            <a:r>
              <a:rPr lang="en-US" altLang="en-US"/>
              <a:t>If a backslash (\) appears as the absolute last character of a physical line, the compiler deletes both the backslash and the newline character (\n).</a:t>
            </a:r>
            <a:endParaRPr lang="en-US" altLang="en-US"/>
          </a:p>
          <a:p>
            <a:r>
              <a:rPr lang="en-US" altLang="en-US"/>
              <a:t>The text on the line immediately below is pulled upward to fuse seamlessly with the current line. This happens rawly at the character level. The compiler doesn’t care if it cuts through a keyword, a variable name, or a string literal—it splices them anyway.</a:t>
            </a:r>
            <a:endParaRPr lang="en-US" altLang="en-US"/>
          </a:p>
        </p:txBody>
      </p:sp>
      <p:sp>
        <p:nvSpPr>
          <p:cNvPr id="3" name="Title 2"/>
          <p:cNvSpPr>
            <a:spLocks noGrp="1"/>
          </p:cNvSpPr>
          <p:nvPr>
            <p:ph type="title"/>
            <p:custDataLst>
              <p:tags r:id="rId2"/>
            </p:custDataLst>
          </p:nvPr>
        </p:nvSpPr>
        <p:spPr/>
        <p:txBody>
          <a:bodyPr/>
          <a:p>
            <a:r>
              <a:rPr lang="en-US"/>
              <a:t>Line Splicing</a:t>
            </a:r>
            <a:endParaRPr lang="en-US"/>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p:txBody>
          <a:bodyPr/>
          <a:p>
            <a:r>
              <a:rPr lang="en-US" altLang="en-US"/>
              <a:t>The Broken Splicing Trap:</a:t>
            </a:r>
            <a:endParaRPr lang="en-US" altLang="en-US"/>
          </a:p>
          <a:p>
            <a:r>
              <a:rPr lang="en-US" altLang="en-US"/>
              <a:t>This is one of the most frustrating errors in C programming. If you accidentally type a trailing space or a tab after your backslash, line splicing breaks completely.</a:t>
            </a:r>
            <a:endParaRPr lang="en-US" altLang="en-US"/>
          </a:p>
          <a:p>
            <a:pPr marL="0" indent="457200">
              <a:buNone/>
            </a:pPr>
            <a:r>
              <a:rPr lang="en-US" altLang="en-US"/>
              <a:t> printf("Hello \</a:t>
            </a:r>
            <a:r>
              <a:rPr lang="en-US" altLang="en-US">
                <a:highlight>
                  <a:srgbClr val="FFFF00"/>
                </a:highlight>
              </a:rPr>
              <a:t> </a:t>
            </a:r>
            <a:r>
              <a:rPr lang="en-US" altLang="en-US">
                <a:solidFill>
                  <a:srgbClr val="FF0000"/>
                </a:solidFill>
              </a:rPr>
              <a:t> </a:t>
            </a:r>
            <a:endParaRPr lang="en-US" altLang="en-US">
              <a:solidFill>
                <a:srgbClr val="FF0000"/>
              </a:solidFill>
            </a:endParaRPr>
          </a:p>
          <a:p>
            <a:pPr marL="0" indent="457200">
              <a:buNone/>
            </a:pPr>
            <a:r>
              <a:rPr lang="en-US" altLang="en-US"/>
              <a:t>World\n"); </a:t>
            </a:r>
            <a:endParaRPr lang="en-US" altLang="en-US"/>
          </a:p>
          <a:p>
            <a:pPr marL="342900" indent="-342900"/>
            <a:r>
              <a:rPr lang="en-US" altLang="en-US"/>
              <a:t>Conside the      as a space as i was not able highlight the space after the \ (line splicing).</a:t>
            </a:r>
            <a:endParaRPr lang="en-US" altLang="en-US"/>
          </a:p>
          <a:p>
            <a:pPr marL="342900" indent="-342900"/>
            <a:endParaRPr lang="en-US" altLang="en-US"/>
          </a:p>
          <a:p>
            <a:pPr marL="342900" indent="-342900"/>
            <a:endParaRPr lang="en-US" altLang="en-US"/>
          </a:p>
        </p:txBody>
      </p:sp>
      <p:sp>
        <p:nvSpPr>
          <p:cNvPr id="3" name="Title 2"/>
          <p:cNvSpPr>
            <a:spLocks noGrp="1"/>
          </p:cNvSpPr>
          <p:nvPr>
            <p:ph type="title"/>
            <p:custDataLst>
              <p:tags r:id="rId2"/>
            </p:custDataLst>
          </p:nvPr>
        </p:nvSpPr>
        <p:spPr/>
        <p:txBody>
          <a:bodyPr/>
          <a:p>
            <a:r>
              <a:rPr lang="en-US"/>
              <a:t>Edge Cases</a:t>
            </a:r>
            <a:endParaRPr lang="en-US"/>
          </a:p>
        </p:txBody>
      </p:sp>
      <p:sp>
        <p:nvSpPr>
          <p:cNvPr id="4" name="Rectangle 3"/>
          <p:cNvSpPr/>
          <p:nvPr/>
        </p:nvSpPr>
        <p:spPr>
          <a:xfrm>
            <a:off x="3060065" y="3530600"/>
            <a:ext cx="273685" cy="26543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 name="Rectangle 4"/>
          <p:cNvSpPr/>
          <p:nvPr/>
        </p:nvSpPr>
        <p:spPr>
          <a:xfrm>
            <a:off x="2786380" y="4718050"/>
            <a:ext cx="273685" cy="26543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p:txBody>
          <a:bodyPr/>
          <a:p>
            <a:r>
              <a:rPr lang="en-US" altLang="en-US">
                <a:sym typeface="+mn-ea"/>
              </a:rPr>
              <a:t>The above code is invalid as the resultant code is,</a:t>
            </a:r>
            <a:endParaRPr lang="en-US" altLang="en-US">
              <a:sym typeface="+mn-ea"/>
            </a:endParaRPr>
          </a:p>
          <a:p>
            <a:pPr marL="0" indent="457200">
              <a:buNone/>
            </a:pPr>
            <a:r>
              <a:rPr lang="en-US" altLang="en-US">
                <a:sym typeface="+mn-ea"/>
              </a:rPr>
              <a:t>printf("Hello </a:t>
            </a:r>
            <a:endParaRPr lang="en-US" altLang="en-US">
              <a:sym typeface="+mn-ea"/>
            </a:endParaRPr>
          </a:p>
          <a:p>
            <a:pPr marL="0" indent="457200">
              <a:buNone/>
            </a:pPr>
            <a:r>
              <a:rPr lang="en-US" altLang="en-US">
                <a:sym typeface="+mn-ea"/>
              </a:rPr>
              <a:t>World\n"); </a:t>
            </a:r>
            <a:endParaRPr lang="en-US" altLang="en-US">
              <a:sym typeface="+mn-ea"/>
            </a:endParaRPr>
          </a:p>
          <a:p>
            <a:pPr marL="342900" indent="-342900"/>
            <a:r>
              <a:rPr lang="en-US"/>
              <a:t>Which is a syntax error.</a:t>
            </a:r>
            <a:endParaRPr lang="en-US"/>
          </a:p>
          <a:p>
            <a:pPr marL="342900" indent="-342900"/>
            <a:r>
              <a:rPr lang="en-US"/>
              <a:t>What happended???</a:t>
            </a:r>
            <a:endParaRPr lang="en-US"/>
          </a:p>
          <a:p>
            <a:pPr marL="0" indent="457200">
              <a:buNone/>
            </a:pPr>
            <a:r>
              <a:rPr lang="en-US" altLang="en-US"/>
              <a:t>What happened was the line splicing saw a trailing space character immediately after the backslash instead of a physical newline, causing the splicing mechanism to fail.</a:t>
            </a:r>
            <a:endParaRPr lang="en-US" altLang="en-US"/>
          </a:p>
        </p:txBody>
      </p:sp>
      <p:sp>
        <p:nvSpPr>
          <p:cNvPr id="3" name="Title 2"/>
          <p:cNvSpPr>
            <a:spLocks noGrp="1"/>
          </p:cNvSpPr>
          <p:nvPr>
            <p:ph type="title"/>
            <p:custDataLst>
              <p:tags r:id="rId2"/>
            </p:custDataLst>
          </p:nvPr>
        </p:nvSpPr>
        <p:spPr/>
        <p:txBody>
          <a:bodyPr/>
          <a:p>
            <a:r>
              <a:rPr lang="en-US">
                <a:sym typeface="+mn-ea"/>
              </a:rPr>
              <a:t>Edge Cases</a:t>
            </a:r>
            <a:endParaRPr lang="en-US"/>
          </a:p>
        </p:txBody>
      </p:sp>
      <p:sp>
        <p:nvSpPr>
          <p:cNvPr id="4" name="Rectangle 3"/>
          <p:cNvSpPr/>
          <p:nvPr/>
        </p:nvSpPr>
        <p:spPr>
          <a:xfrm>
            <a:off x="2786380" y="1991995"/>
            <a:ext cx="273685" cy="26543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p:txBody>
          <a:bodyPr/>
          <a:p>
            <a:r>
              <a:rPr lang="en-US" altLang="en-US">
                <a:sym typeface="+mn-ea"/>
              </a:rPr>
              <a:t>The Broken Splicing Trap can be solved either by deleteing the space after the line splicing (/) or just give them both different double quotes</a:t>
            </a:r>
            <a:endParaRPr lang="en-US" altLang="en-US">
              <a:sym typeface="+mn-ea"/>
            </a:endParaRPr>
          </a:p>
          <a:p>
            <a:r>
              <a:rPr lang="en-US"/>
              <a:t>Solution:</a:t>
            </a:r>
            <a:endParaRPr lang="en-US"/>
          </a:p>
          <a:p>
            <a:pPr marL="0" indent="457200">
              <a:buNone/>
            </a:pPr>
            <a:r>
              <a:rPr lang="en-US" altLang="en-US"/>
              <a:t>printf("Hello " </a:t>
            </a:r>
            <a:endParaRPr lang="en-US" altLang="en-US"/>
          </a:p>
          <a:p>
            <a:pPr marL="0" indent="457200">
              <a:buNone/>
            </a:pPr>
            <a:r>
              <a:rPr lang="en-US" altLang="en-US"/>
              <a:t>"World");</a:t>
            </a:r>
            <a:endParaRPr lang="en-US" altLang="en-US"/>
          </a:p>
          <a:p>
            <a:pPr marL="342900" indent="-342900"/>
            <a:r>
              <a:rPr lang="en-US" altLang="en-US"/>
              <a:t>This Works completly fine.</a:t>
            </a:r>
            <a:endParaRPr lang="en-US" altLang="en-US"/>
          </a:p>
        </p:txBody>
      </p:sp>
      <p:sp>
        <p:nvSpPr>
          <p:cNvPr id="3" name="Title 2"/>
          <p:cNvSpPr>
            <a:spLocks noGrp="1"/>
          </p:cNvSpPr>
          <p:nvPr>
            <p:ph type="title"/>
            <p:custDataLst>
              <p:tags r:id="rId2"/>
            </p:custDataLst>
          </p:nvPr>
        </p:nvSpPr>
        <p:spPr/>
        <p:txBody>
          <a:bodyPr/>
          <a:p>
            <a:r>
              <a:rPr lang="en-US"/>
              <a:t>Solution</a:t>
            </a:r>
            <a:endParaRPr lang="en-US"/>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a:xfrm>
            <a:off x="695325" y="1231900"/>
            <a:ext cx="10799445" cy="5475605"/>
          </a:xfrm>
        </p:spPr>
        <p:txBody>
          <a:bodyPr>
            <a:normAutofit lnSpcReduction="20000"/>
          </a:bodyPr>
          <a:p>
            <a:r>
              <a:rPr lang="en-US" altLang="en-US"/>
              <a:t>1st Step: The compiler fuses broken lines together wherever it spots a backslash (\) at the end of a row.</a:t>
            </a:r>
            <a:endParaRPr lang="en-US" altLang="en-US"/>
          </a:p>
          <a:p>
            <a:r>
              <a:rPr lang="en-US" altLang="en-US"/>
              <a:t>2nd Step: It erases all your comments and swaps them out for a single, simple space character.</a:t>
            </a:r>
            <a:endParaRPr lang="en-US" altLang="en-US"/>
          </a:p>
          <a:p>
            <a:r>
              <a:rPr lang="en-US" altLang="en-US">
                <a:sym typeface="+mn-ea"/>
              </a:rPr>
              <a:t>3rd Step:</a:t>
            </a:r>
            <a:r>
              <a:rPr lang="en-US" altLang="en-US"/>
              <a:t>Here the Preprocessing derivatives gets executed(i.e, The #include)</a:t>
            </a:r>
            <a:endParaRPr lang="en-US" altLang="en-US"/>
          </a:p>
          <a:p>
            <a:r>
              <a:rPr lang="en-US" altLang="en-US">
                <a:sym typeface="+mn-ea"/>
              </a:rPr>
              <a:t>4th Step</a:t>
            </a:r>
            <a:r>
              <a:rPr lang="en-US" altLang="en-US"/>
              <a:t>: It uses the remaining spaces and tabs to separate your actual code words from one another.</a:t>
            </a:r>
            <a:endParaRPr lang="en-US" altLang="en-US"/>
          </a:p>
          <a:p>
            <a:r>
              <a:rPr lang="en-US" altLang="en-US"/>
              <a:t>5th Step: It completely throws away all the extra empty spaces, leaving only the pure code blocks ready to run.</a:t>
            </a:r>
            <a:endParaRPr lang="en-US" altLang="en-US"/>
          </a:p>
          <a:p>
            <a:r>
              <a:rPr lang="en-US" altLang="en-US"/>
              <a:t>Remeber the non tokens that comes under the double quotes does not follow this.</a:t>
            </a:r>
            <a:endParaRPr lang="en-US" altLang="en-US"/>
          </a:p>
        </p:txBody>
      </p:sp>
      <p:sp>
        <p:nvSpPr>
          <p:cNvPr id="3" name="Title 2"/>
          <p:cNvSpPr>
            <a:spLocks noGrp="1"/>
          </p:cNvSpPr>
          <p:nvPr>
            <p:ph type="title"/>
            <p:custDataLst>
              <p:tags r:id="rId2"/>
            </p:custDataLst>
          </p:nvPr>
        </p:nvSpPr>
        <p:spPr/>
        <p:txBody>
          <a:bodyPr/>
          <a:p>
            <a:r>
              <a:rPr lang="en-US" altLang="en-US"/>
              <a:t>How the Computer Cleans Your Code</a:t>
            </a:r>
            <a:endParaRPr lang="en-US" altLang="en-US"/>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p:txBody>
          <a:bodyPr/>
          <a:p>
            <a:r>
              <a:rPr lang="en-US" altLang="en-US"/>
              <a:t>Example:</a:t>
            </a:r>
            <a:endParaRPr lang="en-US" altLang="en-US"/>
          </a:p>
          <a:p>
            <a:pPr marL="0" indent="457200">
              <a:buNone/>
            </a:pPr>
            <a:r>
              <a:rPr lang="en-US" altLang="en-US"/>
              <a:t>// This is a comment line \</a:t>
            </a:r>
            <a:endParaRPr lang="en-US" altLang="en-US"/>
          </a:p>
          <a:p>
            <a:pPr marL="0" indent="457200">
              <a:buNone/>
            </a:pPr>
            <a:r>
              <a:rPr lang="en-US" altLang="en-US"/>
              <a:t>   critical_function();</a:t>
            </a:r>
            <a:endParaRPr lang="en-US" altLang="en-US"/>
          </a:p>
          <a:p>
            <a:pPr marL="342900" indent="-342900"/>
            <a:endParaRPr lang="en-US" altLang="en-US"/>
          </a:p>
          <a:p>
            <a:pPr marL="342900" indent="-342900"/>
            <a:r>
              <a:rPr lang="en-US" altLang="en-US"/>
              <a:t>1st Step sees: \ followed by a newline. It deletes them and merges the lines.</a:t>
            </a:r>
            <a:endParaRPr lang="en-US" altLang="en-US"/>
          </a:p>
          <a:p>
            <a:pPr marL="342900" indent="-342900"/>
            <a:r>
              <a:rPr lang="en-US" altLang="en-US"/>
              <a:t>2nd Step sees: // This is a comment line    critical_function();</a:t>
            </a:r>
            <a:endParaRPr lang="en-US" altLang="en-US"/>
          </a:p>
          <a:p>
            <a:pPr marL="342900" indent="-342900"/>
            <a:r>
              <a:rPr lang="en-US" altLang="en-US"/>
              <a:t>Result: critical_function() becomes part of the comment and is deleted. It never runs. </a:t>
            </a:r>
            <a:endParaRPr lang="en-US" altLang="en-US"/>
          </a:p>
        </p:txBody>
      </p:sp>
      <p:sp>
        <p:nvSpPr>
          <p:cNvPr id="3" name="Title 2"/>
          <p:cNvSpPr>
            <a:spLocks noGrp="1"/>
          </p:cNvSpPr>
          <p:nvPr>
            <p:ph type="title"/>
            <p:custDataLst>
              <p:tags r:id="rId2"/>
            </p:custDataLst>
          </p:nvPr>
        </p:nvSpPr>
        <p:spPr/>
        <p:txBody>
          <a:bodyPr/>
          <a:p>
            <a:r>
              <a:rPr lang="en-US"/>
              <a:t>Edge Case</a:t>
            </a:r>
            <a:endParaRPr lang="en-US"/>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custDataLst>
              <p:tags r:id="rId1"/>
            </p:custDataLst>
          </p:nvPr>
        </p:nvSpPr>
        <p:spPr/>
        <p:txBody>
          <a:bodyPr/>
          <a:p>
            <a:r>
              <a:rPr lang="en-US"/>
              <a:t>I dont know how others feel but i personally think that it is </a:t>
            </a:r>
            <a:r>
              <a:rPr lang="en-US" altLang="en-US"/>
              <a:t>absolutely</a:t>
            </a:r>
            <a:r>
              <a:rPr lang="en-US"/>
              <a:t> </a:t>
            </a:r>
            <a:r>
              <a:rPr lang="en-US" altLang="en-US"/>
              <a:t>necessary</a:t>
            </a:r>
            <a:r>
              <a:rPr lang="en-US"/>
              <a:t> to know what executes first and then what comes after. </a:t>
            </a:r>
            <a:endParaRPr lang="en-US"/>
          </a:p>
          <a:p>
            <a:r>
              <a:rPr lang="en-US"/>
              <a:t>So we can understand the code much more in detail.</a:t>
            </a:r>
            <a:endParaRPr lang="en-US"/>
          </a:p>
          <a:p>
            <a:r>
              <a:rPr lang="en-US"/>
              <a:t>Not only C but other programs also.</a:t>
            </a:r>
            <a:endParaRPr lang="en-US"/>
          </a:p>
          <a:p>
            <a:r>
              <a:rPr lang="en-US"/>
              <a:t>If anyone has disagreement please feel free to tell me why this is a bad idea.</a:t>
            </a:r>
            <a:endParaRPr lang="en-US"/>
          </a:p>
        </p:txBody>
      </p:sp>
      <p:sp>
        <p:nvSpPr>
          <p:cNvPr id="3" name="Title 2"/>
          <p:cNvSpPr>
            <a:spLocks noGrp="1"/>
          </p:cNvSpPr>
          <p:nvPr>
            <p:ph type="title"/>
            <p:custDataLst>
              <p:tags r:id="rId2"/>
            </p:custDataLst>
          </p:nvPr>
        </p:nvSpPr>
        <p:spPr/>
        <p:txBody>
          <a:bodyPr/>
          <a:p>
            <a:r>
              <a:rPr lang="en-US"/>
              <a:t>My Thoughts</a:t>
            </a:r>
            <a:endParaRPr lang="en-US"/>
          </a:p>
        </p:txBody>
      </p:sp>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lstStyle/>
          <a:p>
            <a:r>
              <a:rPr lang="en-US"/>
              <a:t>THANKS</a:t>
            </a:r>
            <a:endParaRPr lang="en-US"/>
          </a:p>
        </p:txBody>
      </p:sp>
    </p:spTree>
    <p:custDataLst>
      <p:tags r:id="rId2"/>
    </p:custDataLst>
  </p:cSld>
  <p:clrMapOvr>
    <a:masterClrMapping/>
  </p:clrMapOvr>
</p:sld>
</file>

<file path=ppt/tags/tag1.xml><?xml version="1.0" encoding="utf-8"?>
<p:tagLst xmlns:p="http://schemas.openxmlformats.org/presentationml/2006/main">
  <p:tag name="KSO_WM_CHIP_GROUPID" val="61b079fbec6ac7255f421500"/>
  <p:tag name="KSO_WM_CHIP_XID" val="61ba9ee47d221a2e4b616938"/>
  <p:tag name="KSO_WM_UNIT_DEC_AREA_ID" val="7e550972d482498fb12626ea2f5e647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faf690fb7f241758a68f8b52fe898ec"/>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BLOCK" val="0"/>
  <p:tag name="KSO_WM_UNIT_SM_LIMIT_TYPE" val="3"/>
  <p:tag name="KSO_WM_UNIT_DEC_AREA_ID" val="cf4ae649b03146c5b301ebfe215924cf"/>
  <p:tag name="KSO_WM_UNIT_DECORATE_INFO" val="{&quot;DecorateInfoH&quot;:{&quot;IsAbs&quot;:true},&quot;DecorateInfoW&quot;:{&quot;IsAbs&quot;:false},&quot;DecorateInfoX&quot;:{&quot;IsAbs&quot;:true,&quot;Pos&quot;:0},&quot;DecorateInfoY&quot;:{&quot;IsAbs&quot;:true,&quot;Pos&quot;:0},&quot;ReferentInfo&quot;:{&quot;Id&quot;:&quot;3828e15a28964cbabc2780bcdb9e7d26&quot;,&quot;X&quot;:{&quot;Pos&quot;:0},&quot;Y&quot;:{&quot;Pos&quot;:2}},&quot;whChangeMode&quot;:0}"/>
  <p:tag name="KSO_WM_CHIP_GROUPID" val="61512f1ed3dcef8fee32c219"/>
  <p:tag name="KSO_WM_CHIP_XID" val="61512f1ed3dcef8fee32c21a"/>
  <p:tag name="KSO_WM_CHIP_FILLAREA_FILL_RULE" val="{&quot;fill_align&quot;:&quot;lm&quot;,&quot;fill_mode&quot;:&quot;adaptive&quot;,&quot;sacle_strategy&quot;:&quot;smart&quot;}"/>
  <p:tag name="KSO_WM_UNIT_DEC_SUPPORTCHANGEPIC" val="0"/>
  <p:tag name="KSO_WM_UNIT_DEC_CHANGEPICRESERVED" val="0"/>
  <p:tag name="KSO_WM_ASSEMBLE_CHIP_INDEX" val="3725af9dd47d40bb8d9d9646fbde2227"/>
  <p:tag name="KSO_WM_UNIT_LINE_FORE_SCHEMECOLOR_INDEX_BRIGHTNESS" val="0"/>
  <p:tag name="KSO_WM_UNIT_LINE_FORE_SCHEMECOLOR_INDEX" val="5"/>
  <p:tag name="KSO_WM_UNIT_LINE_FILL_TYPE" val="2"/>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2.xml><?xml version="1.0" encoding="utf-8"?>
<p:tagLst xmlns:p="http://schemas.openxmlformats.org/presentationml/2006/main">
  <p:tag name="KSO_WM_CHIP_GROUPID" val="61b079fbec6ac7255f421500"/>
  <p:tag name="KSO_WM_CHIP_XID" val="61ba9ee47d221a2e4b616934"/>
  <p:tag name="KSO_WM_UNIT_DEC_AREA_ID" val="b39958a2a4f24f64afb5f0635558f748"/>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25828449f742fca68904e5c379cf71"/>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13.xml><?xml version="1.0" encoding="utf-8"?>
<p:tagLst xmlns:p="http://schemas.openxmlformats.org/presentationml/2006/main">
  <p:tag name="KSO_WM_UNIT_ISCONTENTSTITLE" val="1"/>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7.xml><?xml version="1.0" encoding="utf-8"?>
<p:tagLst xmlns:p="http://schemas.openxmlformats.org/presentationml/2006/main">
  <p:tag name="KSO_WM_UNIT_BLOCK" val="0"/>
  <p:tag name="KSO_WM_UNIT_DEC_AREA_ID" val="7988d07337444d14a4e191ce204a50c8"/>
  <p:tag name="KSO_WM_CHIP_GROUPID" val="619326cc18adb49c6c1f3ec4"/>
  <p:tag name="KSO_WM_CHIP_XID" val="6193567418adb49c6c1f40cc"/>
  <p:tag name="KSO_WM_CHIP_FILLAREA_FILL_RULE" val="{&quot;fill_align&quot;:&quot;cm&quot;,&quot;fill_mode&quot;:&quot;fix&quot;,&quot;sacle_strategy&quot;:&quot;stretch&quot;}"/>
  <p:tag name="KSO_WM_UNIT_DEC_SUPPORTCHANGEPIC" val="0"/>
  <p:tag name="KSO_WM_UNIT_DEC_CHANGEPICRESERVED" val="0"/>
  <p:tag name="KSO_WM_ASSEMBLE_CHIP_INDEX" val="ef0309f7b3e84234a7d92a05a4095e78"/>
  <p:tag name="KSO_WM_UNIT_LINE_FORE_SCHEMECOLOR_INDEX_BRIGHTNESS" val="0"/>
  <p:tag name="KSO_WM_UNIT_LINE_FORE_SCHEMECOLOR_INDEX" val="5"/>
  <p:tag name="KSO_WM_UNIT_LINE_FILL_TYPE" val="2"/>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18.xml><?xml version="1.0" encoding="utf-8"?>
<p:tagLst xmlns:p="http://schemas.openxmlformats.org/presentationml/2006/main">
  <p:tag name="KSO_WM_UNIT_BLOCK" val="0"/>
  <p:tag name="KSO_WM_UNIT_DEC_AREA_ID" val="31d850425c1e4bf6a67284365ee311e3"/>
  <p:tag name="KSO_WM_CHIP_GROUPID" val="619326cc18adb49c6c1f3ec4"/>
  <p:tag name="KSO_WM_CHIP_XID" val="6193567418adb49c6c1f40cc"/>
  <p:tag name="KSO_WM_CHIP_FILLAREA_FILL_RULE" val="{&quot;fill_align&quot;:&quot;cm&quot;,&quot;fill_mode&quot;:&quot;fix&quot;,&quot;sacle_strategy&quot;:&quot;stretch&quot;}"/>
  <p:tag name="KSO_WM_UNIT_DEC_SUPPORTCHANGEPIC" val="0"/>
  <p:tag name="KSO_WM_UNIT_DEC_CHANGEPICRESERVED" val="0"/>
  <p:tag name="KSO_WM_ASSEMBLE_CHIP_INDEX" val="ef0309f7b3e84234a7d92a05a4095e78"/>
  <p:tag name="KSO_WM_UNIT_LINE_FORE_SCHEMECOLOR_INDEX_BRIGHTNESS" val="-0.25"/>
  <p:tag name="KSO_WM_UNIT_LINE_FORE_SCHEMECOLOR_INDEX" val="5"/>
  <p:tag name="KSO_WM_UNIT_LINE_FILL_TYPE" val="2"/>
  <p:tag name="KSO_WM_UNIT_HIGHLIGHT" val="0"/>
  <p:tag name="KSO_WM_UNIT_COMPATIBLE" val="0"/>
  <p:tag name="KSO_WM_UNIT_DIAGRAM_ISNUMVISUAL" val="0"/>
  <p:tag name="KSO_WM_UNIT_DIAGRAM_ISREFERUNIT" val="0"/>
  <p:tag name="KSO_WM_UNIT_TYPE" val="i"/>
  <p:tag name="KSO_WM_UNIT_INDEX" val="3"/>
  <p:tag name="KSO_WM_UNIT_ID" val="_3*i*3"/>
  <p:tag name="KSO_WM_UNIT_LAYERLEVEL" val="1"/>
  <p:tag name="KSO_WM_TAG_VERSION" val="3.0"/>
  <p:tag name="KSO_WM_BEAUTIFY_FLAG" val="#wm#"/>
</p:tagLst>
</file>

<file path=ppt/tags/tag19.xml><?xml version="1.0" encoding="utf-8"?>
<p:tagLst xmlns:p="http://schemas.openxmlformats.org/presentationml/2006/main">
  <p:tag name="KSO_WM_CHIP_GROUPID" val="61b079fbec6ac7255f421500"/>
  <p:tag name="KSO_WM_CHIP_XID" val="61ba9ee47d221a2e4b616936"/>
  <p:tag name="KSO_WM_UNIT_DEC_AREA_ID" val="6027ff8d091748a888d8de26b33f10bb"/>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5d6ed59088464dfd8fbee815e0e470e4"/>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2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21.xml><?xml version="1.0" encoding="utf-8"?>
<p:tagLst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2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2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1.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3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33.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3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3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0.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55.xml><?xml version="1.0" encoding="utf-8"?>
<p:tagLst xmlns:p="http://schemas.openxmlformats.org/presentationml/2006/main">
  <p:tag name="KSO_WM_CHIP_GROUPID" val="61b079fbec6ac7255f421500"/>
  <p:tag name="KSO_WM_CHIP_XID" val="61ba9ee47d221a2e4b616938"/>
  <p:tag name="KSO_WM_UNIT_DEC_AREA_ID" val="7e550972d482498fb12626ea2f5e647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faf690fb7f241758a68f8b52fe898ec"/>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5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5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0.xml><?xml version="1.0" encoding="utf-8"?>
<p:tagLst xmlns:p="http://schemas.openxmlformats.org/presentationml/2006/main">
  <p:tag name="KSO_WM_UNIT_BLOCK" val="0"/>
  <p:tag name="KSO_WM_UNIT_SM_LIMIT_TYPE" val="3"/>
  <p:tag name="KSO_WM_UNIT_DEC_AREA_ID" val="cf4ae649b03146c5b301ebfe215924cf"/>
  <p:tag name="KSO_WM_UNIT_DECORATE_INFO" val="{&quot;DecorateInfoH&quot;:{&quot;IsAbs&quot;:true},&quot;DecorateInfoW&quot;:{&quot;IsAbs&quot;:false},&quot;DecorateInfoX&quot;:{&quot;IsAbs&quot;:true,&quot;Pos&quot;:0},&quot;DecorateInfoY&quot;:{&quot;IsAbs&quot;:true,&quot;Pos&quot;:0},&quot;ReferentInfo&quot;:{&quot;Id&quot;:&quot;3828e15a28964cbabc2780bcdb9e7d26&quot;,&quot;X&quot;:{&quot;Pos&quot;:0},&quot;Y&quot;:{&quot;Pos&quot;:2}},&quot;whChangeMode&quot;:0}"/>
  <p:tag name="KSO_WM_CHIP_GROUPID" val="61512f1ed3dcef8fee32c219"/>
  <p:tag name="KSO_WM_CHIP_XID" val="61512f1ed3dcef8fee32c21a"/>
  <p:tag name="KSO_WM_CHIP_FILLAREA_FILL_RULE" val="{&quot;fill_align&quot;:&quot;lm&quot;,&quot;fill_mode&quot;:&quot;adaptive&quot;,&quot;sacle_strategy&quot;:&quot;smart&quot;}"/>
  <p:tag name="KSO_WM_UNIT_DEC_SUPPORTCHANGEPIC" val="0"/>
  <p:tag name="KSO_WM_UNIT_DEC_CHANGEPICRESERVED" val="0"/>
  <p:tag name="KSO_WM_ASSEMBLE_CHIP_INDEX" val="3725af9dd47d40bb8d9d9646fbde2227"/>
  <p:tag name="KSO_WM_UNIT_LINE_FORE_SCHEMECOLOR_INDEX_BRIGHTNESS" val="0"/>
  <p:tag name="KSO_WM_UNIT_LINE_FORE_SCHEMECOLOR_INDEX" val="5"/>
  <p:tag name="KSO_WM_UNIT_LINE_FILL_TYPE" val="2"/>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6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1"/>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3469"/>
</p:tagLst>
</file>

<file path=ppt/tags/tag62.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VALUE" val="35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3469"/>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6.xml><?xml version="1.0" encoding="utf-8"?>
<p:tagLst xmlns:p="http://schemas.openxmlformats.org/presentationml/2006/main">
  <p:tag name="KSO_WM_TEMPLATE_THUMBS_INDEX" val="1、9"/>
  <p:tag name="KSO_WM_SPECIAL_SOURCE" val="bdnull"/>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69"/>
</p:tagLst>
</file>

<file path=ppt/tags/tag67.xml><?xml version="1.0" encoding="utf-8"?>
<p:tagLst xmlns:p="http://schemas.openxmlformats.org/presentationml/2006/mai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469_1*a*1"/>
  <p:tag name="KSO_WM_TEMPLATE_CATEGORY" val="custom"/>
  <p:tag name="KSO_WM_TEMPLATE_INDEX" val="20233469"/>
  <p:tag name="KSO_WM_UNIT_LAYERLEVEL" val="1"/>
  <p:tag name="KSO_WM_TAG_VERSION" val="3.0"/>
  <p:tag name="KSO_WM_BEAUTIFY_FLAG" val="#wm#"/>
  <p:tag name="KSO_WM_UNIT_PRESET_TEXT" val="Click to add title"/>
</p:tagLst>
</file>

<file path=ppt/tags/tag68.xml><?xml version="1.0" encoding="utf-8"?>
<p:tagLst xmlns:p="http://schemas.openxmlformats.org/presentationml/2006/main">
  <p:tag name="KSO_WM_TEMPLATE_THUMBS_INDEX" val="1、9"/>
  <p:tag name="KSO_WM_SPECIAL_SOURCE" val="bdnull"/>
  <p:tag name="KSO_WM_SLIDE_ID" val="custom20233469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3469"/>
  <p:tag name="KSO_WM_SLIDE_LAYOUT" val="a"/>
  <p:tag name="KSO_WM_SLIDE_LAYOUT_CNT" val="1"/>
</p:tagLst>
</file>

<file path=ppt/tags/tag69.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7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33469"/>
</p:tagLst>
</file>

<file path=ppt/tags/tag7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7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33469"/>
</p:tagLst>
</file>

<file path=ppt/tags/tag7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7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33469"/>
</p:tagLst>
</file>

<file path=ppt/tags/tag7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7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33469"/>
</p:tagLst>
</file>

<file path=ppt/tags/tag8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8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33469"/>
</p:tagLst>
</file>

<file path=ppt/tags/tag8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8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33469"/>
</p:tagLst>
</file>

<file path=ppt/tags/tag8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8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33469"/>
</p:tagLst>
</file>

<file path=ppt/tags/tag9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33469"/>
</p:tagLst>
</file>

<file path=ppt/tags/tag9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33469"/>
</p:tagLst>
</file>

<file path=ppt/tags/tag9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33469"/>
</p:tagLst>
</file>

<file path=ppt/tags/tag99.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33469"/>
</p:tagLst>
</file>

<file path=ppt/tags/tag10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4.xml><?xml version="1.0" encoding="utf-8"?>
<p:tagLst xmlns:p="http://schemas.openxmlformats.org/presentationml/2006/main">
  <p:tag name="KSO_WM_BEAUTIFY_FLAG" val="#wm#"/>
  <p:tag name="KSO_WM_TEMPLATE_CATEGORY" val="custom"/>
  <p:tag name="KSO_WM_TEMPLATE_INDEX" val="20233469"/>
</p:tagLst>
</file>

<file path=ppt/tags/tag10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7.xml><?xml version="1.0" encoding="utf-8"?>
<p:tagLst xmlns:p="http://schemas.openxmlformats.org/presentationml/2006/main">
  <p:tag name="KSO_WM_BEAUTIFY_FLAG" val="#wm#"/>
  <p:tag name="KSO_WM_TEMPLATE_CATEGORY" val="custom"/>
  <p:tag name="KSO_WM_TEMPLATE_INDEX" val="20233469"/>
</p:tagLst>
</file>

<file path=ppt/tags/tag10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10.xml><?xml version="1.0" encoding="utf-8"?>
<p:tagLst xmlns:p="http://schemas.openxmlformats.org/presentationml/2006/main">
  <p:tag name="KSO_WM_BEAUTIFY_FLAG" val="#wm#"/>
  <p:tag name="KSO_WM_TEMPLATE_CATEGORY" val="custom"/>
  <p:tag name="KSO_WM_TEMPLATE_INDEX" val="20233469"/>
</p:tagLst>
</file>

<file path=ppt/tags/tag11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1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13.xml><?xml version="1.0" encoding="utf-8"?>
<p:tagLst xmlns:p="http://schemas.openxmlformats.org/presentationml/2006/main">
  <p:tag name="KSO_WM_BEAUTIFY_FLAG" val="#wm#"/>
  <p:tag name="KSO_WM_TEMPLATE_CATEGORY" val="custom"/>
  <p:tag name="KSO_WM_TEMPLATE_INDEX" val="20233469"/>
</p:tagLst>
</file>

<file path=ppt/tags/tag11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1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16.xml><?xml version="1.0" encoding="utf-8"?>
<p:tagLst xmlns:p="http://schemas.openxmlformats.org/presentationml/2006/main">
  <p:tag name="KSO_WM_BEAUTIFY_FLAG" val="#wm#"/>
  <p:tag name="KSO_WM_TEMPLATE_CATEGORY" val="custom"/>
  <p:tag name="KSO_WM_TEMPLATE_INDEX" val="20233469"/>
</p:tagLst>
</file>

<file path=ppt/tags/tag11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1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19.xml><?xml version="1.0" encoding="utf-8"?>
<p:tagLst xmlns:p="http://schemas.openxmlformats.org/presentationml/2006/main">
  <p:tag name="KSO_WM_BEAUTIFY_FLAG" val="#wm#"/>
  <p:tag name="KSO_WM_TEMPLATE_CATEGORY" val="custom"/>
  <p:tag name="KSO_WM_TEMPLATE_INDEX" val="20233469"/>
</p:tagLst>
</file>

<file path=ppt/tags/tag12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2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22.xml><?xml version="1.0" encoding="utf-8"?>
<p:tagLst xmlns:p="http://schemas.openxmlformats.org/presentationml/2006/main">
  <p:tag name="KSO_WM_BEAUTIFY_FLAG" val="#wm#"/>
  <p:tag name="KSO_WM_TEMPLATE_CATEGORY" val="custom"/>
  <p:tag name="KSO_WM_TEMPLATE_INDEX" val="20233469"/>
</p:tagLst>
</file>

<file path=ppt/tags/tag12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2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25.xml><?xml version="1.0" encoding="utf-8"?>
<p:tagLst xmlns:p="http://schemas.openxmlformats.org/presentationml/2006/main">
  <p:tag name="KSO_WM_BEAUTIFY_FLAG" val="#wm#"/>
  <p:tag name="KSO_WM_TEMPLATE_CATEGORY" val="custom"/>
  <p:tag name="KSO_WM_TEMPLATE_INDEX" val="20233469"/>
</p:tagLst>
</file>

<file path=ppt/tags/tag126.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33469_9*a*1"/>
  <p:tag name="KSO_WM_TEMPLATE_CATEGORY" val="custom"/>
  <p:tag name="KSO_WM_TEMPLATE_INDEX" val="20233469"/>
  <p:tag name="KSO_WM_UNIT_LAYERLEVEL" val="1"/>
  <p:tag name="KSO_WM_TAG_VERSION" val="3.0"/>
  <p:tag name="KSO_WM_BEAUTIFY_FLAG" val="#wm#"/>
  <p:tag name="KSO_WM_UNIT_PRESET_TEXT" val="THANKS"/>
</p:tagLst>
</file>

<file path=ppt/tags/tag127.xml><?xml version="1.0" encoding="utf-8"?>
<p:tagLst xmlns:p="http://schemas.openxmlformats.org/presentationml/2006/main">
  <p:tag name="KSO_WM_SPECIAL_SOURCE" val="bdnull"/>
  <p:tag name="KSO_WM_SLIDE_ID" val="custom20233469_9"/>
  <p:tag name="KSO_WM_TEMPLATE_SUBCATEGORY" val="29"/>
  <p:tag name="KSO_WM_TEMPLATE_MASTER_TYPE" val="0"/>
  <p:tag name="KSO_WM_TEMPLATE_COLOR_TYPE" val="0"/>
  <p:tag name="KSO_WM_SLIDE_TYPE" val="endPage"/>
  <p:tag name="KSO_WM_SLIDE_SUBTYPE" val="pureTxt"/>
  <p:tag name="KSO_WM_SLIDE_ITEM_CNT" val="0"/>
  <p:tag name="KSO_WM_SLIDE_INDEX" val="9"/>
  <p:tag name="KSO_WM_TAG_VERSION" val="3.0"/>
  <p:tag name="KSO_WM_BEAUTIFY_FLAG" val="#wm#"/>
  <p:tag name="KSO_WM_TEMPLATE_CATEGORY" val="custom"/>
  <p:tag name="KSO_WM_TEMPLATE_INDEX" val="20233469"/>
  <p:tag name="KSO_WM_SLIDE_LAYOUT" val="a"/>
  <p:tag name="KSO_WM_SLIDE_LAYOUT_CNT" val="1"/>
</p:tagLst>
</file>

<file path=ppt/theme/theme1.xml><?xml version="1.0" encoding="utf-8"?>
<a:theme xmlns:a="http://schemas.openxmlformats.org/drawingml/2006/main" name="Office Theme">
  <a:themeElements>
    <a:clrScheme name="自定义 2769">
      <a:dk1>
        <a:srgbClr val="000000"/>
      </a:dk1>
      <a:lt1>
        <a:srgbClr val="FFFFFF"/>
      </a:lt1>
      <a:dk2>
        <a:srgbClr val="070B13"/>
      </a:dk2>
      <a:lt2>
        <a:srgbClr val="FFFFFF"/>
      </a:lt2>
      <a:accent1>
        <a:srgbClr val="486AB6"/>
      </a:accent1>
      <a:accent2>
        <a:srgbClr val="6360A4"/>
      </a:accent2>
      <a:accent3>
        <a:srgbClr val="684F89"/>
      </a:accent3>
      <a:accent4>
        <a:srgbClr val="74497C"/>
      </a:accent4>
      <a:accent5>
        <a:srgbClr val="7B426F"/>
      </a:accent5>
      <a:accent6>
        <a:srgbClr val="7E4162"/>
      </a:accent6>
      <a:hlink>
        <a:srgbClr val="304FFE"/>
      </a:hlink>
      <a:folHlink>
        <a:srgbClr val="492067"/>
      </a:folHlink>
    </a:clrScheme>
    <a:fontScheme name="字体-立体">
      <a:majorFont>
        <a:latin typeface="Nunito Sans ExtraBold"/>
        <a:ea typeface="Nunito Sans ExtraBold"/>
        <a:cs typeface=""/>
      </a:majorFont>
      <a:minorFont>
        <a:latin typeface="Nunito Sans"/>
        <a:ea typeface="Nunito San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7112</Words>
  <Application>WPS Presentation</Application>
  <PresentationFormat>Widescreen</PresentationFormat>
  <Paragraphs>170</Paragraphs>
  <Slides>21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Arial</vt:lpstr>
      <vt:lpstr>SimSun</vt:lpstr>
      <vt:lpstr>Wingdings</vt:lpstr>
      <vt:lpstr>Nunito Sans ExtraBold</vt:lpstr>
      <vt:lpstr>Microsoft YaHei</vt:lpstr>
      <vt:lpstr>Arial Unicode MS</vt:lpstr>
      <vt:lpstr>Calibri</vt:lpstr>
      <vt:lpstr>Nunito Sans</vt:lpstr>
      <vt:lpstr>Office Theme</vt:lpstr>
      <vt:lpstr>NON TOKENS</vt:lpstr>
      <vt:lpstr>Definition</vt:lpstr>
      <vt:lpstr>Comments</vt:lpstr>
      <vt:lpstr>Types of Comments</vt:lpstr>
      <vt:lpstr>Edge cases</vt:lpstr>
      <vt:lpstr>PowerPoint 演示文稿</vt:lpstr>
      <vt:lpstr>PowerPoint 演示文稿</vt:lpstr>
      <vt:lpstr>Whitespace</vt:lpstr>
      <vt:lpstr>PowerPoint 演示文稿</vt:lpstr>
      <vt:lpstr>PowerPoint 演示文稿</vt:lpstr>
      <vt:lpstr>PowerPoint 演示文稿</vt:lpstr>
      <vt:lpstr>Newlines</vt:lpstr>
      <vt:lpstr>Newlines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TOKENS</dc:title>
  <dc:creator/>
  <cp:lastModifiedBy>chatbotislive</cp:lastModifiedBy>
  <cp:revision>26</cp:revision>
  <dcterms:created xsi:type="dcterms:W3CDTF">2026-09-11T14:08:00Z</dcterms:created>
  <dcterms:modified xsi:type="dcterms:W3CDTF">2026-09-19T16:07:42Z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CA570313E03A46C5A3EF50E3433A9B78_12</vt:lpwstr>
  </property>
</Properties>
</file>