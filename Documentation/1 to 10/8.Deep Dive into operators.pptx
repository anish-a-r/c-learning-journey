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4.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handoutMaster" Target="handoutMasters/handoutMaster1.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4" Type="http://schemas.openxmlformats.org/officeDocument/2006/relationships/image" Target="../media/image1.png"/><Relationship Id="rId73" Type="http://schemas.openxmlformats.org/officeDocument/2006/relationships/tags" Target="../tags/tag72.xml"/><Relationship Id="rId72" Type="http://schemas.openxmlformats.org/officeDocument/2006/relationships/tags" Target="../tags/tag71.xml"/><Relationship Id="rId71" Type="http://schemas.openxmlformats.org/officeDocument/2006/relationships/tags" Target="../tags/tag70.xml"/><Relationship Id="rId70" Type="http://schemas.openxmlformats.org/officeDocument/2006/relationships/tags" Target="../tags/tag69.xml"/><Relationship Id="rId7" Type="http://schemas.openxmlformats.org/officeDocument/2006/relationships/tags" Target="../tags/tag6.xml"/><Relationship Id="rId69" Type="http://schemas.openxmlformats.org/officeDocument/2006/relationships/tags" Target="../tags/tag68.xml"/><Relationship Id="rId68" Type="http://schemas.openxmlformats.org/officeDocument/2006/relationships/tags" Target="../tags/tag67.xml"/><Relationship Id="rId67" Type="http://schemas.openxmlformats.org/officeDocument/2006/relationships/tags" Target="../tags/tag66.xml"/><Relationship Id="rId66" Type="http://schemas.openxmlformats.org/officeDocument/2006/relationships/tags" Target="../tags/tag65.xml"/><Relationship Id="rId65" Type="http://schemas.openxmlformats.org/officeDocument/2006/relationships/tags" Target="../tags/tag64.xml"/><Relationship Id="rId64" Type="http://schemas.openxmlformats.org/officeDocument/2006/relationships/tags" Target="../tags/tag63.xml"/><Relationship Id="rId63" Type="http://schemas.openxmlformats.org/officeDocument/2006/relationships/tags" Target="../tags/tag62.xml"/><Relationship Id="rId62" Type="http://schemas.openxmlformats.org/officeDocument/2006/relationships/tags" Target="../tags/tag61.xml"/><Relationship Id="rId61" Type="http://schemas.openxmlformats.org/officeDocument/2006/relationships/tags" Target="../tags/tag60.xml"/><Relationship Id="rId60" Type="http://schemas.openxmlformats.org/officeDocument/2006/relationships/tags" Target="../tags/tag59.xml"/><Relationship Id="rId6" Type="http://schemas.openxmlformats.org/officeDocument/2006/relationships/tags" Target="../tags/tag5.xml"/><Relationship Id="rId59" Type="http://schemas.openxmlformats.org/officeDocument/2006/relationships/tags" Target="../tags/tag58.xml"/><Relationship Id="rId58" Type="http://schemas.openxmlformats.org/officeDocument/2006/relationships/tags" Target="../tags/tag57.xml"/><Relationship Id="rId57" Type="http://schemas.openxmlformats.org/officeDocument/2006/relationships/tags" Target="../tags/tag56.xml"/><Relationship Id="rId56" Type="http://schemas.openxmlformats.org/officeDocument/2006/relationships/tags" Target="../tags/tag55.xml"/><Relationship Id="rId55" Type="http://schemas.openxmlformats.org/officeDocument/2006/relationships/tags" Target="../tags/tag54.xml"/><Relationship Id="rId54" Type="http://schemas.openxmlformats.org/officeDocument/2006/relationships/tags" Target="../tags/tag53.xml"/><Relationship Id="rId53" Type="http://schemas.openxmlformats.org/officeDocument/2006/relationships/tags" Target="../tags/tag52.xml"/><Relationship Id="rId52" Type="http://schemas.openxmlformats.org/officeDocument/2006/relationships/tags" Target="../tags/tag51.xml"/><Relationship Id="rId51" Type="http://schemas.openxmlformats.org/officeDocument/2006/relationships/tags" Target="../tags/tag50.xml"/><Relationship Id="rId50" Type="http://schemas.openxmlformats.org/officeDocument/2006/relationships/tags" Target="../tags/tag49.xml"/><Relationship Id="rId5" Type="http://schemas.openxmlformats.org/officeDocument/2006/relationships/tags" Target="../tags/tag4.xml"/><Relationship Id="rId49" Type="http://schemas.openxmlformats.org/officeDocument/2006/relationships/tags" Target="../tags/tag48.xml"/><Relationship Id="rId48" Type="http://schemas.openxmlformats.org/officeDocument/2006/relationships/tags" Target="../tags/tag47.xml"/><Relationship Id="rId47" Type="http://schemas.openxmlformats.org/officeDocument/2006/relationships/tags" Target="../tags/tag46.xml"/><Relationship Id="rId46" Type="http://schemas.openxmlformats.org/officeDocument/2006/relationships/tags" Target="../tags/tag45.xml"/><Relationship Id="rId45" Type="http://schemas.openxmlformats.org/officeDocument/2006/relationships/tags" Target="../tags/tag44.xml"/><Relationship Id="rId44" Type="http://schemas.openxmlformats.org/officeDocument/2006/relationships/tags" Target="../tags/tag43.xml"/><Relationship Id="rId43" Type="http://schemas.openxmlformats.org/officeDocument/2006/relationships/tags" Target="../tags/tag42.xml"/><Relationship Id="rId42" Type="http://schemas.openxmlformats.org/officeDocument/2006/relationships/tags" Target="../tags/tag41.xml"/><Relationship Id="rId41" Type="http://schemas.openxmlformats.org/officeDocument/2006/relationships/tags" Target="../tags/tag40.xml"/><Relationship Id="rId40" Type="http://schemas.openxmlformats.org/officeDocument/2006/relationships/tags" Target="../tags/tag39.xml"/><Relationship Id="rId4" Type="http://schemas.openxmlformats.org/officeDocument/2006/relationships/tags" Target="../tags/tag3.xml"/><Relationship Id="rId39" Type="http://schemas.openxmlformats.org/officeDocument/2006/relationships/tags" Target="../tags/tag38.xml"/><Relationship Id="rId38" Type="http://schemas.openxmlformats.org/officeDocument/2006/relationships/tags" Target="../tags/tag37.xml"/><Relationship Id="rId37" Type="http://schemas.openxmlformats.org/officeDocument/2006/relationships/tags" Target="../tags/tag36.xml"/><Relationship Id="rId36" Type="http://schemas.openxmlformats.org/officeDocument/2006/relationships/tags" Target="../tags/tag35.xml"/><Relationship Id="rId35" Type="http://schemas.openxmlformats.org/officeDocument/2006/relationships/tags" Target="../tags/tag34.xml"/><Relationship Id="rId34" Type="http://schemas.openxmlformats.org/officeDocument/2006/relationships/tags" Target="../tags/tag33.xml"/><Relationship Id="rId33" Type="http://schemas.openxmlformats.org/officeDocument/2006/relationships/tags" Target="../tags/tag32.xml"/><Relationship Id="rId32" Type="http://schemas.openxmlformats.org/officeDocument/2006/relationships/tags" Target="../tags/tag31.xml"/><Relationship Id="rId31" Type="http://schemas.openxmlformats.org/officeDocument/2006/relationships/tags" Target="../tags/tag30.xml"/><Relationship Id="rId30" Type="http://schemas.openxmlformats.org/officeDocument/2006/relationships/tags" Target="../tags/tag29.xml"/><Relationship Id="rId3" Type="http://schemas.openxmlformats.org/officeDocument/2006/relationships/tags" Target="../tags/tag2.xml"/><Relationship Id="rId29" Type="http://schemas.openxmlformats.org/officeDocument/2006/relationships/tags" Target="../tags/tag28.xml"/><Relationship Id="rId28" Type="http://schemas.openxmlformats.org/officeDocument/2006/relationships/tags" Target="../tags/tag27.xml"/><Relationship Id="rId27" Type="http://schemas.openxmlformats.org/officeDocument/2006/relationships/tags" Target="../tags/tag26.xml"/><Relationship Id="rId26" Type="http://schemas.openxmlformats.org/officeDocument/2006/relationships/tags" Target="../tags/tag25.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atin typeface="Arial" panose="020B0604020202020204" pitchFamily="34" charset="0"/>
              <a:sym typeface="Arial" panose="020B0604020202020204" pitchFamily="34" charset="0"/>
            </a:endParaRPr>
          </a:p>
        </p:txBody>
      </p:sp>
      <p:cxnSp>
        <p:nvCxnSpPr>
          <p:cNvPr id="529" name="直接连接符 528"/>
          <p:cNvCxnSpPr/>
          <p:nvPr>
            <p:custDataLst>
              <p:tags r:id="rId3"/>
            </p:custDataLst>
          </p:nvPr>
        </p:nvCxnSpPr>
        <p:spPr>
          <a:xfrm rot="5400000">
            <a:off x="8396856"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0" name="直接连接符 529"/>
          <p:cNvCxnSpPr/>
          <p:nvPr>
            <p:custDataLst>
              <p:tags r:id="rId4"/>
            </p:custDataLst>
          </p:nvPr>
        </p:nvCxnSpPr>
        <p:spPr>
          <a:xfrm rot="5400000">
            <a:off x="8045230"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1" name="直接连接符 530"/>
          <p:cNvCxnSpPr/>
          <p:nvPr>
            <p:custDataLst>
              <p:tags r:id="rId5"/>
            </p:custDataLst>
          </p:nvPr>
        </p:nvCxnSpPr>
        <p:spPr>
          <a:xfrm rot="5400000">
            <a:off x="7693603"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2" name="直接连接符 531"/>
          <p:cNvCxnSpPr/>
          <p:nvPr>
            <p:custDataLst>
              <p:tags r:id="rId6"/>
            </p:custDataLst>
          </p:nvPr>
        </p:nvCxnSpPr>
        <p:spPr>
          <a:xfrm rot="5400000">
            <a:off x="7341977"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3" name="直接连接符 532"/>
          <p:cNvCxnSpPr/>
          <p:nvPr>
            <p:custDataLst>
              <p:tags r:id="rId7"/>
            </p:custDataLst>
          </p:nvPr>
        </p:nvCxnSpPr>
        <p:spPr>
          <a:xfrm rot="5400000">
            <a:off x="6990351"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4" name="直接连接符 533"/>
          <p:cNvCxnSpPr/>
          <p:nvPr>
            <p:custDataLst>
              <p:tags r:id="rId8"/>
            </p:custDataLst>
          </p:nvPr>
        </p:nvCxnSpPr>
        <p:spPr>
          <a:xfrm rot="5400000">
            <a:off x="6638724"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5" name="直接连接符 534"/>
          <p:cNvCxnSpPr/>
          <p:nvPr>
            <p:custDataLst>
              <p:tags r:id="rId9"/>
            </p:custDataLst>
          </p:nvPr>
        </p:nvCxnSpPr>
        <p:spPr>
          <a:xfrm rot="5400000">
            <a:off x="6287098"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6" name="直接连接符 535"/>
          <p:cNvCxnSpPr/>
          <p:nvPr>
            <p:custDataLst>
              <p:tags r:id="rId10"/>
            </p:custDataLst>
          </p:nvPr>
        </p:nvCxnSpPr>
        <p:spPr>
          <a:xfrm rot="5400000">
            <a:off x="5935472"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7" name="直接连接符 536"/>
          <p:cNvCxnSpPr/>
          <p:nvPr>
            <p:custDataLst>
              <p:tags r:id="rId11"/>
            </p:custDataLst>
          </p:nvPr>
        </p:nvCxnSpPr>
        <p:spPr>
          <a:xfrm rot="5400000">
            <a:off x="5583845"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8" name="直接连接符 537"/>
          <p:cNvCxnSpPr/>
          <p:nvPr>
            <p:custDataLst>
              <p:tags r:id="rId12"/>
            </p:custDataLst>
          </p:nvPr>
        </p:nvCxnSpPr>
        <p:spPr>
          <a:xfrm rot="5400000">
            <a:off x="5232218"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39" name="直接连接符 538"/>
          <p:cNvCxnSpPr/>
          <p:nvPr>
            <p:custDataLst>
              <p:tags r:id="rId13"/>
            </p:custDataLst>
          </p:nvPr>
        </p:nvCxnSpPr>
        <p:spPr>
          <a:xfrm rot="5400000">
            <a:off x="4880592"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0" name="直接连接符 539"/>
          <p:cNvCxnSpPr/>
          <p:nvPr>
            <p:custDataLst>
              <p:tags r:id="rId14"/>
            </p:custDataLst>
          </p:nvPr>
        </p:nvCxnSpPr>
        <p:spPr>
          <a:xfrm rot="5400000">
            <a:off x="4528966"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1" name="直接连接符 540"/>
          <p:cNvCxnSpPr/>
          <p:nvPr>
            <p:custDataLst>
              <p:tags r:id="rId15"/>
            </p:custDataLst>
          </p:nvPr>
        </p:nvCxnSpPr>
        <p:spPr>
          <a:xfrm rot="5400000">
            <a:off x="4177339"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2" name="直接连接符 541"/>
          <p:cNvCxnSpPr/>
          <p:nvPr>
            <p:custDataLst>
              <p:tags r:id="rId16"/>
            </p:custDataLst>
          </p:nvPr>
        </p:nvCxnSpPr>
        <p:spPr>
          <a:xfrm rot="5400000">
            <a:off x="3825713"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3" name="直接连接符 542"/>
          <p:cNvCxnSpPr/>
          <p:nvPr>
            <p:custDataLst>
              <p:tags r:id="rId17"/>
            </p:custDataLst>
          </p:nvPr>
        </p:nvCxnSpPr>
        <p:spPr>
          <a:xfrm rot="5400000">
            <a:off x="3474087"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4" name="直接连接符 543"/>
          <p:cNvCxnSpPr/>
          <p:nvPr>
            <p:custDataLst>
              <p:tags r:id="rId18"/>
            </p:custDataLst>
          </p:nvPr>
        </p:nvCxnSpPr>
        <p:spPr>
          <a:xfrm rot="5400000">
            <a:off x="3122459" y="3427090"/>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5" name="直接连接符 544"/>
          <p:cNvCxnSpPr/>
          <p:nvPr>
            <p:custDataLst>
              <p:tags r:id="rId19"/>
            </p:custDataLst>
          </p:nvPr>
        </p:nvCxnSpPr>
        <p:spPr>
          <a:xfrm>
            <a:off x="0" y="1026208"/>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6" name="直接连接符 545"/>
          <p:cNvCxnSpPr/>
          <p:nvPr>
            <p:custDataLst>
              <p:tags r:id="rId20"/>
            </p:custDataLst>
          </p:nvPr>
        </p:nvCxnSpPr>
        <p:spPr>
          <a:xfrm>
            <a:off x="0" y="1377834"/>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7" name="直接连接符 546"/>
          <p:cNvCxnSpPr/>
          <p:nvPr>
            <p:custDataLst>
              <p:tags r:id="rId21"/>
            </p:custDataLst>
          </p:nvPr>
        </p:nvCxnSpPr>
        <p:spPr>
          <a:xfrm>
            <a:off x="0" y="1729460"/>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8" name="直接连接符 547"/>
          <p:cNvCxnSpPr/>
          <p:nvPr>
            <p:custDataLst>
              <p:tags r:id="rId22"/>
            </p:custDataLst>
          </p:nvPr>
        </p:nvCxnSpPr>
        <p:spPr>
          <a:xfrm>
            <a:off x="0" y="2081086"/>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49" name="直接连接符 548"/>
          <p:cNvCxnSpPr/>
          <p:nvPr>
            <p:custDataLst>
              <p:tags r:id="rId23"/>
            </p:custDataLst>
          </p:nvPr>
        </p:nvCxnSpPr>
        <p:spPr>
          <a:xfrm>
            <a:off x="0" y="2432714"/>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0" name="直接连接符 549"/>
          <p:cNvCxnSpPr/>
          <p:nvPr>
            <p:custDataLst>
              <p:tags r:id="rId24"/>
            </p:custDataLst>
          </p:nvPr>
        </p:nvCxnSpPr>
        <p:spPr>
          <a:xfrm>
            <a:off x="0" y="2784340"/>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1" name="直接连接符 550"/>
          <p:cNvCxnSpPr/>
          <p:nvPr>
            <p:custDataLst>
              <p:tags r:id="rId25"/>
            </p:custDataLst>
          </p:nvPr>
        </p:nvCxnSpPr>
        <p:spPr>
          <a:xfrm>
            <a:off x="0" y="3135966"/>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2" name="直接连接符 551"/>
          <p:cNvCxnSpPr/>
          <p:nvPr>
            <p:custDataLst>
              <p:tags r:id="rId26"/>
            </p:custDataLst>
          </p:nvPr>
        </p:nvCxnSpPr>
        <p:spPr>
          <a:xfrm>
            <a:off x="0" y="3487593"/>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3" name="直接连接符 552"/>
          <p:cNvCxnSpPr/>
          <p:nvPr>
            <p:custDataLst>
              <p:tags r:id="rId27"/>
            </p:custDataLst>
          </p:nvPr>
        </p:nvCxnSpPr>
        <p:spPr>
          <a:xfrm>
            <a:off x="0" y="3839219"/>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4" name="直接连接符 553"/>
          <p:cNvCxnSpPr/>
          <p:nvPr>
            <p:custDataLst>
              <p:tags r:id="rId28"/>
            </p:custDataLst>
          </p:nvPr>
        </p:nvCxnSpPr>
        <p:spPr>
          <a:xfrm>
            <a:off x="0" y="4190845"/>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5" name="直接连接符 554"/>
          <p:cNvCxnSpPr/>
          <p:nvPr>
            <p:custDataLst>
              <p:tags r:id="rId29"/>
            </p:custDataLst>
          </p:nvPr>
        </p:nvCxnSpPr>
        <p:spPr>
          <a:xfrm>
            <a:off x="0" y="4542472"/>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6" name="直接连接符 555"/>
          <p:cNvCxnSpPr/>
          <p:nvPr>
            <p:custDataLst>
              <p:tags r:id="rId30"/>
            </p:custDataLst>
          </p:nvPr>
        </p:nvCxnSpPr>
        <p:spPr>
          <a:xfrm>
            <a:off x="0" y="4894098"/>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7" name="直接连接符 556"/>
          <p:cNvCxnSpPr/>
          <p:nvPr>
            <p:custDataLst>
              <p:tags r:id="rId31"/>
            </p:custDataLst>
          </p:nvPr>
        </p:nvCxnSpPr>
        <p:spPr>
          <a:xfrm>
            <a:off x="0" y="5245725"/>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8" name="直接连接符 557"/>
          <p:cNvCxnSpPr/>
          <p:nvPr>
            <p:custDataLst>
              <p:tags r:id="rId32"/>
            </p:custDataLst>
          </p:nvPr>
        </p:nvCxnSpPr>
        <p:spPr>
          <a:xfrm>
            <a:off x="0" y="5597351"/>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59" name="直接连接符 558"/>
          <p:cNvCxnSpPr/>
          <p:nvPr>
            <p:custDataLst>
              <p:tags r:id="rId33"/>
            </p:custDataLst>
          </p:nvPr>
        </p:nvCxnSpPr>
        <p:spPr>
          <a:xfrm>
            <a:off x="0" y="5948978"/>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0" name="直接连接符 559"/>
          <p:cNvCxnSpPr/>
          <p:nvPr>
            <p:custDataLst>
              <p:tags r:id="rId34"/>
            </p:custDataLst>
          </p:nvPr>
        </p:nvCxnSpPr>
        <p:spPr>
          <a:xfrm>
            <a:off x="0" y="6300604"/>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1" name="直接连接符 560"/>
          <p:cNvCxnSpPr/>
          <p:nvPr>
            <p:custDataLst>
              <p:tags r:id="rId35"/>
            </p:custDataLst>
          </p:nvPr>
        </p:nvCxnSpPr>
        <p:spPr>
          <a:xfrm>
            <a:off x="0" y="644173"/>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2" name="直接连接符 561"/>
          <p:cNvCxnSpPr/>
          <p:nvPr>
            <p:custDataLst>
              <p:tags r:id="rId36"/>
            </p:custDataLst>
          </p:nvPr>
        </p:nvCxnSpPr>
        <p:spPr>
          <a:xfrm>
            <a:off x="0" y="262139"/>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3" name="直接连接符 562"/>
          <p:cNvCxnSpPr/>
          <p:nvPr>
            <p:custDataLst>
              <p:tags r:id="rId37"/>
            </p:custDataLst>
          </p:nvPr>
        </p:nvCxnSpPr>
        <p:spPr>
          <a:xfrm>
            <a:off x="0" y="6705295"/>
            <a:ext cx="1220272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4" name="直接连接符 563"/>
          <p:cNvCxnSpPr/>
          <p:nvPr>
            <p:custDataLst>
              <p:tags r:id="rId38"/>
            </p:custDataLst>
          </p:nvPr>
        </p:nvCxnSpPr>
        <p:spPr>
          <a:xfrm rot="5400000">
            <a:off x="2815033"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5" name="直接连接符 564"/>
          <p:cNvCxnSpPr/>
          <p:nvPr>
            <p:custDataLst>
              <p:tags r:id="rId39"/>
            </p:custDataLst>
          </p:nvPr>
        </p:nvCxnSpPr>
        <p:spPr>
          <a:xfrm rot="5400000">
            <a:off x="2463405"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6" name="直接连接符 565"/>
          <p:cNvCxnSpPr/>
          <p:nvPr>
            <p:custDataLst>
              <p:tags r:id="rId40"/>
            </p:custDataLst>
          </p:nvPr>
        </p:nvCxnSpPr>
        <p:spPr>
          <a:xfrm rot="5400000">
            <a:off x="2111779"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7" name="直接连接符 566"/>
          <p:cNvCxnSpPr/>
          <p:nvPr>
            <p:custDataLst>
              <p:tags r:id="rId41"/>
            </p:custDataLst>
          </p:nvPr>
        </p:nvCxnSpPr>
        <p:spPr>
          <a:xfrm rot="5400000">
            <a:off x="1760153"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8" name="直接连接符 567"/>
          <p:cNvCxnSpPr/>
          <p:nvPr>
            <p:custDataLst>
              <p:tags r:id="rId42"/>
            </p:custDataLst>
          </p:nvPr>
        </p:nvCxnSpPr>
        <p:spPr>
          <a:xfrm rot="5400000">
            <a:off x="1408526"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69" name="直接连接符 568"/>
          <p:cNvCxnSpPr/>
          <p:nvPr>
            <p:custDataLst>
              <p:tags r:id="rId43"/>
            </p:custDataLst>
          </p:nvPr>
        </p:nvCxnSpPr>
        <p:spPr>
          <a:xfrm rot="5400000">
            <a:off x="1056900"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0" name="直接连接符 569"/>
          <p:cNvCxnSpPr/>
          <p:nvPr>
            <p:custDataLst>
              <p:tags r:id="rId44"/>
            </p:custDataLst>
          </p:nvPr>
        </p:nvCxnSpPr>
        <p:spPr>
          <a:xfrm rot="5400000">
            <a:off x="705274"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1" name="直接连接符 570"/>
          <p:cNvCxnSpPr/>
          <p:nvPr>
            <p:custDataLst>
              <p:tags r:id="rId45"/>
            </p:custDataLst>
          </p:nvPr>
        </p:nvCxnSpPr>
        <p:spPr>
          <a:xfrm rot="5400000">
            <a:off x="353647"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2" name="直接连接符 571"/>
          <p:cNvCxnSpPr/>
          <p:nvPr>
            <p:custDataLst>
              <p:tags r:id="rId46"/>
            </p:custDataLst>
          </p:nvPr>
        </p:nvCxnSpPr>
        <p:spPr>
          <a:xfrm rot="5400000">
            <a:off x="2020"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3" name="直接连接符 572"/>
          <p:cNvCxnSpPr/>
          <p:nvPr>
            <p:custDataLst>
              <p:tags r:id="rId47"/>
            </p:custDataLst>
          </p:nvPr>
        </p:nvCxnSpPr>
        <p:spPr>
          <a:xfrm rot="5400000">
            <a:off x="-349606"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4" name="直接连接符 573"/>
          <p:cNvCxnSpPr/>
          <p:nvPr>
            <p:custDataLst>
              <p:tags r:id="rId48"/>
            </p:custDataLst>
          </p:nvPr>
        </p:nvCxnSpPr>
        <p:spPr>
          <a:xfrm rot="5400000">
            <a:off x="-701232"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5" name="直接连接符 574"/>
          <p:cNvCxnSpPr/>
          <p:nvPr>
            <p:custDataLst>
              <p:tags r:id="rId49"/>
            </p:custDataLst>
          </p:nvPr>
        </p:nvCxnSpPr>
        <p:spPr>
          <a:xfrm rot="5400000">
            <a:off x="-1052859"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6" name="直接连接符 575"/>
          <p:cNvCxnSpPr/>
          <p:nvPr>
            <p:custDataLst>
              <p:tags r:id="rId50"/>
            </p:custDataLst>
          </p:nvPr>
        </p:nvCxnSpPr>
        <p:spPr>
          <a:xfrm rot="5400000">
            <a:off x="-1404485"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7" name="直接连接符 576"/>
          <p:cNvCxnSpPr/>
          <p:nvPr>
            <p:custDataLst>
              <p:tags r:id="rId51"/>
            </p:custDataLst>
          </p:nvPr>
        </p:nvCxnSpPr>
        <p:spPr>
          <a:xfrm rot="5400000">
            <a:off x="-1756111"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8" name="直接连接符 577"/>
          <p:cNvCxnSpPr/>
          <p:nvPr>
            <p:custDataLst>
              <p:tags r:id="rId52"/>
            </p:custDataLst>
          </p:nvPr>
        </p:nvCxnSpPr>
        <p:spPr>
          <a:xfrm rot="5400000">
            <a:off x="-2107738"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79" name="直接连接符 578"/>
          <p:cNvCxnSpPr/>
          <p:nvPr>
            <p:custDataLst>
              <p:tags r:id="rId53"/>
            </p:custDataLst>
          </p:nvPr>
        </p:nvCxnSpPr>
        <p:spPr>
          <a:xfrm rot="5400000">
            <a:off x="-2459365"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580" name="直接连接符 579"/>
          <p:cNvCxnSpPr/>
          <p:nvPr>
            <p:custDataLst>
              <p:tags r:id="rId54"/>
            </p:custDataLst>
          </p:nvPr>
        </p:nvCxnSpPr>
        <p:spPr>
          <a:xfrm rot="5400000">
            <a:off x="-2822438" y="3430912"/>
            <a:ext cx="6854177"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sp>
        <p:nvSpPr>
          <p:cNvPr id="527" name="任意多边形: 形状 526"/>
          <p:cNvSpPr/>
          <p:nvPr userDrawn="1">
            <p:custDataLst>
              <p:tags r:id="rId55"/>
            </p:custDataLst>
          </p:nvPr>
        </p:nvSpPr>
        <p:spPr>
          <a:xfrm flipV="1">
            <a:off x="8172450" y="-3175"/>
            <a:ext cx="4019550" cy="6857365"/>
          </a:xfrm>
          <a:custGeom>
            <a:avLst/>
            <a:gdLst>
              <a:gd name="connsiteX0" fmla="*/ 4019282 w 4019282"/>
              <a:gd name="connsiteY0" fmla="*/ 6858000 h 6858000"/>
              <a:gd name="connsiteX1" fmla="*/ 4019282 w 4019282"/>
              <a:gd name="connsiteY1" fmla="*/ 0 h 6858000"/>
              <a:gd name="connsiteX2" fmla="*/ 35565 w 4019282"/>
              <a:gd name="connsiteY2" fmla="*/ 0 h 6858000"/>
              <a:gd name="connsiteX3" fmla="*/ 20904 w 4019282"/>
              <a:gd name="connsiteY3" fmla="*/ 27053 h 6858000"/>
              <a:gd name="connsiteX4" fmla="*/ 2204746 w 4019282"/>
              <a:gd name="connsiteY4" fmla="*/ 3892664 h 6858000"/>
              <a:gd name="connsiteX5" fmla="*/ 845974 w 4019282"/>
              <a:gd name="connsiteY5" fmla="*/ 685432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19282" h="6858000">
                <a:moveTo>
                  <a:pt x="4019282" y="6858000"/>
                </a:moveTo>
                <a:lnTo>
                  <a:pt x="4019282" y="0"/>
                </a:lnTo>
                <a:lnTo>
                  <a:pt x="35565" y="0"/>
                </a:lnTo>
                <a:lnTo>
                  <a:pt x="20904" y="27053"/>
                </a:lnTo>
                <a:cubicBezTo>
                  <a:pt x="-243018" y="716056"/>
                  <a:pt x="2076983" y="2780284"/>
                  <a:pt x="2204746" y="3892664"/>
                </a:cubicBezTo>
                <a:cubicBezTo>
                  <a:pt x="2336630" y="5040927"/>
                  <a:pt x="386650" y="6325807"/>
                  <a:pt x="845974" y="6854325"/>
                </a:cubicBezTo>
                <a:close/>
              </a:path>
            </a:pathLst>
          </a:cu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latin typeface="Arial" panose="020B0604020202020204" pitchFamily="34" charset="0"/>
              <a:sym typeface="Arial" panose="020B0604020202020204" pitchFamily="34" charset="0"/>
            </a:endParaRPr>
          </a:p>
        </p:txBody>
      </p:sp>
      <p:sp>
        <p:nvSpPr>
          <p:cNvPr id="2" name="标题 1"/>
          <p:cNvSpPr>
            <a:spLocks noGrp="1"/>
          </p:cNvSpPr>
          <p:nvPr userDrawn="1">
            <p:ph type="ctrTitle" hasCustomPrompt="1"/>
            <p:custDataLst>
              <p:tags r:id="rId56"/>
            </p:custDataLst>
          </p:nvPr>
        </p:nvSpPr>
        <p:spPr>
          <a:xfrm>
            <a:off x="1084580" y="1459865"/>
            <a:ext cx="7348220" cy="2731135"/>
          </a:xfrm>
        </p:spPr>
        <p:txBody>
          <a:bodyPr wrap="square" lIns="90000" tIns="46800" rIns="90000" bIns="46800" anchor="b" anchorCtr="0">
            <a:normAutofit/>
          </a:bodyPr>
          <a:lstStyle>
            <a:lvl1pPr algn="l">
              <a:lnSpc>
                <a:spcPct val="100000"/>
              </a:lnSpc>
              <a:defRPr sz="5400" b="0">
                <a:solidFill>
                  <a:schemeClr val="tx2"/>
                </a:solidFill>
                <a:effectLst/>
                <a:latin typeface="+mj-lt"/>
                <a:sym typeface="Arial" panose="020B0604020202020204" pitchFamily="34" charset="0"/>
              </a:defRPr>
            </a:lvl1pPr>
          </a:lstStyle>
          <a:p>
            <a:r>
              <a:rPr lang="en-US" dirty="0">
                <a:latin typeface="+mj-lt"/>
              </a:rPr>
              <a:t>Click to add title</a:t>
            </a:r>
            <a:endParaRPr lang="en-US" dirty="0"/>
          </a:p>
        </p:txBody>
      </p:sp>
      <p:sp>
        <p:nvSpPr>
          <p:cNvPr id="3" name="副标题 2"/>
          <p:cNvSpPr>
            <a:spLocks noGrp="1"/>
          </p:cNvSpPr>
          <p:nvPr userDrawn="1">
            <p:ph type="subTitle" idx="1" hasCustomPrompt="1"/>
            <p:custDataLst>
              <p:tags r:id="rId57"/>
            </p:custDataLst>
          </p:nvPr>
        </p:nvSpPr>
        <p:spPr>
          <a:xfrm>
            <a:off x="1109989" y="4197114"/>
            <a:ext cx="4695100" cy="576000"/>
          </a:xfrm>
        </p:spPr>
        <p:txBody>
          <a:bodyPr wrap="square" lIns="90000" tIns="46800" rIns="90000" bIns="46800" anchor="t">
            <a:normAutofit/>
          </a:bodyPr>
          <a:lstStyle>
            <a:lvl1pPr marL="0" indent="0" algn="l">
              <a:lnSpc>
                <a:spcPct val="100000"/>
              </a:lnSpc>
              <a:buNone/>
              <a:defRPr sz="2800">
                <a:solidFill>
                  <a:schemeClr val="accent1"/>
                </a:solidFill>
                <a:latin typeface="+mj-lt"/>
                <a:sym typeface="Arial" panose="020B0604020202020204" pitchFamily="34" charset="0"/>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4" name="日期占位符 3"/>
          <p:cNvSpPr>
            <a:spLocks noGrp="1"/>
          </p:cNvSpPr>
          <p:nvPr userDrawn="1">
            <p:ph type="dt" sz="half" idx="10"/>
            <p:custDataLst>
              <p:tags r:id="rId58"/>
            </p:custDataLst>
          </p:nvPr>
        </p:nvSpPr>
        <p:spPr/>
        <p:txBody>
          <a:bodyPr wrap="square">
            <a:normAutofit/>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userDrawn="1">
            <p:ph type="ftr" sz="quarter" idx="11"/>
            <p:custDataLst>
              <p:tags r:id="rId59"/>
            </p:custDataLst>
          </p:nvPr>
        </p:nvSpPr>
        <p:spPr/>
        <p:txBody>
          <a:bodyPr>
            <a:normAutofit/>
          </a:bodyPr>
          <a:lstStyle>
            <a:lvl1pPr>
              <a:defRPr>
                <a:latin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userDrawn="1">
            <p:ph type="sldNum" sz="quarter" idx="12"/>
            <p:custDataLst>
              <p:tags r:id="rId60"/>
            </p:custDataLst>
          </p:nvPr>
        </p:nvSpPr>
        <p:spPr>
          <a:xfrm>
            <a:off x="8610600" y="6356350"/>
            <a:ext cx="2743200" cy="365125"/>
          </a:xfrm>
        </p:spPr>
        <p:txBody>
          <a:bodyPr wrap="square">
            <a:normAutofit/>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10" name="公司名占位符 6"/>
          <p:cNvSpPr>
            <a:spLocks noGrp="1"/>
          </p:cNvSpPr>
          <p:nvPr userDrawn="1">
            <p:ph type="body" sz="quarter" idx="13" hasCustomPrompt="1"/>
            <p:custDataLst>
              <p:tags r:id="rId61"/>
            </p:custDataLst>
          </p:nvPr>
        </p:nvSpPr>
        <p:spPr>
          <a:xfrm>
            <a:off x="1109989" y="774900"/>
            <a:ext cx="4064400" cy="685600"/>
          </a:xfrm>
        </p:spPr>
        <p:txBody>
          <a:bodyPr wrap="square" lIns="90000" tIns="0" rIns="90000" bIns="0" anchor="b">
            <a:normAutofit/>
          </a:bodyPr>
          <a:lstStyle>
            <a:lvl1pPr marL="0" indent="0" algn="l">
              <a:lnSpc>
                <a:spcPct val="100000"/>
              </a:lnSpc>
              <a:buNone/>
              <a:defRPr sz="2400" b="1">
                <a:solidFill>
                  <a:schemeClr val="tx2"/>
                </a:solidFill>
                <a:latin typeface="+mn-lt"/>
                <a:sym typeface="Arial" panose="020B0604020202020204" pitchFamily="34" charset="0"/>
              </a:defRPr>
            </a:lvl1pPr>
          </a:lstStyle>
          <a:p>
            <a:pPr lvl="0"/>
            <a:r>
              <a:rPr lang="en-US" dirty="0">
                <a:latin typeface="+mn-lt"/>
              </a:rPr>
              <a:t>Click to add text</a:t>
            </a:r>
            <a:endParaRPr lang="en-US" dirty="0"/>
          </a:p>
        </p:txBody>
      </p:sp>
      <p:sp>
        <p:nvSpPr>
          <p:cNvPr id="24" name="署名占位符 10"/>
          <p:cNvSpPr>
            <a:spLocks noGrp="1"/>
          </p:cNvSpPr>
          <p:nvPr userDrawn="1">
            <p:ph type="body" sz="quarter" idx="17" hasCustomPrompt="1"/>
            <p:custDataLst>
              <p:tags r:id="rId62"/>
            </p:custDataLst>
          </p:nvPr>
        </p:nvSpPr>
        <p:spPr>
          <a:xfrm>
            <a:off x="1184275" y="5179060"/>
            <a:ext cx="4183380" cy="485140"/>
          </a:xfrm>
          <a:noFill/>
          <a:ln w="38100">
            <a:noFill/>
          </a:ln>
        </p:spPr>
        <p:txBody>
          <a:bodyPr wrap="square" lIns="90000" tIns="46800" rIns="90000" bIns="46800" anchor="ctr">
            <a:normAutofit/>
          </a:bodyPr>
          <a:lstStyle>
            <a:lvl1pPr marL="0" indent="0" algn="l">
              <a:lnSpc>
                <a:spcPct val="100000"/>
              </a:lnSpc>
              <a:buNone/>
              <a:defRPr sz="2200" b="0">
                <a:solidFill>
                  <a:schemeClr val="accent1"/>
                </a:solidFill>
                <a:latin typeface="+mn-lt"/>
              </a:defRPr>
            </a:lvl1pPr>
          </a:lstStyle>
          <a:p>
            <a:pPr lvl="0"/>
            <a:r>
              <a:rPr lang="en-US" dirty="0">
                <a:latin typeface="+mn-lt"/>
              </a:rPr>
              <a:t>Click to add text</a:t>
            </a:r>
            <a:endParaRPr lang="en-US" dirty="0"/>
          </a:p>
        </p:txBody>
      </p:sp>
      <p:sp>
        <p:nvSpPr>
          <p:cNvPr id="50" name="任意多边形: 形状 49"/>
          <p:cNvSpPr/>
          <p:nvPr userDrawn="1">
            <p:custDataLst>
              <p:tags r:id="rId63"/>
            </p:custDataLst>
          </p:nvPr>
        </p:nvSpPr>
        <p:spPr>
          <a:xfrm>
            <a:off x="5523230" y="5386705"/>
            <a:ext cx="6653530" cy="953770"/>
          </a:xfrm>
          <a:custGeom>
            <a:avLst/>
            <a:gdLst>
              <a:gd name="connsiteX0" fmla="*/ 4701539 w 4703109"/>
              <a:gd name="connsiteY0" fmla="*/ 455543 h 674364"/>
              <a:gd name="connsiteX1" fmla="*/ 2089022 w 4703109"/>
              <a:gd name="connsiteY1" fmla="*/ 673381 h 674364"/>
              <a:gd name="connsiteX2" fmla="*/ 1353692 w 4703109"/>
              <a:gd name="connsiteY2" fmla="*/ 667760 h 674364"/>
              <a:gd name="connsiteX3" fmla="*/ 93249 w 4703109"/>
              <a:gd name="connsiteY3" fmla="*/ 392107 h 674364"/>
              <a:gd name="connsiteX4" fmla="*/ 1523 w 4703109"/>
              <a:gd name="connsiteY4" fmla="*/ 306382 h 674364"/>
              <a:gd name="connsiteX5" fmla="*/ -478 w 4703109"/>
              <a:gd name="connsiteY5" fmla="*/ 275140 h 674364"/>
              <a:gd name="connsiteX6" fmla="*/ 48005 w 4703109"/>
              <a:gd name="connsiteY6" fmla="*/ 210655 h 674364"/>
              <a:gd name="connsiteX7" fmla="*/ 298227 w 4703109"/>
              <a:gd name="connsiteY7" fmla="*/ 128074 h 674364"/>
              <a:gd name="connsiteX8" fmla="*/ 2933699 w 4703109"/>
              <a:gd name="connsiteY8" fmla="*/ 12345 h 674364"/>
              <a:gd name="connsiteX9" fmla="*/ 4580381 w 4703109"/>
              <a:gd name="connsiteY9" fmla="*/ 323527 h 674364"/>
              <a:gd name="connsiteX10" fmla="*/ 4682870 w 4703109"/>
              <a:gd name="connsiteY10" fmla="*/ 403727 h 674364"/>
              <a:gd name="connsiteX11" fmla="*/ 4701539 w 4703109"/>
              <a:gd name="connsiteY11" fmla="*/ 455543 h 67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703109" h="674364">
                <a:moveTo>
                  <a:pt x="4701539" y="455543"/>
                </a:moveTo>
                <a:cubicBezTo>
                  <a:pt x="4712111" y="591751"/>
                  <a:pt x="2325146" y="675190"/>
                  <a:pt x="2089022" y="673381"/>
                </a:cubicBezTo>
                <a:lnTo>
                  <a:pt x="1353692" y="667760"/>
                </a:lnTo>
                <a:cubicBezTo>
                  <a:pt x="911922" y="664426"/>
                  <a:pt x="491108" y="593275"/>
                  <a:pt x="93249" y="392107"/>
                </a:cubicBezTo>
                <a:cubicBezTo>
                  <a:pt x="55149" y="373057"/>
                  <a:pt x="12953" y="343911"/>
                  <a:pt x="1523" y="306382"/>
                </a:cubicBezTo>
                <a:cubicBezTo>
                  <a:pt x="-1715" y="296286"/>
                  <a:pt x="-2383" y="285560"/>
                  <a:pt x="-478" y="275140"/>
                </a:cubicBezTo>
                <a:cubicBezTo>
                  <a:pt x="4190" y="248089"/>
                  <a:pt x="25431" y="226848"/>
                  <a:pt x="48005" y="210655"/>
                </a:cubicBezTo>
                <a:cubicBezTo>
                  <a:pt x="119918" y="158839"/>
                  <a:pt x="210692" y="142076"/>
                  <a:pt x="298227" y="128074"/>
                </a:cubicBezTo>
                <a:cubicBezTo>
                  <a:pt x="1167859" y="-11182"/>
                  <a:pt x="2053493" y="-14801"/>
                  <a:pt x="2933699" y="12345"/>
                </a:cubicBezTo>
                <a:cubicBezTo>
                  <a:pt x="3496817" y="29871"/>
                  <a:pt x="4079842" y="64733"/>
                  <a:pt x="4580381" y="323527"/>
                </a:cubicBezTo>
                <a:cubicBezTo>
                  <a:pt x="4618958" y="343339"/>
                  <a:pt x="4659819" y="369056"/>
                  <a:pt x="4682870" y="403727"/>
                </a:cubicBezTo>
                <a:cubicBezTo>
                  <a:pt x="4693443" y="419091"/>
                  <a:pt x="4699920" y="436969"/>
                  <a:pt x="4701539" y="455543"/>
                </a:cubicBezTo>
                <a:close/>
              </a:path>
            </a:pathLst>
          </a:custGeom>
          <a:solidFill>
            <a:srgbClr val="8C9B3A"/>
          </a:solidFill>
          <a:ln w="9525" cap="flat">
            <a:noFill/>
            <a:prstDash val="solid"/>
            <a:miter/>
          </a:ln>
        </p:spPr>
        <p:txBody>
          <a:bodyPr rtlCol="0" anchor="ctr"/>
          <a:lstStyle/>
          <a:p>
            <a:endParaRPr lang="en-US">
              <a:latin typeface="Arial" panose="020B0604020202020204" pitchFamily="34" charset="0"/>
              <a:sym typeface="Arial" panose="020B0604020202020204" pitchFamily="34" charset="0"/>
            </a:endParaRPr>
          </a:p>
        </p:txBody>
      </p:sp>
      <p:sp>
        <p:nvSpPr>
          <p:cNvPr id="51" name="任意多边形: 形状 50"/>
          <p:cNvSpPr/>
          <p:nvPr userDrawn="1">
            <p:custDataLst>
              <p:tags r:id="rId64"/>
            </p:custDataLst>
          </p:nvPr>
        </p:nvSpPr>
        <p:spPr>
          <a:xfrm>
            <a:off x="5527675" y="5789295"/>
            <a:ext cx="6649085" cy="551180"/>
          </a:xfrm>
          <a:custGeom>
            <a:avLst/>
            <a:gdLst>
              <a:gd name="connsiteX0" fmla="*/ 4698480 w 4700050"/>
              <a:gd name="connsiteY0" fmla="*/ 170722 h 389542"/>
              <a:gd name="connsiteX1" fmla="*/ 2085964 w 4700050"/>
              <a:gd name="connsiteY1" fmla="*/ 388559 h 389542"/>
              <a:gd name="connsiteX2" fmla="*/ 1350633 w 4700050"/>
              <a:gd name="connsiteY2" fmla="*/ 382938 h 389542"/>
              <a:gd name="connsiteX3" fmla="*/ 90190 w 4700050"/>
              <a:gd name="connsiteY3" fmla="*/ 107285 h 389542"/>
              <a:gd name="connsiteX4" fmla="*/ -1536 w 4700050"/>
              <a:gd name="connsiteY4" fmla="*/ 21560 h 389542"/>
              <a:gd name="connsiteX5" fmla="*/ 1512 w 4700050"/>
              <a:gd name="connsiteY5" fmla="*/ 16416 h 389542"/>
              <a:gd name="connsiteX6" fmla="*/ 133052 w 4700050"/>
              <a:gd name="connsiteY6" fmla="*/ 40991 h 389542"/>
              <a:gd name="connsiteX7" fmla="*/ 516052 w 4700050"/>
              <a:gd name="connsiteY7" fmla="*/ 163006 h 389542"/>
              <a:gd name="connsiteX8" fmla="*/ 915245 w 4700050"/>
              <a:gd name="connsiteY8" fmla="*/ 209679 h 389542"/>
              <a:gd name="connsiteX9" fmla="*/ 888384 w 4700050"/>
              <a:gd name="connsiteY9" fmla="*/ 1462 h 389542"/>
              <a:gd name="connsiteX10" fmla="*/ 994779 w 4700050"/>
              <a:gd name="connsiteY10" fmla="*/ 191962 h 389542"/>
              <a:gd name="connsiteX11" fmla="*/ 1025545 w 4700050"/>
              <a:gd name="connsiteY11" fmla="*/ 16416 h 389542"/>
              <a:gd name="connsiteX12" fmla="*/ 1052595 w 4700050"/>
              <a:gd name="connsiteY12" fmla="*/ 173674 h 389542"/>
              <a:gd name="connsiteX13" fmla="*/ 1117270 w 4700050"/>
              <a:gd name="connsiteY13" fmla="*/ 109190 h 389542"/>
              <a:gd name="connsiteX14" fmla="*/ 1109841 w 4700050"/>
              <a:gd name="connsiteY14" fmla="*/ 217870 h 389542"/>
              <a:gd name="connsiteX15" fmla="*/ 2854535 w 4700050"/>
              <a:gd name="connsiteY15" fmla="*/ 245398 h 389542"/>
              <a:gd name="connsiteX16" fmla="*/ 2880252 w 4700050"/>
              <a:gd name="connsiteY16" fmla="*/ 153005 h 389542"/>
              <a:gd name="connsiteX17" fmla="*/ 2914067 w 4700050"/>
              <a:gd name="connsiteY17" fmla="*/ 257780 h 389542"/>
              <a:gd name="connsiteX18" fmla="*/ 2956929 w 4700050"/>
              <a:gd name="connsiteY18" fmla="*/ 200630 h 389542"/>
              <a:gd name="connsiteX19" fmla="*/ 2989314 w 4700050"/>
              <a:gd name="connsiteY19" fmla="*/ 253303 h 389542"/>
              <a:gd name="connsiteX20" fmla="*/ 4680193 w 4700050"/>
              <a:gd name="connsiteY20" fmla="*/ 118620 h 389542"/>
              <a:gd name="connsiteX21" fmla="*/ 4698480 w 4700050"/>
              <a:gd name="connsiteY21" fmla="*/ 170722 h 3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700050" h="389542">
                <a:moveTo>
                  <a:pt x="4698480" y="170722"/>
                </a:moveTo>
                <a:cubicBezTo>
                  <a:pt x="4709052" y="306929"/>
                  <a:pt x="2322088" y="390368"/>
                  <a:pt x="2085964" y="388559"/>
                </a:cubicBezTo>
                <a:lnTo>
                  <a:pt x="1350633" y="382938"/>
                </a:lnTo>
                <a:cubicBezTo>
                  <a:pt x="908863" y="379605"/>
                  <a:pt x="488049" y="308453"/>
                  <a:pt x="90190" y="107285"/>
                </a:cubicBezTo>
                <a:cubicBezTo>
                  <a:pt x="52090" y="88235"/>
                  <a:pt x="9894" y="59089"/>
                  <a:pt x="-1536" y="21560"/>
                </a:cubicBezTo>
                <a:cubicBezTo>
                  <a:pt x="-679" y="19779"/>
                  <a:pt x="369" y="18065"/>
                  <a:pt x="1512" y="16416"/>
                </a:cubicBezTo>
                <a:cubicBezTo>
                  <a:pt x="32182" y="-27589"/>
                  <a:pt x="92951" y="23846"/>
                  <a:pt x="133052" y="40991"/>
                </a:cubicBezTo>
                <a:cubicBezTo>
                  <a:pt x="256496" y="93941"/>
                  <a:pt x="384702" y="134803"/>
                  <a:pt x="516052" y="163006"/>
                </a:cubicBezTo>
                <a:cubicBezTo>
                  <a:pt x="549199" y="170341"/>
                  <a:pt x="916102" y="215013"/>
                  <a:pt x="915245" y="209679"/>
                </a:cubicBezTo>
                <a:cubicBezTo>
                  <a:pt x="906291" y="140146"/>
                  <a:pt x="897338" y="70738"/>
                  <a:pt x="888384" y="1462"/>
                </a:cubicBezTo>
                <a:cubicBezTo>
                  <a:pt x="904768" y="73900"/>
                  <a:pt x="941630" y="140061"/>
                  <a:pt x="994779" y="191962"/>
                </a:cubicBezTo>
                <a:cubicBezTo>
                  <a:pt x="992398" y="131926"/>
                  <a:pt x="1002875" y="72081"/>
                  <a:pt x="1025545" y="16416"/>
                </a:cubicBezTo>
                <a:cubicBezTo>
                  <a:pt x="1025163" y="70023"/>
                  <a:pt x="1034308" y="123277"/>
                  <a:pt x="1052595" y="173674"/>
                </a:cubicBezTo>
                <a:cubicBezTo>
                  <a:pt x="1074217" y="152243"/>
                  <a:pt x="1095648" y="130812"/>
                  <a:pt x="1117270" y="109190"/>
                </a:cubicBezTo>
                <a:cubicBezTo>
                  <a:pt x="1126795" y="145290"/>
                  <a:pt x="1124128" y="183390"/>
                  <a:pt x="1109841" y="217870"/>
                </a:cubicBezTo>
                <a:cubicBezTo>
                  <a:pt x="1685151" y="330646"/>
                  <a:pt x="2275987" y="339886"/>
                  <a:pt x="2854535" y="245398"/>
                </a:cubicBezTo>
                <a:cubicBezTo>
                  <a:pt x="2863108" y="214442"/>
                  <a:pt x="2871681" y="183771"/>
                  <a:pt x="2880252" y="153005"/>
                </a:cubicBezTo>
                <a:cubicBezTo>
                  <a:pt x="2891492" y="187866"/>
                  <a:pt x="2902732" y="222824"/>
                  <a:pt x="2914067" y="257780"/>
                </a:cubicBezTo>
                <a:cubicBezTo>
                  <a:pt x="2934069" y="243778"/>
                  <a:pt x="2949024" y="223776"/>
                  <a:pt x="2956929" y="200630"/>
                </a:cubicBezTo>
                <a:lnTo>
                  <a:pt x="2989314" y="253303"/>
                </a:lnTo>
                <a:cubicBezTo>
                  <a:pt x="3555956" y="263210"/>
                  <a:pt x="4122217" y="218156"/>
                  <a:pt x="4680193" y="118620"/>
                </a:cubicBezTo>
                <a:cubicBezTo>
                  <a:pt x="4690670" y="134108"/>
                  <a:pt x="4697051" y="152052"/>
                  <a:pt x="4698480" y="170722"/>
                </a:cubicBezTo>
                <a:close/>
              </a:path>
            </a:pathLst>
          </a:custGeom>
          <a:solidFill>
            <a:srgbClr val="3F6323"/>
          </a:solidFill>
          <a:ln w="9525" cap="flat">
            <a:noFill/>
            <a:prstDash val="solid"/>
            <a:miter/>
          </a:ln>
        </p:spPr>
        <p:txBody>
          <a:bodyPr rtlCol="0" anchor="ctr"/>
          <a:lstStyle/>
          <a:p>
            <a:endParaRPr lang="en-US">
              <a:latin typeface="Arial" panose="020B0604020202020204" pitchFamily="34" charset="0"/>
              <a:sym typeface="Arial" panose="020B0604020202020204" pitchFamily="34" charset="0"/>
            </a:endParaRPr>
          </a:p>
        </p:txBody>
      </p:sp>
      <p:sp>
        <p:nvSpPr>
          <p:cNvPr id="52" name="任意多边形: 形状 51"/>
          <p:cNvSpPr/>
          <p:nvPr userDrawn="1">
            <p:custDataLst>
              <p:tags r:id="rId65"/>
            </p:custDataLst>
          </p:nvPr>
        </p:nvSpPr>
        <p:spPr>
          <a:xfrm>
            <a:off x="6339840" y="5387975"/>
            <a:ext cx="4702175" cy="512445"/>
          </a:xfrm>
          <a:custGeom>
            <a:avLst/>
            <a:gdLst>
              <a:gd name="connsiteX0" fmla="*/ 2604218 w 3323557"/>
              <a:gd name="connsiteY0" fmla="*/ 23139 h 362418"/>
              <a:gd name="connsiteX1" fmla="*/ 2056816 w 3323557"/>
              <a:gd name="connsiteY1" fmla="*/ 21519 h 362418"/>
              <a:gd name="connsiteX2" fmla="*/ 745319 w 3323557"/>
              <a:gd name="connsiteY2" fmla="*/ 25710 h 362418"/>
              <a:gd name="connsiteX3" fmla="*/ 37707 w 3323557"/>
              <a:gd name="connsiteY3" fmla="*/ 158584 h 362418"/>
              <a:gd name="connsiteX4" fmla="*/ -1536 w 3323557"/>
              <a:gd name="connsiteY4" fmla="*/ 184778 h 362418"/>
              <a:gd name="connsiteX5" fmla="*/ 42659 w 3323557"/>
              <a:gd name="connsiteY5" fmla="*/ 211543 h 362418"/>
              <a:gd name="connsiteX6" fmla="*/ 1082123 w 3323557"/>
              <a:gd name="connsiteY6" fmla="*/ 326891 h 362418"/>
              <a:gd name="connsiteX7" fmla="*/ 1858982 w 3323557"/>
              <a:gd name="connsiteY7" fmla="*/ 190874 h 362418"/>
              <a:gd name="connsiteX8" fmla="*/ 1965186 w 3323557"/>
              <a:gd name="connsiteY8" fmla="*/ 225164 h 362418"/>
              <a:gd name="connsiteX9" fmla="*/ 2631936 w 3323557"/>
              <a:gd name="connsiteY9" fmla="*/ 260883 h 362418"/>
              <a:gd name="connsiteX10" fmla="*/ 2541353 w 3323557"/>
              <a:gd name="connsiteY10" fmla="*/ 312889 h 362418"/>
              <a:gd name="connsiteX11" fmla="*/ 2531352 w 3323557"/>
              <a:gd name="connsiteY11" fmla="*/ 325462 h 362418"/>
              <a:gd name="connsiteX12" fmla="*/ 2545544 w 3323557"/>
              <a:gd name="connsiteY12" fmla="*/ 332987 h 362418"/>
              <a:gd name="connsiteX13" fmla="*/ 3049798 w 3323557"/>
              <a:gd name="connsiteY13" fmla="*/ 322128 h 362418"/>
              <a:gd name="connsiteX14" fmla="*/ 3070181 w 3323557"/>
              <a:gd name="connsiteY14" fmla="*/ 310793 h 362418"/>
              <a:gd name="connsiteX15" fmla="*/ 3046845 w 3323557"/>
              <a:gd name="connsiteY15" fmla="*/ 285267 h 362418"/>
              <a:gd name="connsiteX16" fmla="*/ 2928068 w 3323557"/>
              <a:gd name="connsiteY16" fmla="*/ 232022 h 362418"/>
              <a:gd name="connsiteX17" fmla="*/ 3322022 w 3323557"/>
              <a:gd name="connsiteY17" fmla="*/ 178968 h 362418"/>
              <a:gd name="connsiteX18" fmla="*/ 3238012 w 3323557"/>
              <a:gd name="connsiteY18" fmla="*/ 127628 h 362418"/>
              <a:gd name="connsiteX19" fmla="*/ 2604218 w 3323557"/>
              <a:gd name="connsiteY19" fmla="*/ 23139 h 362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23557" h="362418">
                <a:moveTo>
                  <a:pt x="2604218" y="23139"/>
                </a:moveTo>
                <a:cubicBezTo>
                  <a:pt x="2417242" y="19900"/>
                  <a:pt x="2229219" y="28187"/>
                  <a:pt x="2056816" y="21519"/>
                </a:cubicBezTo>
                <a:cubicBezTo>
                  <a:pt x="1619905" y="4565"/>
                  <a:pt x="1180516" y="-21153"/>
                  <a:pt x="745319" y="25710"/>
                </a:cubicBezTo>
                <a:cubicBezTo>
                  <a:pt x="506146" y="49990"/>
                  <a:pt x="269450" y="94443"/>
                  <a:pt x="37707" y="158584"/>
                </a:cubicBezTo>
                <a:cubicBezTo>
                  <a:pt x="19419" y="163823"/>
                  <a:pt x="-1536" y="171824"/>
                  <a:pt x="-1536" y="184778"/>
                </a:cubicBezTo>
                <a:cubicBezTo>
                  <a:pt x="-1536" y="197732"/>
                  <a:pt x="22371" y="206781"/>
                  <a:pt x="42659" y="211543"/>
                </a:cubicBezTo>
                <a:cubicBezTo>
                  <a:pt x="383369" y="290772"/>
                  <a:pt x="732269" y="329482"/>
                  <a:pt x="1082123" y="326891"/>
                </a:cubicBezTo>
                <a:cubicBezTo>
                  <a:pt x="1355586" y="325176"/>
                  <a:pt x="1640384" y="295458"/>
                  <a:pt x="1858982" y="190874"/>
                </a:cubicBezTo>
                <a:cubicBezTo>
                  <a:pt x="1880604" y="213258"/>
                  <a:pt x="1925085" y="220401"/>
                  <a:pt x="1965186" y="225164"/>
                </a:cubicBezTo>
                <a:cubicBezTo>
                  <a:pt x="2178546" y="250501"/>
                  <a:pt x="2416671" y="277837"/>
                  <a:pt x="2631936" y="260883"/>
                </a:cubicBezTo>
                <a:lnTo>
                  <a:pt x="2541353" y="312889"/>
                </a:lnTo>
                <a:cubicBezTo>
                  <a:pt x="2535543" y="316223"/>
                  <a:pt x="2529256" y="320700"/>
                  <a:pt x="2531352" y="325462"/>
                </a:cubicBezTo>
                <a:cubicBezTo>
                  <a:pt x="2533447" y="330225"/>
                  <a:pt x="2539638" y="331463"/>
                  <a:pt x="2545544" y="332987"/>
                </a:cubicBezTo>
                <a:cubicBezTo>
                  <a:pt x="2711565" y="374344"/>
                  <a:pt x="2885682" y="370592"/>
                  <a:pt x="3049798" y="322128"/>
                </a:cubicBezTo>
                <a:cubicBezTo>
                  <a:pt x="3057703" y="320728"/>
                  <a:pt x="3064847" y="316737"/>
                  <a:pt x="3070181" y="310793"/>
                </a:cubicBezTo>
                <a:cubicBezTo>
                  <a:pt x="3075896" y="300792"/>
                  <a:pt x="3060656" y="291743"/>
                  <a:pt x="3046845" y="285267"/>
                </a:cubicBezTo>
                <a:lnTo>
                  <a:pt x="2928068" y="232022"/>
                </a:lnTo>
                <a:cubicBezTo>
                  <a:pt x="2989695" y="259644"/>
                  <a:pt x="3256681" y="191446"/>
                  <a:pt x="3322022" y="178968"/>
                </a:cubicBezTo>
                <a:cubicBezTo>
                  <a:pt x="3318784" y="179635"/>
                  <a:pt x="3248871" y="132295"/>
                  <a:pt x="3238012" y="127628"/>
                </a:cubicBezTo>
                <a:cubicBezTo>
                  <a:pt x="3047131" y="46951"/>
                  <a:pt x="2826246" y="26853"/>
                  <a:pt x="2604218" y="23139"/>
                </a:cubicBezTo>
                <a:close/>
              </a:path>
            </a:pathLst>
          </a:custGeom>
          <a:solidFill>
            <a:srgbClr val="ACAD40"/>
          </a:solidFill>
          <a:ln w="9525" cap="flat">
            <a:noFill/>
            <a:prstDash val="solid"/>
            <a:miter/>
          </a:ln>
        </p:spPr>
        <p:txBody>
          <a:bodyPr rtlCol="0" anchor="ctr"/>
          <a:lstStyle/>
          <a:p>
            <a:endParaRPr lang="en-US">
              <a:latin typeface="Arial" panose="020B0604020202020204" pitchFamily="34" charset="0"/>
              <a:sym typeface="Arial" panose="020B0604020202020204" pitchFamily="34" charset="0"/>
            </a:endParaRPr>
          </a:p>
        </p:txBody>
      </p:sp>
      <p:sp>
        <p:nvSpPr>
          <p:cNvPr id="188" name="任意多边形: 形状 187"/>
          <p:cNvSpPr/>
          <p:nvPr userDrawn="1">
            <p:custDataLst>
              <p:tags r:id="rId66"/>
            </p:custDataLst>
          </p:nvPr>
        </p:nvSpPr>
        <p:spPr>
          <a:xfrm>
            <a:off x="9698990" y="5409565"/>
            <a:ext cx="2493010" cy="1448435"/>
          </a:xfrm>
          <a:custGeom>
            <a:avLst/>
            <a:gdLst>
              <a:gd name="connsiteX0" fmla="*/ 2160440 w 2445889"/>
              <a:gd name="connsiteY0" fmla="*/ 112 h 1448512"/>
              <a:gd name="connsiteX1" fmla="*/ 2440485 w 2445889"/>
              <a:gd name="connsiteY1" fmla="*/ 164556 h 1448512"/>
              <a:gd name="connsiteX2" fmla="*/ 2445461 w 2445889"/>
              <a:gd name="connsiteY2" fmla="*/ 171885 h 1448512"/>
              <a:gd name="connsiteX3" fmla="*/ 2445889 w 2445889"/>
              <a:gd name="connsiteY3" fmla="*/ 1357490 h 1448512"/>
              <a:gd name="connsiteX4" fmla="*/ 2146392 w 2445889"/>
              <a:gd name="connsiteY4" fmla="*/ 1416127 h 1448512"/>
              <a:gd name="connsiteX5" fmla="*/ 1966251 w 2445889"/>
              <a:gd name="connsiteY5" fmla="*/ 1448512 h 1448512"/>
              <a:gd name="connsiteX6" fmla="*/ 402990 w 2445889"/>
              <a:gd name="connsiteY6" fmla="*/ 1448512 h 1448512"/>
              <a:gd name="connsiteX7" fmla="*/ 243080 w 2445889"/>
              <a:gd name="connsiteY7" fmla="*/ 1407186 h 1448512"/>
              <a:gd name="connsiteX8" fmla="*/ 22147 w 2445889"/>
              <a:gd name="connsiteY8" fmla="*/ 1238785 h 1448512"/>
              <a:gd name="connsiteX9" fmla="*/ 0 w 2445889"/>
              <a:gd name="connsiteY9" fmla="*/ 1182187 h 1448512"/>
              <a:gd name="connsiteX10" fmla="*/ 23966 w 2445889"/>
              <a:gd name="connsiteY10" fmla="*/ 1123343 h 1448512"/>
              <a:gd name="connsiteX11" fmla="*/ 199375 w 2445889"/>
              <a:gd name="connsiteY11" fmla="*/ 1084185 h 1448512"/>
              <a:gd name="connsiteX12" fmla="*/ 438604 w 2445889"/>
              <a:gd name="connsiteY12" fmla="*/ 1112216 h 1448512"/>
              <a:gd name="connsiteX13" fmla="*/ 476906 w 2445889"/>
              <a:gd name="connsiteY13" fmla="*/ 996400 h 1448512"/>
              <a:gd name="connsiteX14" fmla="*/ 655686 w 2445889"/>
              <a:gd name="connsiteY14" fmla="*/ 1039196 h 1448512"/>
              <a:gd name="connsiteX15" fmla="*/ 644131 w 2445889"/>
              <a:gd name="connsiteY15" fmla="*/ 694583 h 1448512"/>
              <a:gd name="connsiteX16" fmla="*/ 700781 w 2445889"/>
              <a:gd name="connsiteY16" fmla="*/ 631726 h 1448512"/>
              <a:gd name="connsiteX17" fmla="*/ 816705 w 2445889"/>
              <a:gd name="connsiteY17" fmla="*/ 675164 h 1448512"/>
              <a:gd name="connsiteX18" fmla="*/ 986337 w 2445889"/>
              <a:gd name="connsiteY18" fmla="*/ 862396 h 1448512"/>
              <a:gd name="connsiteX19" fmla="*/ 1102314 w 2445889"/>
              <a:gd name="connsiteY19" fmla="*/ 719030 h 1448512"/>
              <a:gd name="connsiteX20" fmla="*/ 1126226 w 2445889"/>
              <a:gd name="connsiteY20" fmla="*/ 709347 h 1448512"/>
              <a:gd name="connsiteX21" fmla="*/ 1161051 w 2445889"/>
              <a:gd name="connsiteY21" fmla="*/ 744493 h 1448512"/>
              <a:gd name="connsiteX22" fmla="*/ 1173729 w 2445889"/>
              <a:gd name="connsiteY22" fmla="*/ 796223 h 1448512"/>
              <a:gd name="connsiteX23" fmla="*/ 1300298 w 2445889"/>
              <a:gd name="connsiteY23" fmla="*/ 780174 h 1448512"/>
              <a:gd name="connsiteX24" fmla="*/ 1414562 w 2445889"/>
              <a:gd name="connsiteY24" fmla="*/ 919582 h 1448512"/>
              <a:gd name="connsiteX25" fmla="*/ 1482929 w 2445889"/>
              <a:gd name="connsiteY25" fmla="*/ 811469 h 1448512"/>
              <a:gd name="connsiteX26" fmla="*/ 1512886 w 2445889"/>
              <a:gd name="connsiteY26" fmla="*/ 785791 h 1448512"/>
              <a:gd name="connsiteX27" fmla="*/ 1559158 w 2445889"/>
              <a:gd name="connsiteY27" fmla="*/ 802642 h 1448512"/>
              <a:gd name="connsiteX28" fmla="*/ 1647212 w 2445889"/>
              <a:gd name="connsiteY28" fmla="*/ 867478 h 1448512"/>
              <a:gd name="connsiteX29" fmla="*/ 1583018 w 2445889"/>
              <a:gd name="connsiteY29" fmla="*/ 644618 h 1448512"/>
              <a:gd name="connsiteX30" fmla="*/ 1592005 w 2445889"/>
              <a:gd name="connsiteY30" fmla="*/ 426947 h 1448512"/>
              <a:gd name="connsiteX31" fmla="*/ 1608053 w 2445889"/>
              <a:gd name="connsiteY31" fmla="*/ 405550 h 1448512"/>
              <a:gd name="connsiteX32" fmla="*/ 1637636 w 2445889"/>
              <a:gd name="connsiteY32" fmla="*/ 408920 h 1448512"/>
              <a:gd name="connsiteX33" fmla="*/ 1880930 w 2445889"/>
              <a:gd name="connsiteY33" fmla="*/ 573417 h 1448512"/>
              <a:gd name="connsiteX34" fmla="*/ 1919125 w 2445889"/>
              <a:gd name="connsiteY34" fmla="*/ 461077 h 1448512"/>
              <a:gd name="connsiteX35" fmla="*/ 1979521 w 2445889"/>
              <a:gd name="connsiteY35" fmla="*/ 405764 h 1448512"/>
              <a:gd name="connsiteX36" fmla="*/ 2019589 w 2445889"/>
              <a:gd name="connsiteY36" fmla="*/ 435079 h 1448512"/>
              <a:gd name="connsiteX37" fmla="*/ 2132570 w 2445889"/>
              <a:gd name="connsiteY37" fmla="*/ 569672 h 1448512"/>
              <a:gd name="connsiteX38" fmla="*/ 2109193 w 2445889"/>
              <a:gd name="connsiteY38" fmla="*/ 39324 h 1448512"/>
              <a:gd name="connsiteX39" fmla="*/ 2131553 w 2445889"/>
              <a:gd name="connsiteY39" fmla="*/ 5890 h 1448512"/>
              <a:gd name="connsiteX40" fmla="*/ 2160440 w 2445889"/>
              <a:gd name="connsiteY40" fmla="*/ 112 h 1448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445889" h="1448512">
                <a:moveTo>
                  <a:pt x="2160440" y="112"/>
                </a:moveTo>
                <a:cubicBezTo>
                  <a:pt x="2272994" y="-155"/>
                  <a:pt x="2375597" y="72598"/>
                  <a:pt x="2440485" y="164556"/>
                </a:cubicBezTo>
                <a:cubicBezTo>
                  <a:pt x="2442198" y="166963"/>
                  <a:pt x="2443803" y="169424"/>
                  <a:pt x="2445461" y="171885"/>
                </a:cubicBezTo>
                <a:lnTo>
                  <a:pt x="2445889" y="1357490"/>
                </a:lnTo>
                <a:cubicBezTo>
                  <a:pt x="2345881" y="1376614"/>
                  <a:pt x="2246220" y="1396755"/>
                  <a:pt x="2146392" y="1416127"/>
                </a:cubicBezTo>
                <a:lnTo>
                  <a:pt x="1966251" y="1448512"/>
                </a:lnTo>
                <a:lnTo>
                  <a:pt x="402990" y="1448512"/>
                </a:lnTo>
                <a:lnTo>
                  <a:pt x="243080" y="1407186"/>
                </a:lnTo>
                <a:cubicBezTo>
                  <a:pt x="152268" y="1378112"/>
                  <a:pt x="74245" y="1318642"/>
                  <a:pt x="22147" y="1238785"/>
                </a:cubicBezTo>
                <a:cubicBezTo>
                  <a:pt x="10967" y="1221560"/>
                  <a:pt x="856" y="1202676"/>
                  <a:pt x="0" y="1182187"/>
                </a:cubicBezTo>
                <a:cubicBezTo>
                  <a:pt x="-107" y="1160175"/>
                  <a:pt x="8511" y="1139018"/>
                  <a:pt x="23966" y="1123343"/>
                </a:cubicBezTo>
                <a:cubicBezTo>
                  <a:pt x="66441" y="1078033"/>
                  <a:pt x="137482" y="1078835"/>
                  <a:pt x="199375" y="1084185"/>
                </a:cubicBezTo>
                <a:cubicBezTo>
                  <a:pt x="279403" y="1091209"/>
                  <a:pt x="359164" y="1100555"/>
                  <a:pt x="438604" y="1112216"/>
                </a:cubicBezTo>
                <a:cubicBezTo>
                  <a:pt x="428333" y="1081403"/>
                  <a:pt x="453422" y="1018868"/>
                  <a:pt x="476906" y="996400"/>
                </a:cubicBezTo>
                <a:cubicBezTo>
                  <a:pt x="537248" y="1007452"/>
                  <a:pt x="596895" y="1021735"/>
                  <a:pt x="655686" y="1039196"/>
                </a:cubicBezTo>
                <a:cubicBezTo>
                  <a:pt x="586463" y="936700"/>
                  <a:pt x="592829" y="806922"/>
                  <a:pt x="644131" y="694583"/>
                </a:cubicBezTo>
                <a:cubicBezTo>
                  <a:pt x="656167" y="668209"/>
                  <a:pt x="673446" y="641462"/>
                  <a:pt x="700781" y="631726"/>
                </a:cubicBezTo>
                <a:cubicBezTo>
                  <a:pt x="741812" y="617175"/>
                  <a:pt x="784608" y="646169"/>
                  <a:pt x="816705" y="675164"/>
                </a:cubicBezTo>
                <a:cubicBezTo>
                  <a:pt x="879615" y="731520"/>
                  <a:pt x="936426" y="794270"/>
                  <a:pt x="986337" y="862396"/>
                </a:cubicBezTo>
                <a:cubicBezTo>
                  <a:pt x="994682" y="812003"/>
                  <a:pt x="1060214" y="748024"/>
                  <a:pt x="1102314" y="719030"/>
                </a:cubicBezTo>
                <a:cubicBezTo>
                  <a:pt x="1109160" y="713557"/>
                  <a:pt x="1117506" y="710192"/>
                  <a:pt x="1126226" y="709347"/>
                </a:cubicBezTo>
                <a:cubicBezTo>
                  <a:pt x="1144040" y="709133"/>
                  <a:pt x="1156610" y="727214"/>
                  <a:pt x="1161051" y="744493"/>
                </a:cubicBezTo>
                <a:cubicBezTo>
                  <a:pt x="1165491" y="761772"/>
                  <a:pt x="1165277" y="780548"/>
                  <a:pt x="1173729" y="796223"/>
                </a:cubicBezTo>
                <a:cubicBezTo>
                  <a:pt x="1192720" y="758776"/>
                  <a:pt x="1261247" y="764447"/>
                  <a:pt x="1300298" y="780174"/>
                </a:cubicBezTo>
                <a:cubicBezTo>
                  <a:pt x="1356949" y="802963"/>
                  <a:pt x="1372409" y="875448"/>
                  <a:pt x="1414562" y="919582"/>
                </a:cubicBezTo>
                <a:cubicBezTo>
                  <a:pt x="1419591" y="879247"/>
                  <a:pt x="1460515" y="845331"/>
                  <a:pt x="1482929" y="811469"/>
                </a:cubicBezTo>
                <a:cubicBezTo>
                  <a:pt x="1490364" y="800181"/>
                  <a:pt x="1499726" y="788787"/>
                  <a:pt x="1512886" y="785791"/>
                </a:cubicBezTo>
                <a:cubicBezTo>
                  <a:pt x="1529416" y="781940"/>
                  <a:pt x="1545518" y="792585"/>
                  <a:pt x="1559158" y="802642"/>
                </a:cubicBezTo>
                <a:lnTo>
                  <a:pt x="1647212" y="867478"/>
                </a:lnTo>
                <a:cubicBezTo>
                  <a:pt x="1615918" y="800556"/>
                  <a:pt x="1599815" y="716461"/>
                  <a:pt x="1583018" y="644618"/>
                </a:cubicBezTo>
                <a:cubicBezTo>
                  <a:pt x="1566220" y="572775"/>
                  <a:pt x="1564615" y="495421"/>
                  <a:pt x="1592005" y="426947"/>
                </a:cubicBezTo>
                <a:cubicBezTo>
                  <a:pt x="1595268" y="418335"/>
                  <a:pt x="1599762" y="409348"/>
                  <a:pt x="1608053" y="405550"/>
                </a:cubicBezTo>
                <a:cubicBezTo>
                  <a:pt x="1617361" y="401324"/>
                  <a:pt x="1628220" y="405015"/>
                  <a:pt x="1637636" y="408920"/>
                </a:cubicBezTo>
                <a:cubicBezTo>
                  <a:pt x="1729005" y="446773"/>
                  <a:pt x="1811762" y="502729"/>
                  <a:pt x="1880930" y="573417"/>
                </a:cubicBezTo>
                <a:cubicBezTo>
                  <a:pt x="1885959" y="540250"/>
                  <a:pt x="1907464" y="492854"/>
                  <a:pt x="1919125" y="461077"/>
                </a:cubicBezTo>
                <a:cubicBezTo>
                  <a:pt x="1929343" y="433260"/>
                  <a:pt x="1950206" y="401484"/>
                  <a:pt x="1979521" y="405764"/>
                </a:cubicBezTo>
                <a:cubicBezTo>
                  <a:pt x="1996318" y="408332"/>
                  <a:pt x="2008890" y="422080"/>
                  <a:pt x="2019589" y="435079"/>
                </a:cubicBezTo>
                <a:lnTo>
                  <a:pt x="2132570" y="569672"/>
                </a:lnTo>
                <a:cubicBezTo>
                  <a:pt x="2060245" y="401057"/>
                  <a:pt x="2046176" y="211685"/>
                  <a:pt x="2109193" y="39324"/>
                </a:cubicBezTo>
                <a:cubicBezTo>
                  <a:pt x="2113900" y="26432"/>
                  <a:pt x="2119784" y="12844"/>
                  <a:pt x="2131553" y="5890"/>
                </a:cubicBezTo>
                <a:cubicBezTo>
                  <a:pt x="2140487" y="1477"/>
                  <a:pt x="2150490" y="-514"/>
                  <a:pt x="2160440" y="112"/>
                </a:cubicBezTo>
                <a:close/>
              </a:path>
            </a:pathLst>
          </a:custGeom>
          <a:solidFill>
            <a:srgbClr val="285E59"/>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Arial" panose="020B0604020202020204" pitchFamily="34" charset="0"/>
              <a:sym typeface="Arial" panose="020B0604020202020204" pitchFamily="34" charset="0"/>
            </a:endParaRPr>
          </a:p>
        </p:txBody>
      </p:sp>
      <p:sp>
        <p:nvSpPr>
          <p:cNvPr id="189" name="任意多边形: 形状 188"/>
          <p:cNvSpPr/>
          <p:nvPr userDrawn="1">
            <p:custDataLst>
              <p:tags r:id="rId67"/>
            </p:custDataLst>
          </p:nvPr>
        </p:nvSpPr>
        <p:spPr>
          <a:xfrm>
            <a:off x="9980628" y="6119461"/>
            <a:ext cx="2211372" cy="738539"/>
          </a:xfrm>
          <a:custGeom>
            <a:avLst/>
            <a:gdLst>
              <a:gd name="connsiteX0" fmla="*/ 1533575 w 2169574"/>
              <a:gd name="connsiteY0" fmla="*/ 0 h 738578"/>
              <a:gd name="connsiteX1" fmla="*/ 1663728 w 2169574"/>
              <a:gd name="connsiteY1" fmla="*/ 101641 h 738578"/>
              <a:gd name="connsiteX2" fmla="*/ 1726263 w 2169574"/>
              <a:gd name="connsiteY2" fmla="*/ 258756 h 738578"/>
              <a:gd name="connsiteX3" fmla="*/ 1770396 w 2169574"/>
              <a:gd name="connsiteY3" fmla="*/ 230403 h 738578"/>
              <a:gd name="connsiteX4" fmla="*/ 1816990 w 2169574"/>
              <a:gd name="connsiteY4" fmla="*/ 257151 h 738578"/>
              <a:gd name="connsiteX5" fmla="*/ 1887496 w 2169574"/>
              <a:gd name="connsiteY5" fmla="*/ 352532 h 738578"/>
              <a:gd name="connsiteX6" fmla="*/ 1922750 w 2169574"/>
              <a:gd name="connsiteY6" fmla="*/ 234843 h 738578"/>
              <a:gd name="connsiteX7" fmla="*/ 1946234 w 2169574"/>
              <a:gd name="connsiteY7" fmla="*/ 212054 h 738578"/>
              <a:gd name="connsiteX8" fmla="*/ 1976030 w 2169574"/>
              <a:gd name="connsiteY8" fmla="*/ 121755 h 738578"/>
              <a:gd name="connsiteX9" fmla="*/ 2056272 w 2169574"/>
              <a:gd name="connsiteY9" fmla="*/ 87840 h 738578"/>
              <a:gd name="connsiteX10" fmla="*/ 2169574 w 2169574"/>
              <a:gd name="connsiteY10" fmla="*/ 95062 h 738578"/>
              <a:gd name="connsiteX11" fmla="*/ 2169574 w 2169574"/>
              <a:gd name="connsiteY11" fmla="*/ 738578 h 738578"/>
              <a:gd name="connsiteX12" fmla="*/ 59089 w 2169574"/>
              <a:gd name="connsiteY12" fmla="*/ 738578 h 738578"/>
              <a:gd name="connsiteX13" fmla="*/ 23451 w 2169574"/>
              <a:gd name="connsiteY13" fmla="*/ 680696 h 738578"/>
              <a:gd name="connsiteX14" fmla="*/ 1003 w 2169574"/>
              <a:gd name="connsiteY14" fmla="*/ 613854 h 738578"/>
              <a:gd name="connsiteX15" fmla="*/ 94404 w 2169574"/>
              <a:gd name="connsiteY15" fmla="*/ 546450 h 738578"/>
              <a:gd name="connsiteX16" fmla="*/ 183366 w 2169574"/>
              <a:gd name="connsiteY16" fmla="*/ 523608 h 738578"/>
              <a:gd name="connsiteX17" fmla="*/ 310470 w 2169574"/>
              <a:gd name="connsiteY17" fmla="*/ 503281 h 738578"/>
              <a:gd name="connsiteX18" fmla="*/ 426018 w 2169574"/>
              <a:gd name="connsiteY18" fmla="*/ 552014 h 738578"/>
              <a:gd name="connsiteX19" fmla="*/ 442067 w 2169574"/>
              <a:gd name="connsiteY19" fmla="*/ 476212 h 738578"/>
              <a:gd name="connsiteX20" fmla="*/ 497542 w 2169574"/>
              <a:gd name="connsiteY20" fmla="*/ 438766 h 738578"/>
              <a:gd name="connsiteX21" fmla="*/ 567085 w 2169574"/>
              <a:gd name="connsiteY21" fmla="*/ 445185 h 738578"/>
              <a:gd name="connsiteX22" fmla="*/ 591906 w 2169574"/>
              <a:gd name="connsiteY22" fmla="*/ 364943 h 738578"/>
              <a:gd name="connsiteX23" fmla="*/ 599182 w 2169574"/>
              <a:gd name="connsiteY23" fmla="*/ 348894 h 738578"/>
              <a:gd name="connsiteX24" fmla="*/ 614909 w 2169574"/>
              <a:gd name="connsiteY24" fmla="*/ 346166 h 738578"/>
              <a:gd name="connsiteX25" fmla="*/ 872379 w 2169574"/>
              <a:gd name="connsiteY25" fmla="*/ 434807 h 738578"/>
              <a:gd name="connsiteX26" fmla="*/ 893777 w 2169574"/>
              <a:gd name="connsiteY26" fmla="*/ 345845 h 738578"/>
              <a:gd name="connsiteX27" fmla="*/ 930849 w 2169574"/>
              <a:gd name="connsiteY27" fmla="*/ 236876 h 738578"/>
              <a:gd name="connsiteX28" fmla="*/ 1026658 w 2169574"/>
              <a:gd name="connsiteY28" fmla="*/ 261484 h 738578"/>
              <a:gd name="connsiteX29" fmla="*/ 1135467 w 2169574"/>
              <a:gd name="connsiteY29" fmla="*/ 418972 h 738578"/>
              <a:gd name="connsiteX30" fmla="*/ 1195595 w 2169574"/>
              <a:gd name="connsiteY30" fmla="*/ 339319 h 738578"/>
              <a:gd name="connsiteX31" fmla="*/ 1257274 w 2169574"/>
              <a:gd name="connsiteY31" fmla="*/ 239337 h 738578"/>
              <a:gd name="connsiteX32" fmla="*/ 1348697 w 2169574"/>
              <a:gd name="connsiteY32" fmla="*/ 238962 h 738578"/>
              <a:gd name="connsiteX33" fmla="*/ 1427334 w 2169574"/>
              <a:gd name="connsiteY33" fmla="*/ 290639 h 738578"/>
              <a:gd name="connsiteX34" fmla="*/ 1544274 w 2169574"/>
              <a:gd name="connsiteY34" fmla="*/ 403994 h 738578"/>
              <a:gd name="connsiteX35" fmla="*/ 1533575 w 2169574"/>
              <a:gd name="connsiteY35" fmla="*/ 0 h 738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69574" h="738578">
                <a:moveTo>
                  <a:pt x="1533575" y="0"/>
                </a:moveTo>
                <a:cubicBezTo>
                  <a:pt x="1588835" y="12358"/>
                  <a:pt x="1633931" y="53603"/>
                  <a:pt x="1663728" y="101641"/>
                </a:cubicBezTo>
                <a:cubicBezTo>
                  <a:pt x="1693524" y="149680"/>
                  <a:pt x="1710215" y="204565"/>
                  <a:pt x="1726263" y="258756"/>
                </a:cubicBezTo>
                <a:cubicBezTo>
                  <a:pt x="1718934" y="242065"/>
                  <a:pt x="1752154" y="229066"/>
                  <a:pt x="1770396" y="230403"/>
                </a:cubicBezTo>
                <a:cubicBezTo>
                  <a:pt x="1788638" y="231740"/>
                  <a:pt x="1803562" y="244793"/>
                  <a:pt x="1816990" y="257151"/>
                </a:cubicBezTo>
                <a:cubicBezTo>
                  <a:pt x="1846412" y="284379"/>
                  <a:pt x="1877225" y="313748"/>
                  <a:pt x="1887496" y="352532"/>
                </a:cubicBezTo>
                <a:cubicBezTo>
                  <a:pt x="1877386" y="314176"/>
                  <a:pt x="1896858" y="264105"/>
                  <a:pt x="1922750" y="234843"/>
                </a:cubicBezTo>
                <a:cubicBezTo>
                  <a:pt x="1930185" y="226712"/>
                  <a:pt x="1939600" y="220721"/>
                  <a:pt x="1946234" y="212054"/>
                </a:cubicBezTo>
                <a:cubicBezTo>
                  <a:pt x="1966294" y="185949"/>
                  <a:pt x="1956452" y="148502"/>
                  <a:pt x="1976030" y="121755"/>
                </a:cubicBezTo>
                <a:cubicBezTo>
                  <a:pt x="1993790" y="97629"/>
                  <a:pt x="2026690" y="91745"/>
                  <a:pt x="2056272" y="87840"/>
                </a:cubicBezTo>
                <a:cubicBezTo>
                  <a:pt x="2093933" y="82811"/>
                  <a:pt x="2136835" y="79708"/>
                  <a:pt x="2169574" y="95062"/>
                </a:cubicBezTo>
                <a:lnTo>
                  <a:pt x="2169574" y="738578"/>
                </a:lnTo>
                <a:lnTo>
                  <a:pt x="59089" y="738578"/>
                </a:lnTo>
                <a:lnTo>
                  <a:pt x="23451" y="680696"/>
                </a:lnTo>
                <a:cubicBezTo>
                  <a:pt x="8412" y="659686"/>
                  <a:pt x="-3624" y="638489"/>
                  <a:pt x="1003" y="613854"/>
                </a:cubicBezTo>
                <a:cubicBezTo>
                  <a:pt x="8545" y="573893"/>
                  <a:pt x="55033" y="556561"/>
                  <a:pt x="94404" y="546450"/>
                </a:cubicBezTo>
                <a:lnTo>
                  <a:pt x="183366" y="523608"/>
                </a:lnTo>
                <a:cubicBezTo>
                  <a:pt x="224878" y="512909"/>
                  <a:pt x="267460" y="502103"/>
                  <a:pt x="310470" y="503281"/>
                </a:cubicBezTo>
                <a:cubicBezTo>
                  <a:pt x="353480" y="504457"/>
                  <a:pt x="398041" y="519222"/>
                  <a:pt x="426018" y="552014"/>
                </a:cubicBezTo>
                <a:cubicBezTo>
                  <a:pt x="411789" y="525053"/>
                  <a:pt x="429978" y="504136"/>
                  <a:pt x="442067" y="476212"/>
                </a:cubicBezTo>
                <a:cubicBezTo>
                  <a:pt x="451268" y="454814"/>
                  <a:pt x="474163" y="441921"/>
                  <a:pt x="497542" y="438766"/>
                </a:cubicBezTo>
                <a:cubicBezTo>
                  <a:pt x="520919" y="435609"/>
                  <a:pt x="544296" y="440370"/>
                  <a:pt x="567085" y="445185"/>
                </a:cubicBezTo>
                <a:cubicBezTo>
                  <a:pt x="562644" y="420631"/>
                  <a:pt x="588268" y="389818"/>
                  <a:pt x="591906" y="364943"/>
                </a:cubicBezTo>
                <a:cubicBezTo>
                  <a:pt x="592120" y="358845"/>
                  <a:pt x="594741" y="353078"/>
                  <a:pt x="599182" y="348894"/>
                </a:cubicBezTo>
                <a:cubicBezTo>
                  <a:pt x="603942" y="346182"/>
                  <a:pt x="609506" y="345213"/>
                  <a:pt x="614909" y="346166"/>
                </a:cubicBezTo>
                <a:cubicBezTo>
                  <a:pt x="707080" y="352297"/>
                  <a:pt x="795989" y="382896"/>
                  <a:pt x="872379" y="434807"/>
                </a:cubicBezTo>
                <a:cubicBezTo>
                  <a:pt x="870881" y="406080"/>
                  <a:pt x="895329" y="374572"/>
                  <a:pt x="893777" y="345845"/>
                </a:cubicBezTo>
                <a:cubicBezTo>
                  <a:pt x="891584" y="305135"/>
                  <a:pt x="894419" y="255171"/>
                  <a:pt x="930849" y="236876"/>
                </a:cubicBezTo>
                <a:cubicBezTo>
                  <a:pt x="962036" y="221202"/>
                  <a:pt x="999537" y="239444"/>
                  <a:pt x="1026658" y="261484"/>
                </a:cubicBezTo>
                <a:cubicBezTo>
                  <a:pt x="1077157" y="302579"/>
                  <a:pt x="1114871" y="357207"/>
                  <a:pt x="1135467" y="418972"/>
                </a:cubicBezTo>
                <a:cubicBezTo>
                  <a:pt x="1140388" y="383024"/>
                  <a:pt x="1186340" y="374411"/>
                  <a:pt x="1195595" y="339319"/>
                </a:cubicBezTo>
                <a:cubicBezTo>
                  <a:pt x="1205865" y="300321"/>
                  <a:pt x="1221753" y="258434"/>
                  <a:pt x="1257274" y="239337"/>
                </a:cubicBezTo>
                <a:cubicBezTo>
                  <a:pt x="1284984" y="224412"/>
                  <a:pt x="1319542" y="227140"/>
                  <a:pt x="1348697" y="238962"/>
                </a:cubicBezTo>
                <a:cubicBezTo>
                  <a:pt x="1377851" y="250785"/>
                  <a:pt x="1402834" y="270845"/>
                  <a:pt x="1427334" y="290639"/>
                </a:cubicBezTo>
                <a:cubicBezTo>
                  <a:pt x="1475640" y="329582"/>
                  <a:pt x="1524428" y="345150"/>
                  <a:pt x="1544274" y="403994"/>
                </a:cubicBezTo>
                <a:cubicBezTo>
                  <a:pt x="1508540" y="270952"/>
                  <a:pt x="1473714" y="124109"/>
                  <a:pt x="1533575" y="0"/>
                </a:cubicBezTo>
                <a:close/>
              </a:path>
            </a:pathLst>
          </a:custGeom>
          <a:solidFill>
            <a:srgbClr val="214F4B"/>
          </a:solidFill>
          <a:ln w="9525" cap="flat">
            <a:noFill/>
            <a:prstDash val="solid"/>
            <a:miter/>
          </a:ln>
        </p:spPr>
        <p:txBody>
          <a:bodyPr wrap="square" rtlCol="0" anchor="ctr">
            <a:noAutofit/>
          </a:bodyPr>
          <a:lstStyle/>
          <a:p>
            <a:endParaRPr lang="en-US">
              <a:latin typeface="Arial" panose="020B0604020202020204" pitchFamily="34" charset="0"/>
              <a:sym typeface="Arial" panose="020B0604020202020204" pitchFamily="34" charset="0"/>
            </a:endParaRPr>
          </a:p>
        </p:txBody>
      </p:sp>
      <p:sp>
        <p:nvSpPr>
          <p:cNvPr id="191" name="任意多边形: 形状 190"/>
          <p:cNvSpPr/>
          <p:nvPr userDrawn="1">
            <p:custDataLst>
              <p:tags r:id="rId68"/>
            </p:custDataLst>
          </p:nvPr>
        </p:nvSpPr>
        <p:spPr>
          <a:xfrm>
            <a:off x="0" y="5665763"/>
            <a:ext cx="2174737" cy="1192824"/>
          </a:xfrm>
          <a:custGeom>
            <a:avLst/>
            <a:gdLst>
              <a:gd name="connsiteX0" fmla="*/ 75211 w 2174737"/>
              <a:gd name="connsiteY0" fmla="*/ 432 h 1192824"/>
              <a:gd name="connsiteX1" fmla="*/ 102698 w 2174737"/>
              <a:gd name="connsiteY1" fmla="*/ 4158 h 1192824"/>
              <a:gd name="connsiteX2" fmla="*/ 125704 w 2174737"/>
              <a:gd name="connsiteY2" fmla="*/ 34363 h 1192824"/>
              <a:gd name="connsiteX3" fmla="*/ 135068 w 2174737"/>
              <a:gd name="connsiteY3" fmla="*/ 533856 h 1192824"/>
              <a:gd name="connsiteX4" fmla="*/ 233285 w 2174737"/>
              <a:gd name="connsiteY4" fmla="*/ 400651 h 1192824"/>
              <a:gd name="connsiteX5" fmla="*/ 269179 w 2174737"/>
              <a:gd name="connsiteY5" fmla="*/ 370798 h 1192824"/>
              <a:gd name="connsiteX6" fmla="*/ 329186 w 2174737"/>
              <a:gd name="connsiteY6" fmla="*/ 419177 h 1192824"/>
              <a:gd name="connsiteX7" fmla="*/ 371725 w 2174737"/>
              <a:gd name="connsiteY7" fmla="*/ 522680 h 1192824"/>
              <a:gd name="connsiteX8" fmla="*/ 590512 w 2174737"/>
              <a:gd name="connsiteY8" fmla="*/ 353833 h 1192824"/>
              <a:gd name="connsiteX9" fmla="*/ 618049 w 2174737"/>
              <a:gd name="connsiteY9" fmla="*/ 348799 h 1192824"/>
              <a:gd name="connsiteX10" fmla="*/ 634561 w 2174737"/>
              <a:gd name="connsiteY10" fmla="*/ 367828 h 1192824"/>
              <a:gd name="connsiteX11" fmla="*/ 655855 w 2174737"/>
              <a:gd name="connsiteY11" fmla="*/ 571713 h 1192824"/>
              <a:gd name="connsiteX12" fmla="*/ 608987 w 2174737"/>
              <a:gd name="connsiteY12" fmla="*/ 784811 h 1192824"/>
              <a:gd name="connsiteX13" fmla="*/ 687823 w 2174737"/>
              <a:gd name="connsiteY13" fmla="*/ 718712 h 1192824"/>
              <a:gd name="connsiteX14" fmla="*/ 730311 w 2174737"/>
              <a:gd name="connsiteY14" fmla="*/ 700086 h 1192824"/>
              <a:gd name="connsiteX15" fmla="*/ 759963 w 2174737"/>
              <a:gd name="connsiteY15" fmla="*/ 722488 h 1192824"/>
              <a:gd name="connsiteX16" fmla="*/ 830441 w 2174737"/>
              <a:gd name="connsiteY16" fmla="*/ 819950 h 1192824"/>
              <a:gd name="connsiteX17" fmla="*/ 929514 w 2174737"/>
              <a:gd name="connsiteY17" fmla="*/ 682315 h 1192824"/>
              <a:gd name="connsiteX18" fmla="*/ 1049379 w 2174737"/>
              <a:gd name="connsiteY18" fmla="*/ 690068 h 1192824"/>
              <a:gd name="connsiteX19" fmla="*/ 1058189 w 2174737"/>
              <a:gd name="connsiteY19" fmla="*/ 640732 h 1192824"/>
              <a:gd name="connsiteX20" fmla="*/ 1088898 w 2174737"/>
              <a:gd name="connsiteY20" fmla="*/ 605493 h 1192824"/>
              <a:gd name="connsiteX21" fmla="*/ 1111904 w 2174737"/>
              <a:gd name="connsiteY21" fmla="*/ 613145 h 1192824"/>
              <a:gd name="connsiteX22" fmla="*/ 1229251 w 2174737"/>
              <a:gd name="connsiteY22" fmla="*/ 740963 h 1192824"/>
              <a:gd name="connsiteX23" fmla="*/ 1377558 w 2174737"/>
              <a:gd name="connsiteY23" fmla="*/ 554950 h 1192824"/>
              <a:gd name="connsiteX24" fmla="*/ 1483830 w 2174737"/>
              <a:gd name="connsiteY24" fmla="*/ 507326 h 1192824"/>
              <a:gd name="connsiteX25" fmla="*/ 1540767 w 2174737"/>
              <a:gd name="connsiteY25" fmla="*/ 563004 h 1192824"/>
              <a:gd name="connsiteX26" fmla="*/ 1550282 w 2174737"/>
              <a:gd name="connsiteY26" fmla="*/ 887357 h 1192824"/>
              <a:gd name="connsiteX27" fmla="*/ 1715655 w 2174737"/>
              <a:gd name="connsiteY27" fmla="*/ 836613 h 1192824"/>
              <a:gd name="connsiteX28" fmla="*/ 1758446 w 2174737"/>
              <a:gd name="connsiteY28" fmla="*/ 943086 h 1192824"/>
              <a:gd name="connsiteX29" fmla="*/ 1981461 w 2174737"/>
              <a:gd name="connsiteY29" fmla="*/ 902813 h 1192824"/>
              <a:gd name="connsiteX30" fmla="*/ 2148546 w 2174737"/>
              <a:gd name="connsiteY30" fmla="*/ 929242 h 1192824"/>
              <a:gd name="connsiteX31" fmla="*/ 2174724 w 2174737"/>
              <a:gd name="connsiteY31" fmla="*/ 983310 h 1192824"/>
              <a:gd name="connsiteX32" fmla="*/ 2157306 w 2174737"/>
              <a:gd name="connsiteY32" fmla="*/ 1037730 h 1192824"/>
              <a:gd name="connsiteX33" fmla="*/ 2019626 w 2174737"/>
              <a:gd name="connsiteY33" fmla="*/ 1179351 h 1192824"/>
              <a:gd name="connsiteX34" fmla="*/ 1992301 w 2174737"/>
              <a:gd name="connsiteY34" fmla="*/ 1192824 h 1192824"/>
              <a:gd name="connsiteX35" fmla="*/ 0 w 2174737"/>
              <a:gd name="connsiteY35" fmla="*/ 1192824 h 1192824"/>
              <a:gd name="connsiteX36" fmla="*/ 0 w 2174737"/>
              <a:gd name="connsiteY36" fmla="*/ 16743 h 1192824"/>
              <a:gd name="connsiteX37" fmla="*/ 75211 w 2174737"/>
              <a:gd name="connsiteY37" fmla="*/ 432 h 1192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174737" h="1192824">
                <a:moveTo>
                  <a:pt x="75211" y="432"/>
                </a:moveTo>
                <a:cubicBezTo>
                  <a:pt x="84541" y="-761"/>
                  <a:pt x="94022" y="523"/>
                  <a:pt x="102698" y="4158"/>
                </a:cubicBezTo>
                <a:cubicBezTo>
                  <a:pt x="114176" y="10148"/>
                  <a:pt x="120670" y="22533"/>
                  <a:pt x="125704" y="34363"/>
                </a:cubicBezTo>
                <a:cubicBezTo>
                  <a:pt x="195025" y="192487"/>
                  <a:pt x="193011" y="371201"/>
                  <a:pt x="135068" y="533856"/>
                </a:cubicBezTo>
                <a:cubicBezTo>
                  <a:pt x="167756" y="489354"/>
                  <a:pt x="200496" y="444952"/>
                  <a:pt x="233285" y="400651"/>
                </a:cubicBezTo>
                <a:cubicBezTo>
                  <a:pt x="242749" y="387814"/>
                  <a:pt x="253572" y="374071"/>
                  <a:pt x="269179" y="370798"/>
                </a:cubicBezTo>
                <a:cubicBezTo>
                  <a:pt x="296515" y="365009"/>
                  <a:pt x="317960" y="393654"/>
                  <a:pt x="329186" y="419177"/>
                </a:cubicBezTo>
                <a:cubicBezTo>
                  <a:pt x="342024" y="448325"/>
                  <a:pt x="364980" y="491569"/>
                  <a:pt x="371725" y="522680"/>
                </a:cubicBezTo>
                <a:cubicBezTo>
                  <a:pt x="432503" y="452202"/>
                  <a:pt x="506929" y="394761"/>
                  <a:pt x="590512" y="353833"/>
                </a:cubicBezTo>
                <a:cubicBezTo>
                  <a:pt x="599120" y="349504"/>
                  <a:pt x="609088" y="345376"/>
                  <a:pt x="618049" y="348799"/>
                </a:cubicBezTo>
                <a:cubicBezTo>
                  <a:pt x="626104" y="351870"/>
                  <a:pt x="630836" y="360025"/>
                  <a:pt x="634561" y="367828"/>
                </a:cubicBezTo>
                <a:cubicBezTo>
                  <a:pt x="664364" y="430756"/>
                  <a:pt x="667485" y="503298"/>
                  <a:pt x="655855" y="571713"/>
                </a:cubicBezTo>
                <a:cubicBezTo>
                  <a:pt x="644227" y="640128"/>
                  <a:pt x="634158" y="720122"/>
                  <a:pt x="608987" y="784811"/>
                </a:cubicBezTo>
                <a:lnTo>
                  <a:pt x="687823" y="718712"/>
                </a:lnTo>
                <a:cubicBezTo>
                  <a:pt x="700106" y="708442"/>
                  <a:pt x="714554" y="697518"/>
                  <a:pt x="730311" y="700086"/>
                </a:cubicBezTo>
                <a:cubicBezTo>
                  <a:pt x="742846" y="702351"/>
                  <a:pt x="752311" y="712419"/>
                  <a:pt x="759963" y="722488"/>
                </a:cubicBezTo>
                <a:cubicBezTo>
                  <a:pt x="782868" y="752995"/>
                  <a:pt x="823343" y="782394"/>
                  <a:pt x="830441" y="819950"/>
                </a:cubicBezTo>
                <a:cubicBezTo>
                  <a:pt x="867443" y="776052"/>
                  <a:pt x="877662" y="707033"/>
                  <a:pt x="929514" y="682315"/>
                </a:cubicBezTo>
                <a:cubicBezTo>
                  <a:pt x="965258" y="665248"/>
                  <a:pt x="1029242" y="655885"/>
                  <a:pt x="1049379" y="690068"/>
                </a:cubicBezTo>
                <a:cubicBezTo>
                  <a:pt x="1056376" y="674814"/>
                  <a:pt x="1055068" y="657395"/>
                  <a:pt x="1058189" y="640732"/>
                </a:cubicBezTo>
                <a:cubicBezTo>
                  <a:pt x="1061310" y="624069"/>
                  <a:pt x="1072134" y="606298"/>
                  <a:pt x="1088898" y="605493"/>
                </a:cubicBezTo>
                <a:cubicBezTo>
                  <a:pt x="1097154" y="605729"/>
                  <a:pt x="1105153" y="608388"/>
                  <a:pt x="1111904" y="613145"/>
                </a:cubicBezTo>
                <a:cubicBezTo>
                  <a:pt x="1153134" y="637913"/>
                  <a:pt x="1218427" y="694095"/>
                  <a:pt x="1229251" y="740963"/>
                </a:cubicBezTo>
                <a:cubicBezTo>
                  <a:pt x="1272097" y="673978"/>
                  <a:pt x="1321799" y="611640"/>
                  <a:pt x="1377558" y="554950"/>
                </a:cubicBezTo>
                <a:cubicBezTo>
                  <a:pt x="1406203" y="525801"/>
                  <a:pt x="1444564" y="496049"/>
                  <a:pt x="1483830" y="507326"/>
                </a:cubicBezTo>
                <a:cubicBezTo>
                  <a:pt x="1510109" y="514827"/>
                  <a:pt x="1527930" y="538941"/>
                  <a:pt x="1540767" y="563004"/>
                </a:cubicBezTo>
                <a:cubicBezTo>
                  <a:pt x="1595590" y="665853"/>
                  <a:pt x="1609232" y="786976"/>
                  <a:pt x="1550282" y="887357"/>
                </a:cubicBezTo>
                <a:cubicBezTo>
                  <a:pt x="1604444" y="867458"/>
                  <a:pt x="1659650" y="850518"/>
                  <a:pt x="1715655" y="836613"/>
                </a:cubicBezTo>
                <a:cubicBezTo>
                  <a:pt x="1739014" y="856297"/>
                  <a:pt x="1766299" y="913536"/>
                  <a:pt x="1758446" y="943086"/>
                </a:cubicBezTo>
                <a:cubicBezTo>
                  <a:pt x="1832414" y="927581"/>
                  <a:pt x="1906753" y="914155"/>
                  <a:pt x="1981461" y="902813"/>
                </a:cubicBezTo>
                <a:cubicBezTo>
                  <a:pt x="2039304" y="894003"/>
                  <a:pt x="2105957" y="889220"/>
                  <a:pt x="2148546" y="929242"/>
                </a:cubicBezTo>
                <a:cubicBezTo>
                  <a:pt x="2164122" y="943061"/>
                  <a:pt x="2173546" y="962518"/>
                  <a:pt x="2174724" y="983310"/>
                </a:cubicBezTo>
                <a:cubicBezTo>
                  <a:pt x="2175127" y="1002490"/>
                  <a:pt x="2166719" y="1020915"/>
                  <a:pt x="2157306" y="1037730"/>
                </a:cubicBezTo>
                <a:cubicBezTo>
                  <a:pt x="2124129" y="1096279"/>
                  <a:pt x="2076584" y="1144916"/>
                  <a:pt x="2019626" y="1179351"/>
                </a:cubicBezTo>
                <a:lnTo>
                  <a:pt x="1992301" y="1192824"/>
                </a:lnTo>
                <a:lnTo>
                  <a:pt x="0" y="1192824"/>
                </a:lnTo>
                <a:lnTo>
                  <a:pt x="0" y="16743"/>
                </a:lnTo>
                <a:cubicBezTo>
                  <a:pt x="24112" y="7571"/>
                  <a:pt x="49465" y="2074"/>
                  <a:pt x="75211" y="432"/>
                </a:cubicBezTo>
                <a:close/>
              </a:path>
            </a:pathLst>
          </a:custGeom>
          <a:solidFill>
            <a:srgbClr val="285E59"/>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Arial" panose="020B0604020202020204" pitchFamily="34" charset="0"/>
              <a:sym typeface="Arial" panose="020B0604020202020204" pitchFamily="34" charset="0"/>
            </a:endParaRPr>
          </a:p>
        </p:txBody>
      </p:sp>
      <p:sp>
        <p:nvSpPr>
          <p:cNvPr id="192" name="任意多边形: 形状 191"/>
          <p:cNvSpPr/>
          <p:nvPr userDrawn="1">
            <p:custDataLst>
              <p:tags r:id="rId69"/>
            </p:custDataLst>
          </p:nvPr>
        </p:nvSpPr>
        <p:spPr>
          <a:xfrm>
            <a:off x="0" y="6317828"/>
            <a:ext cx="1922057" cy="540172"/>
          </a:xfrm>
          <a:custGeom>
            <a:avLst/>
            <a:gdLst>
              <a:gd name="connsiteX0" fmla="*/ 446785 w 1922057"/>
              <a:gd name="connsiteY0" fmla="*/ 0 h 540172"/>
              <a:gd name="connsiteX1" fmla="*/ 460428 w 1922057"/>
              <a:gd name="connsiteY1" fmla="*/ 380032 h 540172"/>
              <a:gd name="connsiteX2" fmla="*/ 563528 w 1922057"/>
              <a:gd name="connsiteY2" fmla="*/ 266662 h 540172"/>
              <a:gd name="connsiteX3" fmla="*/ 634360 w 1922057"/>
              <a:gd name="connsiteY3" fmla="*/ 213450 h 540172"/>
              <a:gd name="connsiteX4" fmla="*/ 720293 w 1922057"/>
              <a:gd name="connsiteY4" fmla="*/ 208416 h 540172"/>
              <a:gd name="connsiteX5" fmla="*/ 784077 w 1922057"/>
              <a:gd name="connsiteY5" fmla="*/ 298679 h 540172"/>
              <a:gd name="connsiteX6" fmla="*/ 845242 w 1922057"/>
              <a:gd name="connsiteY6" fmla="*/ 369964 h 540172"/>
              <a:gd name="connsiteX7" fmla="*/ 938123 w 1922057"/>
              <a:gd name="connsiteY7" fmla="*/ 215565 h 540172"/>
              <a:gd name="connsiteX8" fmla="*/ 1026675 w 1922057"/>
              <a:gd name="connsiteY8" fmla="*/ 186820 h 540172"/>
              <a:gd name="connsiteX9" fmla="*/ 1067955 w 1922057"/>
              <a:gd name="connsiteY9" fmla="*/ 286950 h 540172"/>
              <a:gd name="connsiteX10" fmla="*/ 1093126 w 1922057"/>
              <a:gd name="connsiteY10" fmla="*/ 369259 h 540172"/>
              <a:gd name="connsiteX11" fmla="*/ 1329734 w 1922057"/>
              <a:gd name="connsiteY11" fmla="*/ 270790 h 540172"/>
              <a:gd name="connsiteX12" fmla="*/ 1344836 w 1922057"/>
              <a:gd name="connsiteY12" fmla="*/ 272451 h 540172"/>
              <a:gd name="connsiteX13" fmla="*/ 1352589 w 1922057"/>
              <a:gd name="connsiteY13" fmla="*/ 287101 h 540172"/>
              <a:gd name="connsiteX14" fmla="*/ 1380630 w 1922057"/>
              <a:gd name="connsiteY14" fmla="*/ 361204 h 540172"/>
              <a:gd name="connsiteX15" fmla="*/ 1445319 w 1922057"/>
              <a:gd name="connsiteY15" fmla="*/ 351136 h 540172"/>
              <a:gd name="connsiteX16" fmla="*/ 1499638 w 1922057"/>
              <a:gd name="connsiteY16" fmla="*/ 382851 h 540172"/>
              <a:gd name="connsiteX17" fmla="*/ 1519171 w 1922057"/>
              <a:gd name="connsiteY17" fmla="*/ 453330 h 540172"/>
              <a:gd name="connsiteX18" fmla="*/ 1624889 w 1922057"/>
              <a:gd name="connsiteY18" fmla="*/ 400824 h 540172"/>
              <a:gd name="connsiteX19" fmla="*/ 1745458 w 1922057"/>
              <a:gd name="connsiteY19" fmla="*/ 412402 h 540172"/>
              <a:gd name="connsiteX20" fmla="*/ 1830334 w 1922057"/>
              <a:gd name="connsiteY20" fmla="*/ 428612 h 540172"/>
              <a:gd name="connsiteX21" fmla="*/ 1922057 w 1922057"/>
              <a:gd name="connsiteY21" fmla="*/ 486405 h 540172"/>
              <a:gd name="connsiteX22" fmla="*/ 1907598 w 1922057"/>
              <a:gd name="connsiteY22" fmla="*/ 540172 h 540172"/>
              <a:gd name="connsiteX23" fmla="*/ 0 w 1922057"/>
              <a:gd name="connsiteY23" fmla="*/ 540172 h 540172"/>
              <a:gd name="connsiteX24" fmla="*/ 0 w 1922057"/>
              <a:gd name="connsiteY24" fmla="*/ 118656 h 540172"/>
              <a:gd name="connsiteX25" fmla="*/ 38260 w 1922057"/>
              <a:gd name="connsiteY25" fmla="*/ 140505 h 540172"/>
              <a:gd name="connsiteX26" fmla="*/ 71587 w 1922057"/>
              <a:gd name="connsiteY26" fmla="*/ 223619 h 540172"/>
              <a:gd name="connsiteX27" fmla="*/ 94995 w 1922057"/>
              <a:gd name="connsiteY27" fmla="*/ 243756 h 540172"/>
              <a:gd name="connsiteX28" fmla="*/ 135269 w 1922057"/>
              <a:gd name="connsiteY28" fmla="*/ 352092 h 540172"/>
              <a:gd name="connsiteX29" fmla="*/ 195780 w 1922057"/>
              <a:gd name="connsiteY29" fmla="*/ 257953 h 540172"/>
              <a:gd name="connsiteX30" fmla="*/ 237916 w 1922057"/>
              <a:gd name="connsiteY30" fmla="*/ 230264 h 540172"/>
              <a:gd name="connsiteX31" fmla="*/ 281110 w 1922057"/>
              <a:gd name="connsiteY31" fmla="*/ 254228 h 540172"/>
              <a:gd name="connsiteX32" fmla="*/ 330546 w 1922057"/>
              <a:gd name="connsiteY32" fmla="*/ 103202 h 540172"/>
              <a:gd name="connsiteX33" fmla="*/ 446785 w 1922057"/>
              <a:gd name="connsiteY33" fmla="*/ 0 h 540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922057" h="540172">
                <a:moveTo>
                  <a:pt x="446785" y="0"/>
                </a:moveTo>
                <a:cubicBezTo>
                  <a:pt x="510317" y="113219"/>
                  <a:pt x="486304" y="252969"/>
                  <a:pt x="460428" y="380032"/>
                </a:cubicBezTo>
                <a:cubicBezTo>
                  <a:pt x="475581" y="323649"/>
                  <a:pt x="520486" y="306130"/>
                  <a:pt x="563528" y="266662"/>
                </a:cubicBezTo>
                <a:cubicBezTo>
                  <a:pt x="585377" y="246626"/>
                  <a:pt x="607628" y="226338"/>
                  <a:pt x="634360" y="213450"/>
                </a:cubicBezTo>
                <a:cubicBezTo>
                  <a:pt x="661091" y="200563"/>
                  <a:pt x="693361" y="196032"/>
                  <a:pt x="720293" y="208416"/>
                </a:cubicBezTo>
                <a:cubicBezTo>
                  <a:pt x="754727" y="224274"/>
                  <a:pt x="772095" y="262634"/>
                  <a:pt x="784077" y="298679"/>
                </a:cubicBezTo>
                <a:cubicBezTo>
                  <a:pt x="794900" y="331049"/>
                  <a:pt x="838547" y="336436"/>
                  <a:pt x="845242" y="369964"/>
                </a:cubicBezTo>
                <a:cubicBezTo>
                  <a:pt x="860914" y="310721"/>
                  <a:pt x="893132" y="257167"/>
                  <a:pt x="938123" y="215565"/>
                </a:cubicBezTo>
                <a:cubicBezTo>
                  <a:pt x="962337" y="193314"/>
                  <a:pt x="996470" y="173932"/>
                  <a:pt x="1026675" y="186820"/>
                </a:cubicBezTo>
                <a:cubicBezTo>
                  <a:pt x="1061964" y="201872"/>
                  <a:pt x="1067603" y="248640"/>
                  <a:pt x="1067955" y="286950"/>
                </a:cubicBezTo>
                <a:cubicBezTo>
                  <a:pt x="1067955" y="313883"/>
                  <a:pt x="1092875" y="342175"/>
                  <a:pt x="1093126" y="369259"/>
                </a:cubicBezTo>
                <a:cubicBezTo>
                  <a:pt x="1161843" y="315992"/>
                  <a:pt x="1243513" y="282001"/>
                  <a:pt x="1329734" y="270790"/>
                </a:cubicBezTo>
                <a:cubicBezTo>
                  <a:pt x="1334808" y="269562"/>
                  <a:pt x="1340149" y="270145"/>
                  <a:pt x="1344836" y="272451"/>
                </a:cubicBezTo>
                <a:cubicBezTo>
                  <a:pt x="1349226" y="276141"/>
                  <a:pt x="1352010" y="281397"/>
                  <a:pt x="1352589" y="287101"/>
                </a:cubicBezTo>
                <a:cubicBezTo>
                  <a:pt x="1357472" y="310308"/>
                  <a:pt x="1383348" y="337694"/>
                  <a:pt x="1380630" y="361204"/>
                </a:cubicBezTo>
                <a:cubicBezTo>
                  <a:pt x="1401773" y="355415"/>
                  <a:pt x="1423420" y="349625"/>
                  <a:pt x="1445319" y="351136"/>
                </a:cubicBezTo>
                <a:cubicBezTo>
                  <a:pt x="1467218" y="352646"/>
                  <a:pt x="1489570" y="363318"/>
                  <a:pt x="1499638" y="382851"/>
                </a:cubicBezTo>
                <a:cubicBezTo>
                  <a:pt x="1512626" y="408676"/>
                  <a:pt x="1531001" y="427253"/>
                  <a:pt x="1519171" y="453330"/>
                </a:cubicBezTo>
                <a:cubicBezTo>
                  <a:pt x="1543536" y="420960"/>
                  <a:pt x="1584514" y="404347"/>
                  <a:pt x="1624889" y="400824"/>
                </a:cubicBezTo>
                <a:cubicBezTo>
                  <a:pt x="1665263" y="397299"/>
                  <a:pt x="1705688" y="404801"/>
                  <a:pt x="1745458" y="412402"/>
                </a:cubicBezTo>
                <a:lnTo>
                  <a:pt x="1830334" y="428612"/>
                </a:lnTo>
                <a:cubicBezTo>
                  <a:pt x="1867940" y="435761"/>
                  <a:pt x="1912644" y="449302"/>
                  <a:pt x="1922057" y="486405"/>
                </a:cubicBezTo>
                <a:lnTo>
                  <a:pt x="1907598" y="540172"/>
                </a:lnTo>
                <a:lnTo>
                  <a:pt x="0" y="540172"/>
                </a:lnTo>
                <a:lnTo>
                  <a:pt x="0" y="118656"/>
                </a:lnTo>
                <a:cubicBezTo>
                  <a:pt x="14780" y="121611"/>
                  <a:pt x="28204" y="129279"/>
                  <a:pt x="38260" y="140505"/>
                </a:cubicBezTo>
                <a:cubicBezTo>
                  <a:pt x="58246" y="164568"/>
                  <a:pt x="51450" y="200261"/>
                  <a:pt x="71587" y="223619"/>
                </a:cubicBezTo>
                <a:cubicBezTo>
                  <a:pt x="78332" y="231473"/>
                  <a:pt x="87696" y="236507"/>
                  <a:pt x="94995" y="243756"/>
                </a:cubicBezTo>
                <a:cubicBezTo>
                  <a:pt x="121274" y="269682"/>
                  <a:pt x="142518" y="315544"/>
                  <a:pt x="135269" y="352092"/>
                </a:cubicBezTo>
                <a:cubicBezTo>
                  <a:pt x="142619" y="315091"/>
                  <a:pt x="169804" y="285440"/>
                  <a:pt x="195780" y="257953"/>
                </a:cubicBezTo>
                <a:cubicBezTo>
                  <a:pt x="207711" y="245367"/>
                  <a:pt x="220850" y="232429"/>
                  <a:pt x="237916" y="230264"/>
                </a:cubicBezTo>
                <a:cubicBezTo>
                  <a:pt x="254983" y="228100"/>
                  <a:pt x="287000" y="238118"/>
                  <a:pt x="281110" y="254228"/>
                </a:cubicBezTo>
                <a:cubicBezTo>
                  <a:pt x="293142" y="202627"/>
                  <a:pt x="305375" y="150070"/>
                  <a:pt x="330546" y="103202"/>
                </a:cubicBezTo>
                <a:cubicBezTo>
                  <a:pt x="355717" y="56333"/>
                  <a:pt x="395739" y="15103"/>
                  <a:pt x="446785" y="0"/>
                </a:cubicBezTo>
                <a:close/>
              </a:path>
            </a:pathLst>
          </a:custGeom>
          <a:solidFill>
            <a:srgbClr val="214F4B"/>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en-US">
              <a:latin typeface="Arial" panose="020B0604020202020204" pitchFamily="34" charset="0"/>
              <a:sym typeface="Arial" panose="020B0604020202020204" pitchFamily="34" charset="0"/>
            </a:endParaRPr>
          </a:p>
        </p:txBody>
      </p:sp>
      <p:sp>
        <p:nvSpPr>
          <p:cNvPr id="194" name="任意多边形: 形状 193"/>
          <p:cNvSpPr/>
          <p:nvPr userDrawn="1">
            <p:custDataLst>
              <p:tags r:id="rId70"/>
            </p:custDataLst>
          </p:nvPr>
        </p:nvSpPr>
        <p:spPr>
          <a:xfrm>
            <a:off x="1209949" y="4539055"/>
            <a:ext cx="4868312" cy="480766"/>
          </a:xfrm>
          <a:custGeom>
            <a:avLst/>
            <a:gdLst>
              <a:gd name="connsiteX0" fmla="*/ 0 w 4406900"/>
              <a:gd name="connsiteY0" fmla="*/ 152400 h 802095"/>
              <a:gd name="connsiteX1" fmla="*/ 1028700 w 4406900"/>
              <a:gd name="connsiteY1" fmla="*/ 800100 h 802095"/>
              <a:gd name="connsiteX2" fmla="*/ 3200400 w 4406900"/>
              <a:gd name="connsiteY2" fmla="*/ 342900 h 802095"/>
              <a:gd name="connsiteX3" fmla="*/ 4406900 w 4406900"/>
              <a:gd name="connsiteY3" fmla="*/ 0 h 802095"/>
              <a:gd name="connsiteX0-1" fmla="*/ 0 w 4406900"/>
              <a:gd name="connsiteY0-2" fmla="*/ 152400 h 691266"/>
              <a:gd name="connsiteX1-3" fmla="*/ 1527046 w 4406900"/>
              <a:gd name="connsiteY1-4" fmla="*/ 688446 h 691266"/>
              <a:gd name="connsiteX2-5" fmla="*/ 3200400 w 4406900"/>
              <a:gd name="connsiteY2-6" fmla="*/ 342900 h 691266"/>
              <a:gd name="connsiteX3-7" fmla="*/ 4406900 w 4406900"/>
              <a:gd name="connsiteY3-8" fmla="*/ 0 h 691266"/>
              <a:gd name="connsiteX0-9" fmla="*/ 0 w 4406900"/>
              <a:gd name="connsiteY0-10" fmla="*/ 152400 h 688474"/>
              <a:gd name="connsiteX1-11" fmla="*/ 1527046 w 4406900"/>
              <a:gd name="connsiteY1-12" fmla="*/ 688446 h 688474"/>
              <a:gd name="connsiteX2-13" fmla="*/ 3432389 w 4406900"/>
              <a:gd name="connsiteY2-14" fmla="*/ 175419 h 688474"/>
              <a:gd name="connsiteX3-15" fmla="*/ 4406900 w 4406900"/>
              <a:gd name="connsiteY3-16" fmla="*/ 0 h 688474"/>
              <a:gd name="connsiteX0-17" fmla="*/ 0 w 4810733"/>
              <a:gd name="connsiteY0-18" fmla="*/ 88598 h 624672"/>
              <a:gd name="connsiteX1-19" fmla="*/ 1527046 w 4810733"/>
              <a:gd name="connsiteY1-20" fmla="*/ 624644 h 624672"/>
              <a:gd name="connsiteX2-21" fmla="*/ 3432389 w 4810733"/>
              <a:gd name="connsiteY2-22" fmla="*/ 111617 h 624672"/>
              <a:gd name="connsiteX3-23" fmla="*/ 4810733 w 4810733"/>
              <a:gd name="connsiteY3-24" fmla="*/ 0 h 624672"/>
              <a:gd name="connsiteX0-25" fmla="*/ 0 w 4716219"/>
              <a:gd name="connsiteY0-26" fmla="*/ 216203 h 626313"/>
              <a:gd name="connsiteX1-27" fmla="*/ 1432532 w 4716219"/>
              <a:gd name="connsiteY1-28" fmla="*/ 624644 h 626313"/>
              <a:gd name="connsiteX2-29" fmla="*/ 3337875 w 4716219"/>
              <a:gd name="connsiteY2-30" fmla="*/ 111617 h 626313"/>
              <a:gd name="connsiteX3-31" fmla="*/ 4716219 w 4716219"/>
              <a:gd name="connsiteY3-32" fmla="*/ 0 h 626313"/>
              <a:gd name="connsiteX0-33" fmla="*/ 0 w 4716219"/>
              <a:gd name="connsiteY0-34" fmla="*/ 216203 h 540808"/>
              <a:gd name="connsiteX1-35" fmla="*/ 1380979 w 4716219"/>
              <a:gd name="connsiteY1-36" fmla="*/ 536916 h 540808"/>
              <a:gd name="connsiteX2-37" fmla="*/ 3337875 w 4716219"/>
              <a:gd name="connsiteY2-38" fmla="*/ 111617 h 540808"/>
              <a:gd name="connsiteX3-39" fmla="*/ 4716219 w 4716219"/>
              <a:gd name="connsiteY3-40" fmla="*/ 0 h 540808"/>
              <a:gd name="connsiteX0-41" fmla="*/ 0 w 4716219"/>
              <a:gd name="connsiteY0-42" fmla="*/ 216203 h 542500"/>
              <a:gd name="connsiteX1-43" fmla="*/ 1380979 w 4716219"/>
              <a:gd name="connsiteY1-44" fmla="*/ 536916 h 542500"/>
              <a:gd name="connsiteX2-45" fmla="*/ 3475350 w 4716219"/>
              <a:gd name="connsiteY2-46" fmla="*/ 79715 h 542500"/>
              <a:gd name="connsiteX3-47" fmla="*/ 4716219 w 4716219"/>
              <a:gd name="connsiteY3-48" fmla="*/ 0 h 542500"/>
              <a:gd name="connsiteX0-49" fmla="*/ 0 w 5480923"/>
              <a:gd name="connsiteY0-50" fmla="*/ 190754 h 517051"/>
              <a:gd name="connsiteX1-51" fmla="*/ 1380979 w 5480923"/>
              <a:gd name="connsiteY1-52" fmla="*/ 511467 h 517051"/>
              <a:gd name="connsiteX2-53" fmla="*/ 3475350 w 5480923"/>
              <a:gd name="connsiteY2-54" fmla="*/ 54266 h 517051"/>
              <a:gd name="connsiteX3-55" fmla="*/ 5480923 w 5480923"/>
              <a:gd name="connsiteY3-56" fmla="*/ 38353 h 517051"/>
              <a:gd name="connsiteX0-57" fmla="*/ 0 w 5111459"/>
              <a:gd name="connsiteY0-58" fmla="*/ 280006 h 606303"/>
              <a:gd name="connsiteX1-59" fmla="*/ 1380979 w 5111459"/>
              <a:gd name="connsiteY1-60" fmla="*/ 600719 h 606303"/>
              <a:gd name="connsiteX2-61" fmla="*/ 3475350 w 5111459"/>
              <a:gd name="connsiteY2-62" fmla="*/ 143518 h 606303"/>
              <a:gd name="connsiteX3-63" fmla="*/ 5111459 w 5111459"/>
              <a:gd name="connsiteY3-64" fmla="*/ 0 h 606303"/>
              <a:gd name="connsiteX0-65" fmla="*/ 0 w 5111459"/>
              <a:gd name="connsiteY0-66" fmla="*/ 280006 h 605022"/>
              <a:gd name="connsiteX1-67" fmla="*/ 1380979 w 5111459"/>
              <a:gd name="connsiteY1-68" fmla="*/ 600719 h 605022"/>
              <a:gd name="connsiteX2-69" fmla="*/ 3080109 w 5111459"/>
              <a:gd name="connsiteY2-70" fmla="*/ 167444 h 605022"/>
              <a:gd name="connsiteX3-71" fmla="*/ 5111459 w 5111459"/>
              <a:gd name="connsiteY3-72" fmla="*/ 0 h 605022"/>
              <a:gd name="connsiteX0-73" fmla="*/ 0 w 4656073"/>
              <a:gd name="connsiteY0-74" fmla="*/ 240130 h 565146"/>
              <a:gd name="connsiteX1-75" fmla="*/ 1380979 w 4656073"/>
              <a:gd name="connsiteY1-76" fmla="*/ 560843 h 565146"/>
              <a:gd name="connsiteX2-77" fmla="*/ 3080109 w 4656073"/>
              <a:gd name="connsiteY2-78" fmla="*/ 127568 h 565146"/>
              <a:gd name="connsiteX3-79" fmla="*/ 4656073 w 4656073"/>
              <a:gd name="connsiteY3-80" fmla="*/ 0 h 565146"/>
              <a:gd name="connsiteX0-81" fmla="*/ 0 w 4656073"/>
              <a:gd name="connsiteY0-82" fmla="*/ 240130 h 572500"/>
              <a:gd name="connsiteX1-83" fmla="*/ 1380979 w 4656073"/>
              <a:gd name="connsiteY1-84" fmla="*/ 560843 h 572500"/>
              <a:gd name="connsiteX2-85" fmla="*/ 4656073 w 4656073"/>
              <a:gd name="connsiteY2-86" fmla="*/ 0 h 572500"/>
              <a:gd name="connsiteX0-87" fmla="*/ 0 w 3796854"/>
              <a:gd name="connsiteY0-88" fmla="*/ 272032 h 606387"/>
              <a:gd name="connsiteX1-89" fmla="*/ 1380979 w 3796854"/>
              <a:gd name="connsiteY1-90" fmla="*/ 592745 h 606387"/>
              <a:gd name="connsiteX2-91" fmla="*/ 3796854 w 3796854"/>
              <a:gd name="connsiteY2-92" fmla="*/ 0 h 606387"/>
              <a:gd name="connsiteX0-93" fmla="*/ 0 w 3796854"/>
              <a:gd name="connsiteY0-94" fmla="*/ 104550 h 593810"/>
              <a:gd name="connsiteX1-95" fmla="*/ 1380979 w 3796854"/>
              <a:gd name="connsiteY1-96" fmla="*/ 592745 h 593810"/>
              <a:gd name="connsiteX2-97" fmla="*/ 3796854 w 3796854"/>
              <a:gd name="connsiteY2-98" fmla="*/ 0 h 593810"/>
            </a:gdLst>
            <a:ahLst/>
            <a:cxnLst>
              <a:cxn ang="0">
                <a:pos x="connsiteX0-1" y="connsiteY0-2"/>
              </a:cxn>
              <a:cxn ang="0">
                <a:pos x="connsiteX1-3" y="connsiteY1-4"/>
              </a:cxn>
              <a:cxn ang="0">
                <a:pos x="connsiteX2-5" y="connsiteY2-6"/>
              </a:cxn>
            </a:cxnLst>
            <a:rect l="l" t="t" r="r" b="b"/>
            <a:pathLst>
              <a:path w="3796854" h="593810">
                <a:moveTo>
                  <a:pt x="0" y="104550"/>
                </a:moveTo>
                <a:cubicBezTo>
                  <a:pt x="247650" y="412525"/>
                  <a:pt x="748170" y="610170"/>
                  <a:pt x="1380979" y="592745"/>
                </a:cubicBezTo>
                <a:cubicBezTo>
                  <a:pt x="2013788" y="575320"/>
                  <a:pt x="3114543" y="116842"/>
                  <a:pt x="3796854" y="0"/>
                </a:cubicBezTo>
              </a:path>
            </a:pathLst>
          </a:custGeom>
          <a:noFill/>
          <a:ln w="76200">
            <a:solidFill>
              <a:schemeClr val="bg2">
                <a:lumMod val="50000"/>
                <a:alpha val="10000"/>
              </a:schemeClr>
            </a:solidFill>
            <a:prstDash val="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latin typeface="Arial" panose="020B0604020202020204" pitchFamily="34" charset="0"/>
              <a:sym typeface="Arial" panose="020B0604020202020204" pitchFamily="34" charset="0"/>
            </a:endParaRPr>
          </a:p>
        </p:txBody>
      </p:sp>
      <p:sp>
        <p:nvSpPr>
          <p:cNvPr id="466" name="任意多边形: 形状 465"/>
          <p:cNvSpPr/>
          <p:nvPr userDrawn="1">
            <p:custDataLst>
              <p:tags r:id="rId71"/>
            </p:custDataLst>
          </p:nvPr>
        </p:nvSpPr>
        <p:spPr>
          <a:xfrm>
            <a:off x="8433078" y="2619249"/>
            <a:ext cx="3315889" cy="1653353"/>
          </a:xfrm>
          <a:custGeom>
            <a:avLst/>
            <a:gdLst>
              <a:gd name="connsiteX0" fmla="*/ 1138985 w 3315771"/>
              <a:gd name="connsiteY0" fmla="*/ -373 h 1653300"/>
              <a:gd name="connsiteX1" fmla="*/ 1806689 w 3315771"/>
              <a:gd name="connsiteY1" fmla="*/ 70659 h 1653300"/>
              <a:gd name="connsiteX2" fmla="*/ 1944823 w 3315771"/>
              <a:gd name="connsiteY2" fmla="*/ 132220 h 1653300"/>
              <a:gd name="connsiteX3" fmla="*/ 2337016 w 3315771"/>
              <a:gd name="connsiteY3" fmla="*/ 291712 h 1653300"/>
              <a:gd name="connsiteX4" fmla="*/ 2569055 w 3315771"/>
              <a:gd name="connsiteY4" fmla="*/ 491786 h 1653300"/>
              <a:gd name="connsiteX5" fmla="*/ 2864881 w 3315771"/>
              <a:gd name="connsiteY5" fmla="*/ 749633 h 1653300"/>
              <a:gd name="connsiteX6" fmla="*/ 3290554 w 3315771"/>
              <a:gd name="connsiteY6" fmla="*/ 1112040 h 1653300"/>
              <a:gd name="connsiteX7" fmla="*/ 3307886 w 3315771"/>
              <a:gd name="connsiteY7" fmla="*/ 1257088 h 1653300"/>
              <a:gd name="connsiteX8" fmla="*/ 3048570 w 3315771"/>
              <a:gd name="connsiteY8" fmla="*/ 1460004 h 1653300"/>
              <a:gd name="connsiteX9" fmla="*/ 2660261 w 3315771"/>
              <a:gd name="connsiteY9" fmla="*/ 1605289 h 1653300"/>
              <a:gd name="connsiteX10" fmla="*/ 2619298 w 3315771"/>
              <a:gd name="connsiteY10" fmla="*/ 1409524 h 1653300"/>
              <a:gd name="connsiteX11" fmla="*/ 2483295 w 3315771"/>
              <a:gd name="connsiteY11" fmla="*/ 1300891 h 1653300"/>
              <a:gd name="connsiteX12" fmla="*/ 2480691 w 3315771"/>
              <a:gd name="connsiteY12" fmla="*/ 1047496 h 1653300"/>
              <a:gd name="connsiteX13" fmla="*/ 2186001 w 3315771"/>
              <a:gd name="connsiteY13" fmla="*/ 882748 h 1653300"/>
              <a:gd name="connsiteX14" fmla="*/ 2159767 w 3315771"/>
              <a:gd name="connsiteY14" fmla="*/ 1104842 h 1653300"/>
              <a:gd name="connsiteX15" fmla="*/ 1685887 w 3315771"/>
              <a:gd name="connsiteY15" fmla="*/ 1388356 h 1653300"/>
              <a:gd name="connsiteX16" fmla="*/ 730597 w 3315771"/>
              <a:gd name="connsiteY16" fmla="*/ 1301602 h 1653300"/>
              <a:gd name="connsiteX17" fmla="*/ 714544 w 3315771"/>
              <a:gd name="connsiteY17" fmla="*/ 1220341 h 1653300"/>
              <a:gd name="connsiteX18" fmla="*/ 598761 w 3315771"/>
              <a:gd name="connsiteY18" fmla="*/ 1494999 h 1653300"/>
              <a:gd name="connsiteX19" fmla="*/ 507934 w 3315771"/>
              <a:gd name="connsiteY19" fmla="*/ 1652927 h 1653300"/>
              <a:gd name="connsiteX20" fmla="*/ 92585 w 3315771"/>
              <a:gd name="connsiteY20" fmla="*/ 1626693 h 1653300"/>
              <a:gd name="connsiteX21" fmla="*/ 49966 w 3315771"/>
              <a:gd name="connsiteY21" fmla="*/ 1585825 h 1653300"/>
              <a:gd name="connsiteX22" fmla="*/ -373 w 3315771"/>
              <a:gd name="connsiteY22" fmla="*/ 1556466 h 1653300"/>
              <a:gd name="connsiteX23" fmla="*/ 198802 w 3315771"/>
              <a:gd name="connsiteY23" fmla="*/ 1385988 h 1653300"/>
              <a:gd name="connsiteX24" fmla="*/ 326660 w 3315771"/>
              <a:gd name="connsiteY24" fmla="*/ 940568 h 1653300"/>
              <a:gd name="connsiteX25" fmla="*/ 499032 w 3315771"/>
              <a:gd name="connsiteY25" fmla="*/ 276605 h 1653300"/>
              <a:gd name="connsiteX26" fmla="*/ 608658 w 3315771"/>
              <a:gd name="connsiteY26" fmla="*/ 141928 h 1653300"/>
              <a:gd name="connsiteX27" fmla="*/ 863191 w 3315771"/>
              <a:gd name="connsiteY27" fmla="*/ 45656 h 1653300"/>
              <a:gd name="connsiteX28" fmla="*/ 1138985 w 3315771"/>
              <a:gd name="connsiteY28" fmla="*/ -373 h 1653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5771" h="1653300">
                <a:moveTo>
                  <a:pt x="1138985" y="-373"/>
                </a:moveTo>
                <a:lnTo>
                  <a:pt x="1806689" y="70659"/>
                </a:lnTo>
                <a:cubicBezTo>
                  <a:pt x="1850492" y="95842"/>
                  <a:pt x="1896805" y="116470"/>
                  <a:pt x="1944823" y="132220"/>
                </a:cubicBezTo>
                <a:cubicBezTo>
                  <a:pt x="2049620" y="167405"/>
                  <a:pt x="2198740" y="205384"/>
                  <a:pt x="2337016" y="291712"/>
                </a:cubicBezTo>
                <a:cubicBezTo>
                  <a:pt x="2427275" y="347969"/>
                  <a:pt x="2491346" y="416634"/>
                  <a:pt x="2569055" y="491786"/>
                </a:cubicBezTo>
                <a:cubicBezTo>
                  <a:pt x="2657845" y="577924"/>
                  <a:pt x="2759895" y="671734"/>
                  <a:pt x="2864881" y="749633"/>
                </a:cubicBezTo>
                <a:cubicBezTo>
                  <a:pt x="3042982" y="881611"/>
                  <a:pt x="3229892" y="1002982"/>
                  <a:pt x="3290554" y="1112040"/>
                </a:cubicBezTo>
                <a:cubicBezTo>
                  <a:pt x="3315888" y="1155990"/>
                  <a:pt x="3322187" y="1208403"/>
                  <a:pt x="3307886" y="1257088"/>
                </a:cubicBezTo>
                <a:cubicBezTo>
                  <a:pt x="3280609" y="1351088"/>
                  <a:pt x="3167526" y="1406540"/>
                  <a:pt x="3048570" y="1460004"/>
                </a:cubicBezTo>
                <a:cubicBezTo>
                  <a:pt x="2857730" y="1545811"/>
                  <a:pt x="2660261" y="1605289"/>
                  <a:pt x="2660261" y="1605289"/>
                </a:cubicBezTo>
                <a:cubicBezTo>
                  <a:pt x="2660261" y="1605289"/>
                  <a:pt x="2663528" y="1485575"/>
                  <a:pt x="2619298" y="1409524"/>
                </a:cubicBezTo>
                <a:cubicBezTo>
                  <a:pt x="2575069" y="1333472"/>
                  <a:pt x="2483295" y="1300891"/>
                  <a:pt x="2483295" y="1300891"/>
                </a:cubicBezTo>
                <a:lnTo>
                  <a:pt x="2480691" y="1047496"/>
                </a:lnTo>
                <a:lnTo>
                  <a:pt x="2186001" y="882748"/>
                </a:lnTo>
                <a:lnTo>
                  <a:pt x="2159767" y="1104842"/>
                </a:lnTo>
                <a:cubicBezTo>
                  <a:pt x="2159767" y="1104842"/>
                  <a:pt x="2043226" y="1339154"/>
                  <a:pt x="1685887" y="1388356"/>
                </a:cubicBezTo>
                <a:cubicBezTo>
                  <a:pt x="1328547" y="1437558"/>
                  <a:pt x="730597" y="1301602"/>
                  <a:pt x="730597" y="1301602"/>
                </a:cubicBezTo>
                <a:lnTo>
                  <a:pt x="714544" y="1220341"/>
                </a:lnTo>
                <a:cubicBezTo>
                  <a:pt x="714544" y="1220341"/>
                  <a:pt x="645548" y="1374718"/>
                  <a:pt x="598761" y="1494999"/>
                </a:cubicBezTo>
                <a:cubicBezTo>
                  <a:pt x="555242" y="1606662"/>
                  <a:pt x="507934" y="1652927"/>
                  <a:pt x="507934" y="1652927"/>
                </a:cubicBezTo>
                <a:lnTo>
                  <a:pt x="92585" y="1626693"/>
                </a:lnTo>
                <a:cubicBezTo>
                  <a:pt x="79799" y="1611681"/>
                  <a:pt x="65498" y="1597948"/>
                  <a:pt x="49966" y="1585825"/>
                </a:cubicBezTo>
                <a:cubicBezTo>
                  <a:pt x="34244" y="1574318"/>
                  <a:pt x="17386" y="1564516"/>
                  <a:pt x="-373" y="1556466"/>
                </a:cubicBezTo>
                <a:cubicBezTo>
                  <a:pt x="-373" y="1556466"/>
                  <a:pt x="172520" y="1455979"/>
                  <a:pt x="198802" y="1385988"/>
                </a:cubicBezTo>
                <a:cubicBezTo>
                  <a:pt x="240237" y="1275651"/>
                  <a:pt x="284561" y="1115213"/>
                  <a:pt x="326660" y="940568"/>
                </a:cubicBezTo>
                <a:cubicBezTo>
                  <a:pt x="392957" y="664158"/>
                  <a:pt x="454992" y="365680"/>
                  <a:pt x="499032" y="276605"/>
                </a:cubicBezTo>
                <a:cubicBezTo>
                  <a:pt x="530097" y="213813"/>
                  <a:pt x="563150" y="180333"/>
                  <a:pt x="608658" y="141928"/>
                </a:cubicBezTo>
                <a:cubicBezTo>
                  <a:pt x="677749" y="83587"/>
                  <a:pt x="785055" y="66776"/>
                  <a:pt x="863191" y="45656"/>
                </a:cubicBezTo>
                <a:cubicBezTo>
                  <a:pt x="1020977" y="3037"/>
                  <a:pt x="1138985" y="-373"/>
                  <a:pt x="1138985" y="-373"/>
                </a:cubicBezTo>
                <a:close/>
              </a:path>
            </a:pathLst>
          </a:custGeom>
          <a:solidFill>
            <a:schemeClr val="accent3">
              <a:lumMod val="40000"/>
              <a:lumOff val="60000"/>
            </a:schemeClr>
          </a:solidFill>
          <a:ln w="4730" cap="flat">
            <a:noFill/>
            <a:prstDash val="solid"/>
            <a:miter/>
          </a:ln>
        </p:spPr>
        <p:txBody>
          <a:bodyPr rtlCol="0" anchor="ctr"/>
          <a:lstStyle/>
          <a:p>
            <a:endParaRPr lang="en-US">
              <a:solidFill>
                <a:schemeClr val="dk1"/>
              </a:solidFill>
              <a:latin typeface="Arial" panose="020B0604020202020204" pitchFamily="34" charset="0"/>
              <a:sym typeface="Arial" panose="020B0604020202020204" pitchFamily="34" charset="0"/>
            </a:endParaRPr>
          </a:p>
        </p:txBody>
      </p:sp>
      <p:sp>
        <p:nvSpPr>
          <p:cNvPr id="467" name="任意多边形: 形状 466"/>
          <p:cNvSpPr/>
          <p:nvPr userDrawn="1">
            <p:custDataLst>
              <p:tags r:id="rId72"/>
            </p:custDataLst>
          </p:nvPr>
        </p:nvSpPr>
        <p:spPr>
          <a:xfrm>
            <a:off x="6685629" y="4558762"/>
            <a:ext cx="3944889" cy="1263103"/>
          </a:xfrm>
          <a:custGeom>
            <a:avLst/>
            <a:gdLst>
              <a:gd name="connsiteX0" fmla="*/ 104892 w 3944749"/>
              <a:gd name="connsiteY0" fmla="*/ 105946 h 1263062"/>
              <a:gd name="connsiteX1" fmla="*/ 582513 w 3944749"/>
              <a:gd name="connsiteY1" fmla="*/ -223 h 1263062"/>
              <a:gd name="connsiteX2" fmla="*/ 1371303 w 3944749"/>
              <a:gd name="connsiteY2" fmla="*/ 57076 h 1263062"/>
              <a:gd name="connsiteX3" fmla="*/ 1959166 w 3944749"/>
              <a:gd name="connsiteY3" fmla="*/ 121242 h 1263062"/>
              <a:gd name="connsiteX4" fmla="*/ 2334738 w 3944749"/>
              <a:gd name="connsiteY4" fmla="*/ 187539 h 1263062"/>
              <a:gd name="connsiteX5" fmla="*/ 2373474 w 3944749"/>
              <a:gd name="connsiteY5" fmla="*/ 281680 h 1263062"/>
              <a:gd name="connsiteX6" fmla="*/ 2420166 w 3944749"/>
              <a:gd name="connsiteY6" fmla="*/ 358347 h 1263062"/>
              <a:gd name="connsiteX7" fmla="*/ 2904654 w 3944749"/>
              <a:gd name="connsiteY7" fmla="*/ 326573 h 1263062"/>
              <a:gd name="connsiteX8" fmla="*/ 3499241 w 3944749"/>
              <a:gd name="connsiteY8" fmla="*/ 738560 h 1263062"/>
              <a:gd name="connsiteX9" fmla="*/ 3944377 w 3944749"/>
              <a:gd name="connsiteY9" fmla="*/ 955398 h 1263062"/>
              <a:gd name="connsiteX10" fmla="*/ 3722377 w 3944749"/>
              <a:gd name="connsiteY10" fmla="*/ 1084393 h 1263062"/>
              <a:gd name="connsiteX11" fmla="*/ 3221411 w 3944749"/>
              <a:gd name="connsiteY11" fmla="*/ 1248524 h 1263062"/>
              <a:gd name="connsiteX12" fmla="*/ 2634589 w 3944749"/>
              <a:gd name="connsiteY12" fmla="*/ 1179528 h 1263062"/>
              <a:gd name="connsiteX13" fmla="*/ 2244480 w 3944749"/>
              <a:gd name="connsiteY13" fmla="*/ 1248666 h 1263062"/>
              <a:gd name="connsiteX14" fmla="*/ 1426850 w 3944749"/>
              <a:gd name="connsiteY14" fmla="*/ 1221863 h 1263062"/>
              <a:gd name="connsiteX15" fmla="*/ 960689 w 3944749"/>
              <a:gd name="connsiteY15" fmla="*/ 1047598 h 1263062"/>
              <a:gd name="connsiteX16" fmla="*/ 175735 w 3944749"/>
              <a:gd name="connsiteY16" fmla="*/ 623772 h 1263062"/>
              <a:gd name="connsiteX17" fmla="*/ 1848 w 3944749"/>
              <a:gd name="connsiteY17" fmla="*/ 351008 h 1263062"/>
              <a:gd name="connsiteX18" fmla="*/ 104892 w 3944749"/>
              <a:gd name="connsiteY18" fmla="*/ 105946 h 1263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44749" h="1263062">
                <a:moveTo>
                  <a:pt x="104892" y="105946"/>
                </a:moveTo>
                <a:cubicBezTo>
                  <a:pt x="166453" y="59112"/>
                  <a:pt x="367854" y="1766"/>
                  <a:pt x="582513" y="-223"/>
                </a:cubicBezTo>
                <a:cubicBezTo>
                  <a:pt x="843580" y="-2496"/>
                  <a:pt x="1069653" y="21323"/>
                  <a:pt x="1371303" y="57076"/>
                </a:cubicBezTo>
                <a:cubicBezTo>
                  <a:pt x="1584400" y="82363"/>
                  <a:pt x="1782296" y="96475"/>
                  <a:pt x="1959166" y="121242"/>
                </a:cubicBezTo>
                <a:cubicBezTo>
                  <a:pt x="2165445" y="150081"/>
                  <a:pt x="2334738" y="187539"/>
                  <a:pt x="2334738" y="187539"/>
                </a:cubicBezTo>
                <a:cubicBezTo>
                  <a:pt x="2345819" y="219645"/>
                  <a:pt x="2358747" y="251089"/>
                  <a:pt x="2373474" y="281680"/>
                </a:cubicBezTo>
                <a:cubicBezTo>
                  <a:pt x="2387018" y="308436"/>
                  <a:pt x="2402597" y="334054"/>
                  <a:pt x="2420166" y="358347"/>
                </a:cubicBezTo>
                <a:cubicBezTo>
                  <a:pt x="2420166" y="358347"/>
                  <a:pt x="2616405" y="221587"/>
                  <a:pt x="2904654" y="326573"/>
                </a:cubicBezTo>
                <a:cubicBezTo>
                  <a:pt x="3095494" y="396089"/>
                  <a:pt x="3288228" y="599810"/>
                  <a:pt x="3499241" y="738560"/>
                </a:cubicBezTo>
                <a:cubicBezTo>
                  <a:pt x="3713380" y="879583"/>
                  <a:pt x="3944377" y="955398"/>
                  <a:pt x="3944377" y="955398"/>
                </a:cubicBezTo>
                <a:cubicBezTo>
                  <a:pt x="3944377" y="955398"/>
                  <a:pt x="3861411" y="1018285"/>
                  <a:pt x="3722377" y="1084393"/>
                </a:cubicBezTo>
                <a:cubicBezTo>
                  <a:pt x="3582349" y="1150973"/>
                  <a:pt x="3385590" y="1220822"/>
                  <a:pt x="3221411" y="1248524"/>
                </a:cubicBezTo>
                <a:cubicBezTo>
                  <a:pt x="2894235" y="1303788"/>
                  <a:pt x="2634589" y="1179528"/>
                  <a:pt x="2634589" y="1179528"/>
                </a:cubicBezTo>
                <a:cubicBezTo>
                  <a:pt x="2634589" y="1179528"/>
                  <a:pt x="2546414" y="1238059"/>
                  <a:pt x="2244480" y="1248666"/>
                </a:cubicBezTo>
                <a:cubicBezTo>
                  <a:pt x="1942545" y="1259274"/>
                  <a:pt x="1426850" y="1221863"/>
                  <a:pt x="1426850" y="1221863"/>
                </a:cubicBezTo>
                <a:cubicBezTo>
                  <a:pt x="1426850" y="1221863"/>
                  <a:pt x="1216168" y="1153010"/>
                  <a:pt x="960689" y="1047598"/>
                </a:cubicBezTo>
                <a:cubicBezTo>
                  <a:pt x="694460" y="937829"/>
                  <a:pt x="379124" y="788140"/>
                  <a:pt x="175735" y="623772"/>
                </a:cubicBezTo>
                <a:cubicBezTo>
                  <a:pt x="79036" y="545636"/>
                  <a:pt x="13118" y="437430"/>
                  <a:pt x="1848" y="351008"/>
                </a:cubicBezTo>
                <a:cubicBezTo>
                  <a:pt x="-13353" y="234988"/>
                  <a:pt x="52612" y="145677"/>
                  <a:pt x="104892" y="105946"/>
                </a:cubicBezTo>
                <a:close/>
              </a:path>
            </a:pathLst>
          </a:custGeom>
          <a:solidFill>
            <a:schemeClr val="accent2">
              <a:lumMod val="60000"/>
              <a:lumOff val="40000"/>
            </a:schemeClr>
          </a:solidFill>
          <a:ln w="4730" cap="flat">
            <a:noFill/>
            <a:prstDash val="solid"/>
            <a:miter/>
          </a:ln>
        </p:spPr>
        <p:txBody>
          <a:bodyPr rtlCol="0" anchor="ctr"/>
          <a:lstStyle/>
          <a:p>
            <a:endParaRPr lang="en-US">
              <a:solidFill>
                <a:schemeClr val="dk1"/>
              </a:solidFill>
              <a:latin typeface="Arial" panose="020B0604020202020204" pitchFamily="34" charset="0"/>
              <a:sym typeface="Arial" panose="020B0604020202020204" pitchFamily="34" charset="0"/>
            </a:endParaRPr>
          </a:p>
        </p:txBody>
      </p:sp>
      <p:pic>
        <p:nvPicPr>
          <p:cNvPr id="468" name="图片 467"/>
          <p:cNvPicPr>
            <a:picLocks noChangeAspect="1"/>
          </p:cNvPicPr>
          <p:nvPr userDrawn="1">
            <p:custDataLst>
              <p:tags r:id="rId73"/>
            </p:custDataLst>
          </p:nvPr>
        </p:nvPicPr>
        <p:blipFill>
          <a:blip r:embed="rId74" cstate="print">
            <a:extLst>
              <a:ext uri="{28A0092B-C50C-407E-A947-70E740481C1C}">
                <a14:useLocalDpi xmlns:a14="http://schemas.microsoft.com/office/drawing/2010/main" val="0"/>
              </a:ext>
            </a:extLst>
          </a:blip>
          <a:stretch>
            <a:fillRect/>
          </a:stretch>
        </p:blipFill>
        <p:spPr>
          <a:xfrm>
            <a:off x="6419423" y="1006442"/>
            <a:ext cx="5342365" cy="51400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r>
              <a:rPr lang="en-US"/>
              <a:t>Date Area</a:t>
            </a:r>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8" Type="http://schemas.openxmlformats.org/officeDocument/2006/relationships/theme" Target="../theme/theme1.xml"/><Relationship Id="rId67" Type="http://schemas.openxmlformats.org/officeDocument/2006/relationships/tags" Target="../tags/tag134.xml"/><Relationship Id="rId66" Type="http://schemas.openxmlformats.org/officeDocument/2006/relationships/image" Target="../media/image4.svg"/><Relationship Id="rId65" Type="http://schemas.openxmlformats.org/officeDocument/2006/relationships/tags" Target="../tags/tag133.xml"/><Relationship Id="rId64" Type="http://schemas.openxmlformats.org/officeDocument/2006/relationships/image" Target="../media/image3.svg"/><Relationship Id="rId63" Type="http://schemas.openxmlformats.org/officeDocument/2006/relationships/image" Target="../media/image2.png"/><Relationship Id="rId62" Type="http://schemas.openxmlformats.org/officeDocument/2006/relationships/tags" Target="../tags/tag132.xml"/><Relationship Id="rId61" Type="http://schemas.openxmlformats.org/officeDocument/2006/relationships/tags" Target="../tags/tag131.xml"/><Relationship Id="rId60" Type="http://schemas.openxmlformats.org/officeDocument/2006/relationships/tags" Target="../tags/tag130.xml"/><Relationship Id="rId6" Type="http://schemas.openxmlformats.org/officeDocument/2006/relationships/tags" Target="../tags/tag76.xml"/><Relationship Id="rId59" Type="http://schemas.openxmlformats.org/officeDocument/2006/relationships/tags" Target="../tags/tag129.xml"/><Relationship Id="rId58" Type="http://schemas.openxmlformats.org/officeDocument/2006/relationships/tags" Target="../tags/tag128.xml"/><Relationship Id="rId57" Type="http://schemas.openxmlformats.org/officeDocument/2006/relationships/tags" Target="../tags/tag127.xml"/><Relationship Id="rId56" Type="http://schemas.openxmlformats.org/officeDocument/2006/relationships/tags" Target="../tags/tag126.xml"/><Relationship Id="rId55" Type="http://schemas.openxmlformats.org/officeDocument/2006/relationships/tags" Target="../tags/tag125.xml"/><Relationship Id="rId54" Type="http://schemas.openxmlformats.org/officeDocument/2006/relationships/tags" Target="../tags/tag124.xml"/><Relationship Id="rId53" Type="http://schemas.openxmlformats.org/officeDocument/2006/relationships/tags" Target="../tags/tag123.xml"/><Relationship Id="rId52" Type="http://schemas.openxmlformats.org/officeDocument/2006/relationships/tags" Target="../tags/tag122.xml"/><Relationship Id="rId51" Type="http://schemas.openxmlformats.org/officeDocument/2006/relationships/tags" Target="../tags/tag121.xml"/><Relationship Id="rId50" Type="http://schemas.openxmlformats.org/officeDocument/2006/relationships/tags" Target="../tags/tag120.xml"/><Relationship Id="rId5" Type="http://schemas.openxmlformats.org/officeDocument/2006/relationships/tags" Target="../tags/tag75.xml"/><Relationship Id="rId49" Type="http://schemas.openxmlformats.org/officeDocument/2006/relationships/tags" Target="../tags/tag119.xml"/><Relationship Id="rId48" Type="http://schemas.openxmlformats.org/officeDocument/2006/relationships/tags" Target="../tags/tag118.xml"/><Relationship Id="rId47" Type="http://schemas.openxmlformats.org/officeDocument/2006/relationships/tags" Target="../tags/tag117.xml"/><Relationship Id="rId46" Type="http://schemas.openxmlformats.org/officeDocument/2006/relationships/tags" Target="../tags/tag116.xml"/><Relationship Id="rId45" Type="http://schemas.openxmlformats.org/officeDocument/2006/relationships/tags" Target="../tags/tag115.xml"/><Relationship Id="rId44" Type="http://schemas.openxmlformats.org/officeDocument/2006/relationships/tags" Target="../tags/tag114.xml"/><Relationship Id="rId43" Type="http://schemas.openxmlformats.org/officeDocument/2006/relationships/tags" Target="../tags/tag113.xml"/><Relationship Id="rId42" Type="http://schemas.openxmlformats.org/officeDocument/2006/relationships/tags" Target="../tags/tag112.xml"/><Relationship Id="rId41" Type="http://schemas.openxmlformats.org/officeDocument/2006/relationships/tags" Target="../tags/tag111.xml"/><Relationship Id="rId40" Type="http://schemas.openxmlformats.org/officeDocument/2006/relationships/tags" Target="../tags/tag110.xml"/><Relationship Id="rId4" Type="http://schemas.openxmlformats.org/officeDocument/2006/relationships/tags" Target="../tags/tag74.xml"/><Relationship Id="rId39" Type="http://schemas.openxmlformats.org/officeDocument/2006/relationships/tags" Target="../tags/tag109.xml"/><Relationship Id="rId38" Type="http://schemas.openxmlformats.org/officeDocument/2006/relationships/tags" Target="../tags/tag108.xml"/><Relationship Id="rId37" Type="http://schemas.openxmlformats.org/officeDocument/2006/relationships/tags" Target="../tags/tag107.xml"/><Relationship Id="rId36" Type="http://schemas.openxmlformats.org/officeDocument/2006/relationships/tags" Target="../tags/tag106.xml"/><Relationship Id="rId35" Type="http://schemas.openxmlformats.org/officeDocument/2006/relationships/tags" Target="../tags/tag105.xml"/><Relationship Id="rId34" Type="http://schemas.openxmlformats.org/officeDocument/2006/relationships/tags" Target="../tags/tag104.xml"/><Relationship Id="rId33" Type="http://schemas.openxmlformats.org/officeDocument/2006/relationships/tags" Target="../tags/tag103.xml"/><Relationship Id="rId32" Type="http://schemas.openxmlformats.org/officeDocument/2006/relationships/tags" Target="../tags/tag102.xml"/><Relationship Id="rId31" Type="http://schemas.openxmlformats.org/officeDocument/2006/relationships/tags" Target="../tags/tag101.xml"/><Relationship Id="rId30" Type="http://schemas.openxmlformats.org/officeDocument/2006/relationships/tags" Target="../tags/tag100.xml"/><Relationship Id="rId3" Type="http://schemas.openxmlformats.org/officeDocument/2006/relationships/tags" Target="../tags/tag73.xml"/><Relationship Id="rId29" Type="http://schemas.openxmlformats.org/officeDocument/2006/relationships/tags" Target="../tags/tag99.xml"/><Relationship Id="rId28" Type="http://schemas.openxmlformats.org/officeDocument/2006/relationships/tags" Target="../tags/tag98.xml"/><Relationship Id="rId27" Type="http://schemas.openxmlformats.org/officeDocument/2006/relationships/tags" Target="../tags/tag97.xml"/><Relationship Id="rId26" Type="http://schemas.openxmlformats.org/officeDocument/2006/relationships/tags" Target="../tags/tag96.xml"/><Relationship Id="rId25" Type="http://schemas.openxmlformats.org/officeDocument/2006/relationships/tags" Target="../tags/tag95.xml"/><Relationship Id="rId24" Type="http://schemas.openxmlformats.org/officeDocument/2006/relationships/tags" Target="../tags/tag94.xml"/><Relationship Id="rId23" Type="http://schemas.openxmlformats.org/officeDocument/2006/relationships/tags" Target="../tags/tag93.xml"/><Relationship Id="rId22" Type="http://schemas.openxmlformats.org/officeDocument/2006/relationships/tags" Target="../tags/tag92.xml"/><Relationship Id="rId21" Type="http://schemas.openxmlformats.org/officeDocument/2006/relationships/tags" Target="../tags/tag91.xml"/><Relationship Id="rId20" Type="http://schemas.openxmlformats.org/officeDocument/2006/relationships/tags" Target="../tags/tag90.xml"/><Relationship Id="rId2" Type="http://schemas.openxmlformats.org/officeDocument/2006/relationships/slideLayout" Target="../slideLayouts/slideLayout2.xml"/><Relationship Id="rId19" Type="http://schemas.openxmlformats.org/officeDocument/2006/relationships/tags" Target="../tags/tag89.xml"/><Relationship Id="rId18" Type="http://schemas.openxmlformats.org/officeDocument/2006/relationships/tags" Target="../tags/tag88.xml"/><Relationship Id="rId17" Type="http://schemas.openxmlformats.org/officeDocument/2006/relationships/tags" Target="../tags/tag87.xml"/><Relationship Id="rId16" Type="http://schemas.openxmlformats.org/officeDocument/2006/relationships/tags" Target="../tags/tag86.xml"/><Relationship Id="rId15" Type="http://schemas.openxmlformats.org/officeDocument/2006/relationships/tags" Target="../tags/tag85.xml"/><Relationship Id="rId14" Type="http://schemas.openxmlformats.org/officeDocument/2006/relationships/tags" Target="../tags/tag84.xml"/><Relationship Id="rId13" Type="http://schemas.openxmlformats.org/officeDocument/2006/relationships/tags" Target="../tags/tag83.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4" name="矩形 113"/>
          <p:cNvSpPr/>
          <p:nvPr userDrawn="1">
            <p:custDataLst>
              <p:tags r:id="rId3"/>
            </p:custDataLst>
          </p:nvPr>
        </p:nvSpPr>
        <p:spPr>
          <a:xfrm>
            <a:off x="-14178" y="-587"/>
            <a:ext cx="12206178" cy="6858587"/>
          </a:xfrm>
          <a:prstGeom prst="rect">
            <a:avLst/>
          </a:prstGeom>
          <a:solidFill>
            <a:schemeClr val="bg2">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atin typeface="Arial" panose="020B0604020202020204" pitchFamily="34" charset="0"/>
              <a:sym typeface="Arial" panose="020B0604020202020204" pitchFamily="34" charset="0"/>
            </a:endParaRPr>
          </a:p>
        </p:txBody>
      </p:sp>
      <p:cxnSp>
        <p:nvCxnSpPr>
          <p:cNvPr id="97" name="直接连接符 96"/>
          <p:cNvCxnSpPr/>
          <p:nvPr>
            <p:custDataLst>
              <p:tags r:id="rId4"/>
            </p:custDataLst>
          </p:nvPr>
        </p:nvCxnSpPr>
        <p:spPr>
          <a:xfrm rot="5400000">
            <a:off x="8379488"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custDataLst>
              <p:tags r:id="rId5"/>
            </p:custDataLst>
          </p:nvPr>
        </p:nvCxnSpPr>
        <p:spPr>
          <a:xfrm rot="5400000">
            <a:off x="8028589"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custDataLst>
              <p:tags r:id="rId6"/>
            </p:custDataLst>
          </p:nvPr>
        </p:nvCxnSpPr>
        <p:spPr>
          <a:xfrm rot="5400000">
            <a:off x="7677690"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custDataLst>
              <p:tags r:id="rId7"/>
            </p:custDataLst>
          </p:nvPr>
        </p:nvCxnSpPr>
        <p:spPr>
          <a:xfrm rot="5400000">
            <a:off x="7326791"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custDataLst>
              <p:tags r:id="rId8"/>
            </p:custDataLst>
          </p:nvPr>
        </p:nvCxnSpPr>
        <p:spPr>
          <a:xfrm rot="5400000">
            <a:off x="6975892"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custDataLst>
              <p:tags r:id="rId9"/>
            </p:custDataLst>
          </p:nvPr>
        </p:nvCxnSpPr>
        <p:spPr>
          <a:xfrm rot="5400000">
            <a:off x="6624993"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custDataLst>
              <p:tags r:id="rId10"/>
            </p:custDataLst>
          </p:nvPr>
        </p:nvCxnSpPr>
        <p:spPr>
          <a:xfrm rot="5400000">
            <a:off x="6274094"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custDataLst>
              <p:tags r:id="rId11"/>
            </p:custDataLst>
          </p:nvPr>
        </p:nvCxnSpPr>
        <p:spPr>
          <a:xfrm rot="5400000">
            <a:off x="5923195"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custDataLst>
              <p:tags r:id="rId12"/>
            </p:custDataLst>
          </p:nvPr>
        </p:nvCxnSpPr>
        <p:spPr>
          <a:xfrm rot="5400000">
            <a:off x="5572295"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custDataLst>
              <p:tags r:id="rId13"/>
            </p:custDataLst>
          </p:nvPr>
        </p:nvCxnSpPr>
        <p:spPr>
          <a:xfrm rot="5400000">
            <a:off x="5221396"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custDataLst>
              <p:tags r:id="rId14"/>
            </p:custDataLst>
          </p:nvPr>
        </p:nvCxnSpPr>
        <p:spPr>
          <a:xfrm rot="5400000">
            <a:off x="4870497"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custDataLst>
              <p:tags r:id="rId15"/>
            </p:custDataLst>
          </p:nvPr>
        </p:nvCxnSpPr>
        <p:spPr>
          <a:xfrm rot="5400000">
            <a:off x="4519598"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custDataLst>
              <p:tags r:id="rId16"/>
            </p:custDataLst>
          </p:nvPr>
        </p:nvCxnSpPr>
        <p:spPr>
          <a:xfrm rot="5400000">
            <a:off x="4168699"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custDataLst>
              <p:tags r:id="rId17"/>
            </p:custDataLst>
          </p:nvPr>
        </p:nvCxnSpPr>
        <p:spPr>
          <a:xfrm rot="5400000">
            <a:off x="3817800"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custDataLst>
              <p:tags r:id="rId18"/>
            </p:custDataLst>
          </p:nvPr>
        </p:nvCxnSpPr>
        <p:spPr>
          <a:xfrm rot="5400000">
            <a:off x="3466901"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custDataLst>
              <p:tags r:id="rId19"/>
            </p:custDataLst>
          </p:nvPr>
        </p:nvCxnSpPr>
        <p:spPr>
          <a:xfrm rot="5400000">
            <a:off x="3116001" y="3434185"/>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custDataLst>
              <p:tags r:id="rId20"/>
            </p:custDataLst>
          </p:nvPr>
        </p:nvCxnSpPr>
        <p:spPr>
          <a:xfrm>
            <a:off x="0" y="1038269"/>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custDataLst>
              <p:tags r:id="rId21"/>
            </p:custDataLst>
          </p:nvPr>
        </p:nvCxnSpPr>
        <p:spPr>
          <a:xfrm>
            <a:off x="0" y="1389168"/>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custDataLst>
              <p:tags r:id="rId22"/>
            </p:custDataLst>
          </p:nvPr>
        </p:nvCxnSpPr>
        <p:spPr>
          <a:xfrm>
            <a:off x="0" y="1740067"/>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custDataLst>
              <p:tags r:id="rId23"/>
            </p:custDataLst>
          </p:nvPr>
        </p:nvCxnSpPr>
        <p:spPr>
          <a:xfrm>
            <a:off x="0" y="2090966"/>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custDataLst>
              <p:tags r:id="rId24"/>
            </p:custDataLst>
          </p:nvPr>
        </p:nvCxnSpPr>
        <p:spPr>
          <a:xfrm>
            <a:off x="0" y="2441866"/>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custDataLst>
              <p:tags r:id="rId25"/>
            </p:custDataLst>
          </p:nvPr>
        </p:nvCxnSpPr>
        <p:spPr>
          <a:xfrm>
            <a:off x="0" y="2792765"/>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custDataLst>
              <p:tags r:id="rId26"/>
            </p:custDataLst>
          </p:nvPr>
        </p:nvCxnSpPr>
        <p:spPr>
          <a:xfrm>
            <a:off x="0" y="3143664"/>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custDataLst>
              <p:tags r:id="rId27"/>
            </p:custDataLst>
          </p:nvPr>
        </p:nvCxnSpPr>
        <p:spPr>
          <a:xfrm>
            <a:off x="0" y="3494563"/>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custDataLst>
              <p:tags r:id="rId28"/>
            </p:custDataLst>
          </p:nvPr>
        </p:nvCxnSpPr>
        <p:spPr>
          <a:xfrm>
            <a:off x="0" y="3845462"/>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custDataLst>
              <p:tags r:id="rId29"/>
            </p:custDataLst>
          </p:nvPr>
        </p:nvCxnSpPr>
        <p:spPr>
          <a:xfrm>
            <a:off x="0" y="4196361"/>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custDataLst>
              <p:tags r:id="rId30"/>
            </p:custDataLst>
          </p:nvPr>
        </p:nvCxnSpPr>
        <p:spPr>
          <a:xfrm>
            <a:off x="0" y="4547260"/>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custDataLst>
              <p:tags r:id="rId31"/>
            </p:custDataLst>
          </p:nvPr>
        </p:nvCxnSpPr>
        <p:spPr>
          <a:xfrm>
            <a:off x="0" y="4898159"/>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custDataLst>
              <p:tags r:id="rId32"/>
            </p:custDataLst>
          </p:nvPr>
        </p:nvCxnSpPr>
        <p:spPr>
          <a:xfrm>
            <a:off x="0" y="5249059"/>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custDataLst>
              <p:tags r:id="rId33"/>
            </p:custDataLst>
          </p:nvPr>
        </p:nvCxnSpPr>
        <p:spPr>
          <a:xfrm>
            <a:off x="0" y="5599958"/>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custDataLst>
              <p:tags r:id="rId34"/>
            </p:custDataLst>
          </p:nvPr>
        </p:nvCxnSpPr>
        <p:spPr>
          <a:xfrm>
            <a:off x="0" y="5950857"/>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custDataLst>
              <p:tags r:id="rId35"/>
            </p:custDataLst>
          </p:nvPr>
        </p:nvCxnSpPr>
        <p:spPr>
          <a:xfrm>
            <a:off x="0" y="6301756"/>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custDataLst>
              <p:tags r:id="rId36"/>
            </p:custDataLst>
          </p:nvPr>
        </p:nvCxnSpPr>
        <p:spPr>
          <a:xfrm>
            <a:off x="0" y="657025"/>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custDataLst>
              <p:tags r:id="rId37"/>
            </p:custDataLst>
          </p:nvPr>
        </p:nvCxnSpPr>
        <p:spPr>
          <a:xfrm>
            <a:off x="0" y="275781"/>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custDataLst>
              <p:tags r:id="rId38"/>
            </p:custDataLst>
          </p:nvPr>
        </p:nvCxnSpPr>
        <p:spPr>
          <a:xfrm>
            <a:off x="0" y="6705610"/>
            <a:ext cx="12177486"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custDataLst>
              <p:tags r:id="rId39"/>
            </p:custDataLst>
          </p:nvPr>
        </p:nvCxnSpPr>
        <p:spPr>
          <a:xfrm rot="5400000">
            <a:off x="2809210"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custDataLst>
              <p:tags r:id="rId40"/>
            </p:custDataLst>
          </p:nvPr>
        </p:nvCxnSpPr>
        <p:spPr>
          <a:xfrm rot="5400000">
            <a:off x="2458310"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custDataLst>
              <p:tags r:id="rId41"/>
            </p:custDataLst>
          </p:nvPr>
        </p:nvCxnSpPr>
        <p:spPr>
          <a:xfrm rot="5400000">
            <a:off x="2107411"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custDataLst>
              <p:tags r:id="rId42"/>
            </p:custDataLst>
          </p:nvPr>
        </p:nvCxnSpPr>
        <p:spPr>
          <a:xfrm rot="5400000">
            <a:off x="1756512"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custDataLst>
              <p:tags r:id="rId43"/>
            </p:custDataLst>
          </p:nvPr>
        </p:nvCxnSpPr>
        <p:spPr>
          <a:xfrm rot="5400000">
            <a:off x="1405613"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custDataLst>
              <p:tags r:id="rId44"/>
            </p:custDataLst>
          </p:nvPr>
        </p:nvCxnSpPr>
        <p:spPr>
          <a:xfrm rot="5400000">
            <a:off x="1054714"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custDataLst>
              <p:tags r:id="rId45"/>
            </p:custDataLst>
          </p:nvPr>
        </p:nvCxnSpPr>
        <p:spPr>
          <a:xfrm rot="5400000">
            <a:off x="703815"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custDataLst>
              <p:tags r:id="rId46"/>
            </p:custDataLst>
          </p:nvPr>
        </p:nvCxnSpPr>
        <p:spPr>
          <a:xfrm rot="5400000">
            <a:off x="352916"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custDataLst>
              <p:tags r:id="rId47"/>
            </p:custDataLst>
          </p:nvPr>
        </p:nvCxnSpPr>
        <p:spPr>
          <a:xfrm rot="5400000">
            <a:off x="2016"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custDataLst>
              <p:tags r:id="rId48"/>
            </p:custDataLst>
          </p:nvPr>
        </p:nvCxnSpPr>
        <p:spPr>
          <a:xfrm rot="5400000">
            <a:off x="-348883"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custDataLst>
              <p:tags r:id="rId49"/>
            </p:custDataLst>
          </p:nvPr>
        </p:nvCxnSpPr>
        <p:spPr>
          <a:xfrm rot="5400000">
            <a:off x="-699782"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custDataLst>
              <p:tags r:id="rId50"/>
            </p:custDataLst>
          </p:nvPr>
        </p:nvCxnSpPr>
        <p:spPr>
          <a:xfrm rot="5400000">
            <a:off x="-1050681"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custDataLst>
              <p:tags r:id="rId51"/>
            </p:custDataLst>
          </p:nvPr>
        </p:nvCxnSpPr>
        <p:spPr>
          <a:xfrm rot="5400000">
            <a:off x="-1401580"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custDataLst>
              <p:tags r:id="rId52"/>
            </p:custDataLst>
          </p:nvPr>
        </p:nvCxnSpPr>
        <p:spPr>
          <a:xfrm rot="5400000">
            <a:off x="-1752479"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custDataLst>
              <p:tags r:id="rId53"/>
            </p:custDataLst>
          </p:nvPr>
        </p:nvCxnSpPr>
        <p:spPr>
          <a:xfrm rot="5400000">
            <a:off x="-2103378"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custDataLst>
              <p:tags r:id="rId54"/>
            </p:custDataLst>
          </p:nvPr>
        </p:nvCxnSpPr>
        <p:spPr>
          <a:xfrm rot="5400000">
            <a:off x="-2454278"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custDataLst>
              <p:tags r:id="rId55"/>
            </p:custDataLst>
          </p:nvPr>
        </p:nvCxnSpPr>
        <p:spPr>
          <a:xfrm rot="5400000">
            <a:off x="-2816600" y="3438000"/>
            <a:ext cx="6840000" cy="0"/>
          </a:xfrm>
          <a:prstGeom prst="line">
            <a:avLst/>
          </a:prstGeom>
          <a:ln>
            <a:solidFill>
              <a:schemeClr val="tx2">
                <a:lumMod val="60000"/>
                <a:lumOff val="40000"/>
                <a:alpha val="5000"/>
              </a:schemeClr>
            </a:solidFill>
          </a:ln>
        </p:spPr>
        <p:style>
          <a:lnRef idx="1">
            <a:schemeClr val="accent1"/>
          </a:lnRef>
          <a:fillRef idx="0">
            <a:schemeClr val="accent1"/>
          </a:fillRef>
          <a:effectRef idx="0">
            <a:schemeClr val="accent1"/>
          </a:effectRef>
          <a:fontRef idx="minor">
            <a:schemeClr val="tx1"/>
          </a:fontRef>
        </p:style>
      </p:cxnSp>
      <p:sp>
        <p:nvSpPr>
          <p:cNvPr id="2" name="标题占位符 1"/>
          <p:cNvSpPr>
            <a:spLocks noGrp="1"/>
          </p:cNvSpPr>
          <p:nvPr userDrawn="1">
            <p:ph type="title"/>
            <p:custDataLst>
              <p:tags r:id="rId56"/>
            </p:custDataLst>
          </p:nvPr>
        </p:nvSpPr>
        <p:spPr>
          <a:xfrm>
            <a:off x="695960" y="360000"/>
            <a:ext cx="10800000" cy="720000"/>
          </a:xfrm>
          <a:prstGeom prst="rect">
            <a:avLst/>
          </a:prstGeom>
        </p:spPr>
        <p:txBody>
          <a:bodyPr vert="horz" wrap="square" lIns="0" tIns="0" rIns="0" bIns="0" rtlCol="0" anchor="b">
            <a:normAutofit/>
          </a:bodyPr>
          <a:lstStyle/>
          <a:p>
            <a:pPr lvl="0"/>
            <a:r>
              <a:rPr lang="en-US" dirty="0">
                <a:latin typeface="+mj-lt"/>
              </a:rPr>
              <a:t>Click to add title</a:t>
            </a:r>
            <a:endParaRPr lang="en-US" dirty="0"/>
          </a:p>
        </p:txBody>
      </p:sp>
      <p:sp>
        <p:nvSpPr>
          <p:cNvPr id="3" name="文本占位符 2"/>
          <p:cNvSpPr>
            <a:spLocks noGrp="1"/>
          </p:cNvSpPr>
          <p:nvPr userDrawn="1">
            <p:ph type="body" idx="1"/>
            <p:custDataLst>
              <p:tags r:id="rId57"/>
            </p:custDataLst>
          </p:nvPr>
        </p:nvSpPr>
        <p:spPr>
          <a:xfrm>
            <a:off x="695960" y="1301749"/>
            <a:ext cx="10800000" cy="4873625"/>
          </a:xfrm>
          <a:prstGeom prst="rect">
            <a:avLst/>
          </a:prstGeom>
        </p:spPr>
        <p:txBody>
          <a:bodyPr vert="horz" wrap="square" lIns="0" tIns="0" rIns="0" bIns="0" rtlCol="0">
            <a:normAutofit/>
          </a:bodyPr>
          <a:lstStyle/>
          <a:p>
            <a:pPr lvl="0"/>
            <a:r>
              <a:rPr lang="en-US" dirty="0">
                <a:latin typeface="+mn-lt"/>
              </a:rPr>
              <a:t>Click to add text</a:t>
            </a:r>
            <a:endParaRPr lang="en-US" dirty="0"/>
          </a:p>
        </p:txBody>
      </p:sp>
      <p:sp>
        <p:nvSpPr>
          <p:cNvPr id="4" name="日期占位符 3"/>
          <p:cNvSpPr>
            <a:spLocks noGrp="1"/>
          </p:cNvSpPr>
          <p:nvPr userDrawn="1">
            <p:ph type="dt" sz="half" idx="2"/>
            <p:custDataLst>
              <p:tags r:id="rId58"/>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userDrawn="1">
            <p:ph type="ftr" sz="quarter" idx="3"/>
            <p:custDataLst>
              <p:tags r:id="rId59"/>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Arial" panose="020B0604020202020204" pitchFamily="34" charset="0"/>
                <a:sym typeface="Arial" panose="020B0604020202020204" pitchFamily="34" charset="0"/>
              </a:defRPr>
            </a:lvl1pPr>
          </a:lstStyle>
          <a:p>
            <a:endParaRPr lang="en-US" dirty="0"/>
          </a:p>
        </p:txBody>
      </p:sp>
      <p:sp>
        <p:nvSpPr>
          <p:cNvPr id="6" name="灯片编号占位符 5"/>
          <p:cNvSpPr>
            <a:spLocks noGrp="1"/>
          </p:cNvSpPr>
          <p:nvPr userDrawn="1">
            <p:ph type="sldNum" sz="quarter" idx="4"/>
            <p:custDataLst>
              <p:tags r:id="rId60"/>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45" name="矩形 44"/>
          <p:cNvSpPr/>
          <p:nvPr userDrawn="1">
            <p:custDataLst>
              <p:tags r:id="rId61"/>
            </p:custDataLst>
          </p:nvPr>
        </p:nvSpPr>
        <p:spPr>
          <a:xfrm>
            <a:off x="0" y="-587"/>
            <a:ext cx="230332" cy="6858587"/>
          </a:xfrm>
          <a:prstGeom prst="rect">
            <a:avLst/>
          </a:prstGeom>
          <a:solidFill>
            <a:schemeClr val="accent1">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latin typeface="Arial" panose="020B0604020202020204" pitchFamily="34" charset="0"/>
              <a:sym typeface="Arial" panose="020B0604020202020204" pitchFamily="34" charset="0"/>
            </a:endParaRPr>
          </a:p>
        </p:txBody>
      </p:sp>
      <p:pic>
        <p:nvPicPr>
          <p:cNvPr id="47" name="图片 1" descr="303b333635393631363bd2f4b7fb"/>
          <p:cNvPicPr>
            <a:picLocks noChangeAspect="1"/>
          </p:cNvPicPr>
          <p:nvPr userDrawn="1">
            <p:custDataLst>
              <p:tags r:id="rId62"/>
            </p:custDataLst>
          </p:nvPr>
        </p:nvPicPr>
        <p:blipFill>
          <a:blip r:embed="rId63">
            <a:extLst>
              <a:ext uri="{96DAC541-7B7A-43D3-8B79-37D633B846F1}">
                <asvg:svgBlip xmlns:asvg="http://schemas.microsoft.com/office/drawing/2016/SVG/main" r:embed="rId64"/>
              </a:ext>
            </a:extLst>
          </a:blip>
          <a:stretch>
            <a:fillRect/>
          </a:stretch>
        </p:blipFill>
        <p:spPr>
          <a:xfrm rot="720000">
            <a:off x="11176635" y="5392420"/>
            <a:ext cx="687705" cy="688340"/>
          </a:xfrm>
          <a:prstGeom prst="rect">
            <a:avLst/>
          </a:prstGeom>
        </p:spPr>
      </p:pic>
      <p:pic>
        <p:nvPicPr>
          <p:cNvPr id="48" name="图片 3" descr="303b333635393631363bd2f4b7fb"/>
          <p:cNvPicPr>
            <a:picLocks noChangeAspect="1"/>
          </p:cNvPicPr>
          <p:nvPr userDrawn="1">
            <p:custDataLst>
              <p:tags r:id="rId65"/>
            </p:custDataLst>
          </p:nvPr>
        </p:nvPicPr>
        <p:blipFill>
          <a:blip r:embed="rId63">
            <a:extLst>
              <a:ext uri="{96DAC541-7B7A-43D3-8B79-37D633B846F1}">
                <asvg:svgBlip xmlns:asvg="http://schemas.microsoft.com/office/drawing/2016/SVG/main" r:embed="rId66"/>
              </a:ext>
            </a:extLst>
          </a:blip>
          <a:stretch>
            <a:fillRect/>
          </a:stretch>
        </p:blipFill>
        <p:spPr>
          <a:xfrm rot="720000">
            <a:off x="10629900" y="6167120"/>
            <a:ext cx="400685" cy="400685"/>
          </a:xfrm>
          <a:prstGeom prst="rect">
            <a:avLst/>
          </a:prstGeom>
        </p:spPr>
      </p:pic>
      <p:sp>
        <p:nvSpPr>
          <p:cNvPr id="8" name="KSO_TEMPLATE" hidden="1"/>
          <p:cNvSpPr/>
          <p:nvPr userDrawn="1">
            <p:custDataLst>
              <p:tags r:id="rId6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100000"/>
        </a:lnSpc>
        <a:spcBef>
          <a:spcPct val="0"/>
        </a:spcBef>
        <a:buNone/>
        <a:defRPr lang="en-US" sz="3200" b="0" kern="1200" dirty="0">
          <a:solidFill>
            <a:schemeClr val="tx1">
              <a:lumMod val="75000"/>
              <a:lumOff val="25000"/>
            </a:schemeClr>
          </a:soli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lang="en-US" sz="2400" kern="1200" dirty="0">
          <a:solidFill>
            <a:schemeClr val="tx1">
              <a:lumMod val="75000"/>
              <a:lumOff val="25000"/>
            </a:schemeClr>
          </a:solidFill>
          <a:latin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lang="en-US" sz="2000" kern="1200" dirty="0">
          <a:solidFill>
            <a:schemeClr val="tx1">
              <a:lumMod val="75000"/>
              <a:lumOff val="25000"/>
            </a:schemeClr>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lang="en-US" sz="1800" kern="1200" dirty="0">
          <a:solidFill>
            <a:schemeClr val="tx1">
              <a:lumMod val="75000"/>
              <a:lumOff val="25000"/>
            </a:schemeClr>
          </a:solidFill>
          <a:latin typeface="+mn-lt"/>
          <a:sym typeface="+mn-ea"/>
        </a:defRPr>
      </a:lvl3pPr>
      <a:lvl4pPr marL="1030605" indent="-149225" algn="l" defTabSz="914400" rtl="0" eaLnBrk="1" latinLnBrk="0" hangingPunct="1">
        <a:lnSpc>
          <a:spcPct val="130000"/>
        </a:lnSpc>
        <a:spcBef>
          <a:spcPts val="0"/>
        </a:spcBef>
        <a:buFont typeface="Arial" panose="020B0604020202020204" pitchFamily="34" charset="0"/>
        <a:buChar char="•"/>
        <a:defRPr lang="en-US" sz="1600" kern="1200" dirty="0">
          <a:solidFill>
            <a:schemeClr val="tx1">
              <a:lumMod val="75000"/>
              <a:lumOff val="25000"/>
            </a:schemeClr>
          </a:solidFill>
          <a:latin typeface="+mn-lt"/>
          <a:sym typeface="+mn-ea"/>
        </a:defRPr>
      </a:lvl4pPr>
      <a:lvl5pPr marL="1235075" indent="-127000" algn="l" defTabSz="914400" rtl="0" eaLnBrk="1" latinLnBrk="0" hangingPunct="1">
        <a:lnSpc>
          <a:spcPct val="130000"/>
        </a:lnSpc>
        <a:spcBef>
          <a:spcPts val="0"/>
        </a:spcBef>
        <a:buFont typeface="Arial" panose="020B0604020202020204" pitchFamily="34" charset="0"/>
        <a:buChar char="•"/>
        <a:defRPr lang="en-US" sz="1400" kern="1200" dirty="0">
          <a:solidFill>
            <a:schemeClr val="tx1">
              <a:lumMod val="75000"/>
              <a:lumOff val="25000"/>
            </a:schemeClr>
          </a:solidFill>
          <a:latin typeface="+mn-lt"/>
          <a:sym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36.xml"/><Relationship Id="rId1" Type="http://schemas.openxmlformats.org/officeDocument/2006/relationships/tags" Target="../tags/tag13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8.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9.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0.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9.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0.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1084580" y="1191895"/>
            <a:ext cx="7348220" cy="2731135"/>
          </a:xfrm>
        </p:spPr>
        <p:txBody>
          <a:bodyPr/>
          <a:lstStyle/>
          <a:p>
            <a:pPr algn="ctr"/>
            <a:r>
              <a:rPr lang="en-US"/>
              <a:t>OPERATORS </a:t>
            </a:r>
            <a:br>
              <a:rPr lang="en-US"/>
            </a:br>
            <a:r>
              <a:rPr lang="en-US"/>
              <a:t>(DEEP DIVE)</a:t>
            </a:r>
            <a:endParaRPr lang="en-US"/>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Division Operator (/)</a:t>
            </a:r>
            <a:endParaRPr lang="en-US" altLang="en-US"/>
          </a:p>
        </p:txBody>
      </p:sp>
      <p:sp>
        <p:nvSpPr>
          <p:cNvPr id="5" name="Text Placeholder 4"/>
          <p:cNvSpPr>
            <a:spLocks noGrp="1"/>
          </p:cNvSpPr>
          <p:nvPr>
            <p:ph type="body" idx="1"/>
          </p:nvPr>
        </p:nvSpPr>
        <p:spPr/>
        <p:txBody>
          <a:bodyPr>
            <a:normAutofit/>
          </a:bodyPr>
          <a:p>
            <a:r>
              <a:rPr lang="en-US" altLang="en-US"/>
              <a:t>Beyond normal truncation, division has a catastrophic failure mode.</a:t>
            </a:r>
            <a:endParaRPr lang="en-US" altLang="en-US"/>
          </a:p>
          <a:p>
            <a:r>
              <a:rPr lang="en-US" altLang="en-US"/>
              <a:t>Division by Zero: </a:t>
            </a:r>
            <a:endParaRPr lang="en-US" altLang="en-US"/>
          </a:p>
          <a:p>
            <a:pPr marL="0" indent="457200">
              <a:buNone/>
            </a:pPr>
            <a:r>
              <a:rPr lang="en-US" altLang="en-US"/>
              <a:t>           Dividing any integer by zero (e.g., 5 / 0) or finding its remainder         (5 % 0) triggers Undefined Behaviour.</a:t>
            </a:r>
            <a:endParaRPr lang="en-US" altLang="en-US"/>
          </a:p>
          <a:p>
            <a:pPr marL="342900" indent="-342900"/>
            <a:r>
              <a:rPr lang="en-US" altLang="en-US"/>
              <a:t>The Overflow Trait: </a:t>
            </a:r>
            <a:endParaRPr lang="en-US" altLang="en-US"/>
          </a:p>
          <a:p>
            <a:pPr marL="0" indent="457200">
              <a:buNone/>
            </a:pPr>
            <a:r>
              <a:rPr lang="en-US" altLang="en-US"/>
              <a:t>                   In signed integer arithmetic, dividing the minimum possible integer value by -1 (e.g., INT_MIN / -1) also crashes your program. This happens because the resulting positive number is too large to fit back into the signed integer data type, causing an overflow.</a:t>
            </a:r>
            <a:endParaRPr lang="en-US"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Increment and Decrement Operators (++, --)</a:t>
            </a:r>
            <a:endParaRPr lang="en-US" altLang="en-US"/>
          </a:p>
        </p:txBody>
      </p:sp>
      <p:sp>
        <p:nvSpPr>
          <p:cNvPr id="5" name="Text Placeholder 4"/>
          <p:cNvSpPr>
            <a:spLocks noGrp="1"/>
          </p:cNvSpPr>
          <p:nvPr>
            <p:ph type="body" idx="1"/>
          </p:nvPr>
        </p:nvSpPr>
        <p:spPr/>
        <p:txBody>
          <a:bodyPr>
            <a:normAutofit lnSpcReduction="20000"/>
          </a:bodyPr>
          <a:p>
            <a:r>
              <a:rPr lang="en-US" altLang="en-US"/>
              <a:t>The behavior of these operators depends entirely on where you place them relative to the variable.</a:t>
            </a:r>
            <a:endParaRPr lang="en-US" altLang="en-US"/>
          </a:p>
          <a:p>
            <a:pPr marL="0" indent="457200">
              <a:buNone/>
            </a:pPr>
            <a:r>
              <a:rPr lang="en-US" altLang="en-US"/>
              <a:t>            int a = 5, b = 5;</a:t>
            </a:r>
            <a:endParaRPr lang="en-US" altLang="en-US"/>
          </a:p>
          <a:p>
            <a:pPr marL="0" indent="457200">
              <a:buNone/>
            </a:pPr>
            <a:r>
              <a:rPr lang="en-US" altLang="en-US"/>
              <a:t>            int x = a++; // x becomes 5, then 'a' becomes 6</a:t>
            </a:r>
            <a:endParaRPr lang="en-US" altLang="en-US"/>
          </a:p>
          <a:p>
            <a:pPr marL="0" indent="0">
              <a:buNone/>
            </a:pPr>
            <a:r>
              <a:rPr lang="en-US" altLang="en-US"/>
              <a:t>   	       int y = ++b; // 'b' becomes 6, then 'y' becomes 6</a:t>
            </a:r>
            <a:endParaRPr lang="en-US" altLang="en-US"/>
          </a:p>
          <a:p>
            <a:r>
              <a:rPr lang="en-US" altLang="en-US"/>
              <a:t>Sequence Point Danger:</a:t>
            </a:r>
            <a:endParaRPr lang="en-US" altLang="en-US"/>
          </a:p>
          <a:p>
            <a:pPr marL="0" indent="0">
              <a:buNone/>
            </a:pPr>
            <a:r>
              <a:rPr lang="en-US" altLang="en-US"/>
              <a:t>  	      Using ++ or -- on the same variable multiple times inside a single line of code (like printf("%d %d", x++, ++x);) results in undefined behavior. </a:t>
            </a:r>
            <a:endParaRPr lang="en-US" altLang="en-US"/>
          </a:p>
          <a:p>
            <a:pPr marL="0" indent="457200">
              <a:buNone/>
            </a:pPr>
            <a:r>
              <a:rPr lang="en-US" altLang="en-US"/>
              <a:t> 	      Different compilers will evaluate the order differently, leading to unpredictable bugs.</a:t>
            </a:r>
            <a:endParaRPr lang="en-US" alt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Logical Operators (&amp;&amp;, ||)</a:t>
            </a:r>
            <a:endParaRPr lang="en-US" altLang="en-US"/>
          </a:p>
        </p:txBody>
      </p:sp>
      <p:sp>
        <p:nvSpPr>
          <p:cNvPr id="5" name="Text Placeholder 4"/>
          <p:cNvSpPr>
            <a:spLocks noGrp="1"/>
          </p:cNvSpPr>
          <p:nvPr>
            <p:ph type="body" idx="1"/>
          </p:nvPr>
        </p:nvSpPr>
        <p:spPr/>
        <p:txBody>
          <a:bodyPr>
            <a:normAutofit lnSpcReduction="20000"/>
          </a:bodyPr>
          <a:p>
            <a:r>
              <a:rPr lang="en-US" altLang="en-US"/>
              <a:t>These operators use a performance-saving optimization called Short-Circuit Evaluation. </a:t>
            </a:r>
            <a:endParaRPr lang="en-US" altLang="en-US"/>
          </a:p>
          <a:p>
            <a:r>
              <a:rPr lang="en-US" altLang="en-US"/>
              <a:t>The compiler stops evaluating an expression the exact moment it knows the final truth value.</a:t>
            </a:r>
            <a:endParaRPr lang="en-US" altLang="en-US"/>
          </a:p>
          <a:p>
            <a:r>
              <a:rPr lang="en-US" altLang="en-US"/>
              <a:t>Logical AND (&amp;&amp;): </a:t>
            </a:r>
            <a:endParaRPr lang="en-US" altLang="en-US"/>
          </a:p>
          <a:p>
            <a:pPr marL="0" indent="457200">
              <a:buNone/>
            </a:pPr>
            <a:r>
              <a:rPr lang="en-US" altLang="en-US"/>
              <a:t>          If the left side is false , the final result must be false. The compiler completely skips evaluating the right side.</a:t>
            </a:r>
            <a:endParaRPr lang="en-US" altLang="en-US"/>
          </a:p>
          <a:p>
            <a:r>
              <a:rPr lang="en-US" altLang="en-US"/>
              <a:t>Logical OR (||): </a:t>
            </a:r>
            <a:endParaRPr lang="en-US" altLang="en-US"/>
          </a:p>
          <a:p>
            <a:pPr marL="0" indent="0">
              <a:buNone/>
            </a:pPr>
            <a:r>
              <a:rPr lang="en-US" altLang="en-US"/>
              <a:t>      	     If the left side is true (non-zero), the final result must be true. The compiler completely skips evaluating the right side.</a:t>
            </a:r>
            <a:endParaRPr lang="en-US"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ltLang="en-US">
                <a:sym typeface="+mn-ea"/>
              </a:rPr>
              <a:t>Logical Operators (&amp;&amp;, ||)</a:t>
            </a:r>
            <a:endParaRPr lang="en-US"/>
          </a:p>
        </p:txBody>
      </p:sp>
      <p:sp>
        <p:nvSpPr>
          <p:cNvPr id="5" name="Text Placeholder 4"/>
          <p:cNvSpPr>
            <a:spLocks noGrp="1"/>
          </p:cNvSpPr>
          <p:nvPr>
            <p:ph type="body" idx="1"/>
          </p:nvPr>
        </p:nvSpPr>
        <p:spPr/>
        <p:txBody>
          <a:bodyPr/>
          <a:p>
            <a:r>
              <a:rPr lang="en-US" altLang="en-US"/>
              <a:t>Example:</a:t>
            </a:r>
            <a:endParaRPr lang="en-US" altLang="en-US"/>
          </a:p>
          <a:p>
            <a:pPr marL="0" indent="0">
              <a:buNone/>
            </a:pPr>
            <a:r>
              <a:rPr lang="en-US" altLang="en-US"/>
              <a:t>int x = 0;</a:t>
            </a:r>
            <a:endParaRPr lang="en-US" altLang="en-US"/>
          </a:p>
          <a:p>
            <a:pPr marL="0" indent="0">
              <a:buNone/>
            </a:pPr>
            <a:r>
              <a:rPr lang="en-US" altLang="en-US"/>
              <a:t>if (x != 0 &amp;&amp; (10 / x &gt; 2)) {</a:t>
            </a:r>
            <a:endParaRPr lang="en-US" altLang="en-US"/>
          </a:p>
          <a:p>
            <a:pPr marL="0" indent="0">
              <a:buNone/>
            </a:pPr>
            <a:r>
              <a:rPr lang="en-US" altLang="en-US"/>
              <a:t>    // This code does NOT crash! </a:t>
            </a:r>
            <a:endParaRPr lang="en-US" altLang="en-US"/>
          </a:p>
          <a:p>
            <a:pPr marL="0" indent="0">
              <a:buNone/>
            </a:pPr>
            <a:r>
              <a:rPr lang="en-US" altLang="en-US"/>
              <a:t>    // Because 'x != 0' is false, the division by zero on the right side is completely skipped.</a:t>
            </a:r>
            <a:endParaRPr lang="en-US" altLang="en-US"/>
          </a:p>
          <a:p>
            <a:pPr marL="0" indent="0">
              <a:buNone/>
            </a:pPr>
            <a:r>
              <a:rPr lang="en-US" altLang="en-US"/>
              <a:t>}</a:t>
            </a:r>
            <a:endParaRPr lang="en-US" altLang="en-US"/>
          </a:p>
          <a:p>
            <a:endParaRPr lang="en-US"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Bitwise Operators (&lt;&lt;, &gt;&gt;)</a:t>
            </a:r>
            <a:endParaRPr lang="en-US" altLang="en-US"/>
          </a:p>
        </p:txBody>
      </p:sp>
      <p:sp>
        <p:nvSpPr>
          <p:cNvPr id="5" name="Text Placeholder 4"/>
          <p:cNvSpPr>
            <a:spLocks noGrp="1"/>
          </p:cNvSpPr>
          <p:nvPr>
            <p:ph type="body" idx="1"/>
          </p:nvPr>
        </p:nvSpPr>
        <p:spPr>
          <a:xfrm>
            <a:off x="695960" y="1213485"/>
            <a:ext cx="10800080" cy="5643880"/>
          </a:xfrm>
        </p:spPr>
        <p:txBody>
          <a:bodyPr>
            <a:normAutofit fontScale="90000" lnSpcReduction="10000"/>
          </a:bodyPr>
          <a:p>
            <a:r>
              <a:rPr lang="en-US" altLang="en-US"/>
              <a:t>Bitwise operators shift the raw binary representation of numbers left or right, which behaves differently depending on data types.</a:t>
            </a:r>
            <a:endParaRPr lang="en-US" altLang="en-US"/>
          </a:p>
          <a:p>
            <a:r>
              <a:rPr lang="en-US" altLang="en-US"/>
              <a:t>Right Shift (&gt;&gt;) on Signed Numbers:	</a:t>
            </a:r>
            <a:endParaRPr lang="en-US" altLang="en-US"/>
          </a:p>
          <a:p>
            <a:pPr marL="0" indent="457200">
              <a:buNone/>
            </a:pPr>
            <a:r>
              <a:rPr lang="en-US" altLang="en-US"/>
              <a:t>              If you right-shift a negative signed integer, the compiler performs an Arithmetic Shift. Instead of filling the empty spaces on the left with 0s, it copies the sign bit (1) to keep the number negative.</a:t>
            </a:r>
            <a:endParaRPr lang="en-US" altLang="en-US"/>
          </a:p>
          <a:p>
            <a:r>
              <a:rPr lang="en-US" altLang="en-US"/>
              <a:t>Left Shift (&lt;&lt;) Overflow: </a:t>
            </a:r>
            <a:endParaRPr lang="en-US" altLang="en-US"/>
          </a:p>
          <a:p>
            <a:pPr marL="0" indent="457200">
              <a:buNone/>
            </a:pPr>
            <a:r>
              <a:rPr lang="en-US" altLang="en-US"/>
              <a:t>              left-shifting a signed number such that the bits spill over into the sign-bit position causes undefined behavior.</a:t>
            </a:r>
            <a:endParaRPr lang="en-US" altLang="en-US"/>
          </a:p>
          <a:p>
            <a:r>
              <a:rPr lang="en-US" altLang="en-US"/>
              <a:t>Out of Bounds Shift: </a:t>
            </a:r>
            <a:endParaRPr lang="en-US" altLang="en-US"/>
          </a:p>
          <a:p>
            <a:pPr marL="0" indent="457200">
              <a:buNone/>
            </a:pPr>
            <a:r>
              <a:rPr lang="en-US" altLang="en-US"/>
              <a:t>              Shifting a number by a count greater than or equal to the bit-width of the type (e.g., shifting a 32-bit int by 32 or more positions) results in undefined behavior.</a:t>
            </a:r>
            <a:endParaRPr lang="en-US"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Assignment Operator (=)</a:t>
            </a:r>
            <a:endParaRPr lang="en-US" altLang="en-US"/>
          </a:p>
        </p:txBody>
      </p:sp>
      <p:sp>
        <p:nvSpPr>
          <p:cNvPr id="5" name="Text Placeholder 4"/>
          <p:cNvSpPr>
            <a:spLocks noGrp="1"/>
          </p:cNvSpPr>
          <p:nvPr>
            <p:ph type="body" idx="1"/>
          </p:nvPr>
        </p:nvSpPr>
        <p:spPr/>
        <p:txBody>
          <a:bodyPr/>
          <a:p>
            <a:r>
              <a:rPr lang="en-US" altLang="en-US"/>
              <a:t>In C, assignment is an expression that yields a value, not just a standalone statement.</a:t>
            </a:r>
            <a:endParaRPr lang="en-US" altLang="en-US"/>
          </a:p>
          <a:p>
            <a:r>
              <a:rPr lang="en-US" altLang="en-US"/>
              <a:t>Value Evaluation: </a:t>
            </a:r>
            <a:endParaRPr lang="en-US" altLang="en-US"/>
          </a:p>
          <a:p>
            <a:pPr marL="0" indent="457200">
              <a:buNone/>
            </a:pPr>
            <a:r>
              <a:rPr lang="en-US" altLang="en-US"/>
              <a:t>        The expression x = 5 evaluates to the value 5. This allows for chained assignments like a = b = c = 10;.</a:t>
            </a:r>
            <a:endParaRPr lang="en-US" altLang="en-US"/>
          </a:p>
          <a:p>
            <a:r>
              <a:rPr lang="en-US" altLang="en-US"/>
              <a:t>The Single Equals Mistake: </a:t>
            </a:r>
            <a:endParaRPr lang="en-US" altLang="en-US"/>
          </a:p>
          <a:p>
            <a:pPr marL="0" indent="457200">
              <a:buNone/>
            </a:pPr>
            <a:r>
              <a:rPr lang="en-US" altLang="en-US"/>
              <a:t>                Because assignment returns a value, mixing up = (assignment) and == (equality comparison) inside an if statement is a valid syntax that runs but creates massive logical bugs.</a:t>
            </a:r>
            <a:endParaRPr lang="en-US"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ltLang="en-US">
                <a:sym typeface="+mn-ea"/>
              </a:rPr>
              <a:t>The Assignment Operator (=)</a:t>
            </a:r>
            <a:endParaRPr lang="en-US"/>
          </a:p>
        </p:txBody>
      </p:sp>
      <p:sp>
        <p:nvSpPr>
          <p:cNvPr id="5" name="Text Placeholder 4"/>
          <p:cNvSpPr>
            <a:spLocks noGrp="1"/>
          </p:cNvSpPr>
          <p:nvPr>
            <p:ph type="body" idx="1"/>
          </p:nvPr>
        </p:nvSpPr>
        <p:spPr/>
        <p:txBody>
          <a:bodyPr/>
          <a:p>
            <a:pPr marL="0" indent="0">
              <a:buNone/>
            </a:pPr>
            <a:r>
              <a:rPr lang="en-US" altLang="en-US"/>
              <a:t>int x = 0;</a:t>
            </a:r>
            <a:endParaRPr lang="en-US" altLang="en-US"/>
          </a:p>
          <a:p>
            <a:pPr marL="0" indent="0">
              <a:buNone/>
            </a:pPr>
            <a:r>
              <a:rPr lang="en-US" altLang="en-US"/>
              <a:t>if (x = 5) { </a:t>
            </a:r>
            <a:endParaRPr lang="en-US" altLang="en-US"/>
          </a:p>
          <a:p>
            <a:pPr marL="0" indent="0">
              <a:buNone/>
            </a:pPr>
            <a:r>
              <a:rPr lang="en-US" altLang="en-US"/>
              <a:t>    // This blocks always runs! </a:t>
            </a:r>
            <a:endParaRPr lang="en-US" altLang="en-US"/>
          </a:p>
          <a:p>
            <a:pPr marL="0" indent="0">
              <a:buNone/>
            </a:pPr>
            <a:r>
              <a:rPr lang="en-US" altLang="en-US"/>
              <a:t>    // It assigns 5 to x, and since 5 is non-zero (true), the condition passes.</a:t>
            </a:r>
            <a:endParaRPr lang="en-US" altLang="en-US"/>
          </a:p>
          <a:p>
            <a:pPr marL="0" indent="0">
              <a:buNone/>
            </a:pPr>
            <a:r>
              <a:rPr lang="en-US" altLang="en-US"/>
              <a:t>}</a:t>
            </a:r>
            <a:endParaRPr lang="en-US" altLang="en-US"/>
          </a:p>
          <a:p>
            <a:endParaRPr lang="en-US"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Sizeof Operator (sizeof)</a:t>
            </a:r>
            <a:endParaRPr lang="en-US" altLang="en-US"/>
          </a:p>
        </p:txBody>
      </p:sp>
      <p:sp>
        <p:nvSpPr>
          <p:cNvPr id="5" name="Text Placeholder 4"/>
          <p:cNvSpPr>
            <a:spLocks noGrp="1"/>
          </p:cNvSpPr>
          <p:nvPr>
            <p:ph type="body" idx="1"/>
          </p:nvPr>
        </p:nvSpPr>
        <p:spPr/>
        <p:txBody>
          <a:bodyPr>
            <a:normAutofit lnSpcReduction="10000"/>
          </a:bodyPr>
          <a:p>
            <a:r>
              <a:rPr lang="en-US" altLang="en-US"/>
              <a:t>Though it looks like a function, sizeof is a compile-time operator.</a:t>
            </a:r>
            <a:endParaRPr lang="en-US" altLang="en-US"/>
          </a:p>
          <a:p>
            <a:r>
              <a:rPr lang="en-US" altLang="en-US"/>
              <a:t>Unevaluated Expressions:</a:t>
            </a:r>
            <a:endParaRPr lang="en-US" altLang="en-US"/>
          </a:p>
          <a:p>
            <a:pPr marL="0" indent="457200">
              <a:buNone/>
            </a:pPr>
            <a:r>
              <a:rPr lang="en-US" altLang="en-US"/>
              <a:t>                  Because sizeof calculates the memory size at compile time based purely on data types, any code inside its parentheses is never actually executed at runtime.</a:t>
            </a:r>
            <a:endParaRPr lang="en-US" altLang="en-US"/>
          </a:p>
          <a:p>
            <a:pPr marL="342900" indent="-342900"/>
            <a:r>
              <a:rPr lang="en-US" altLang="en-US"/>
              <a:t>Examples:</a:t>
            </a:r>
            <a:endParaRPr lang="en-US" altLang="en-US"/>
          </a:p>
          <a:p>
            <a:pPr marL="0" indent="457200">
              <a:buNone/>
            </a:pPr>
            <a:r>
              <a:rPr lang="en-US" altLang="en-US"/>
              <a:t>int x = 5;</a:t>
            </a:r>
            <a:endParaRPr lang="en-US" altLang="en-US"/>
          </a:p>
          <a:p>
            <a:pPr marL="0" indent="457200">
              <a:buNone/>
            </a:pPr>
            <a:r>
              <a:rPr lang="en-US" altLang="en-US"/>
              <a:t>int size = sizeof(x++); </a:t>
            </a:r>
            <a:endParaRPr lang="en-US" altLang="en-US"/>
          </a:p>
          <a:p>
            <a:pPr marL="0" indent="457200">
              <a:buNone/>
            </a:pPr>
            <a:r>
              <a:rPr lang="en-US" altLang="en-US"/>
              <a:t>// 'size' will be 4 (size of an int), but 'x' remains 5! The x++ never executes.</a:t>
            </a:r>
            <a:endParaRPr lang="en-US" altLang="en-US"/>
          </a:p>
          <a:p>
            <a:pPr marL="0" indent="0">
              <a:buNone/>
            </a:pPr>
            <a:endParaRPr lang="en-US"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Relational Operators (&lt;, &gt;, &lt;=, ==)</a:t>
            </a:r>
            <a:endParaRPr lang="en-US" altLang="en-US"/>
          </a:p>
        </p:txBody>
      </p:sp>
      <p:sp>
        <p:nvSpPr>
          <p:cNvPr id="5" name="Text Placeholder 4"/>
          <p:cNvSpPr>
            <a:spLocks noGrp="1"/>
          </p:cNvSpPr>
          <p:nvPr>
            <p:ph type="body" idx="1"/>
          </p:nvPr>
        </p:nvSpPr>
        <p:spPr/>
        <p:txBody>
          <a:bodyPr>
            <a:normAutofit fontScale="90000" lnSpcReduction="10000"/>
          </a:bodyPr>
          <a:p>
            <a:r>
              <a:rPr lang="en-US" altLang="en-US"/>
              <a:t>Relational operators evaluate to either 1 (true) or 0 (false).</a:t>
            </a:r>
            <a:endParaRPr lang="en-US" altLang="en-US"/>
          </a:p>
          <a:p>
            <a:r>
              <a:rPr lang="en-US" altLang="en-US"/>
              <a:t>The biggest trap here is trying to chain comparisons like you do in mathematics.</a:t>
            </a:r>
            <a:endParaRPr lang="en-US" altLang="en-US"/>
          </a:p>
          <a:p>
            <a:r>
              <a:rPr lang="en-US" altLang="en-US"/>
              <a:t>Chaining Trap: </a:t>
            </a:r>
            <a:endParaRPr lang="en-US" altLang="en-US"/>
          </a:p>
          <a:p>
            <a:pPr marL="0" indent="457200">
              <a:buNone/>
            </a:pPr>
            <a:r>
              <a:rPr lang="en-US" altLang="en-US"/>
              <a:t>                  In math, 1 &lt; x &lt; 5 checks if x is between 1 and 5. In C, writing if (1 &lt; x &lt; 5) does not do this.</a:t>
            </a:r>
            <a:endParaRPr lang="en-US" altLang="en-US"/>
          </a:p>
          <a:p>
            <a:pPr marL="342900" indent="-342900"/>
            <a:r>
              <a:rPr lang="en-US" altLang="en-US"/>
              <a:t>The Breakdown: </a:t>
            </a:r>
            <a:endParaRPr lang="en-US" altLang="en-US"/>
          </a:p>
          <a:p>
            <a:pPr marL="0" indent="0">
              <a:buNone/>
            </a:pPr>
            <a:r>
              <a:rPr lang="en-US" altLang="en-US"/>
              <a:t>                        C evaluates this from left to right. It first evaluates 1 &lt; x, which results in either 0 or 1. It then compares that result to 5 (0 &lt; 5 or 1 &lt; 5). Because both 0 and 1 are less than 5, the expression is always true, regardless of what x actually is. You must write if (1 &lt; x &amp;&amp; x &lt; 5).</a:t>
            </a:r>
            <a:endParaRPr lang="en-US"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Conditional/Ternary Operator (?:)</a:t>
            </a:r>
            <a:endParaRPr lang="en-US" altLang="en-US"/>
          </a:p>
        </p:txBody>
      </p:sp>
      <p:sp>
        <p:nvSpPr>
          <p:cNvPr id="5" name="Text Placeholder 4"/>
          <p:cNvSpPr>
            <a:spLocks noGrp="1"/>
          </p:cNvSpPr>
          <p:nvPr>
            <p:ph type="body" idx="1"/>
          </p:nvPr>
        </p:nvSpPr>
        <p:spPr/>
        <p:txBody>
          <a:bodyPr>
            <a:normAutofit/>
          </a:bodyPr>
          <a:p>
            <a:r>
              <a:rPr lang="en-US" altLang="en-US"/>
              <a:t>The ternary operator (condition ? expr1 : expr2) is a shorthand for an if-else statement, but it enforces strict type matching.</a:t>
            </a:r>
            <a:endParaRPr lang="en-US" altLang="en-US"/>
          </a:p>
          <a:p>
            <a:r>
              <a:rPr lang="en-US" altLang="en-US"/>
              <a:t>Implicit Type Promotion: The compiler must determine a single return type for the ternary expression before it even runs. If expr1 and expr2 are different types, C will force them to match using standard type promotion rules, even if only one branch executes.</a:t>
            </a:r>
            <a:endParaRPr lang="en-US" altLang="en-US"/>
          </a:p>
          <a:p>
            <a:endParaRPr lang="en-US"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ltLang="en-US">
                <a:sym typeface="+mn-ea"/>
              </a:rPr>
              <a:t>The Conditional/Ternary Operator (?:)</a:t>
            </a:r>
            <a:endParaRPr lang="en-US"/>
          </a:p>
        </p:txBody>
      </p:sp>
      <p:sp>
        <p:nvSpPr>
          <p:cNvPr id="5" name="Text Placeholder 4"/>
          <p:cNvSpPr>
            <a:spLocks noGrp="1"/>
          </p:cNvSpPr>
          <p:nvPr>
            <p:ph type="body" idx="1"/>
          </p:nvPr>
        </p:nvSpPr>
        <p:spPr/>
        <p:txBody>
          <a:bodyPr/>
          <a:p>
            <a:r>
              <a:rPr altLang="en-US">
                <a:sym typeface="+mn-ea"/>
              </a:rPr>
              <a:t>Example:</a:t>
            </a:r>
            <a:endParaRPr altLang="en-US">
              <a:sym typeface="+mn-ea"/>
            </a:endParaRPr>
          </a:p>
          <a:p>
            <a:pPr marL="0" indent="457200">
              <a:buNone/>
            </a:pPr>
            <a:r>
              <a:rPr altLang="en-US">
                <a:sym typeface="+mn-ea"/>
              </a:rPr>
              <a:t>int x = 1;</a:t>
            </a:r>
            <a:endParaRPr lang="en-US" altLang="en-US"/>
          </a:p>
          <a:p>
            <a:pPr marL="0" indent="457200">
              <a:buNone/>
            </a:pPr>
            <a:r>
              <a:rPr altLang="en-US">
                <a:sym typeface="+mn-ea"/>
              </a:rPr>
              <a:t>double y = 5.5;</a:t>
            </a:r>
            <a:endParaRPr lang="en-US" altLang="en-US"/>
          </a:p>
          <a:p>
            <a:pPr marL="0" indent="457200">
              <a:buNone/>
            </a:pPr>
            <a:r>
              <a:rPr altLang="en-US">
                <a:sym typeface="+mn-ea"/>
              </a:rPr>
              <a:t>auto result = (x &gt; 0) ? x : y; </a:t>
            </a:r>
            <a:endParaRPr lang="en-US" altLang="en-US"/>
          </a:p>
          <a:p>
            <a:pPr marL="0" indent="457200">
              <a:buNone/>
            </a:pPr>
            <a:r>
              <a:rPr altLang="en-US">
                <a:sym typeface="+mn-ea"/>
              </a:rPr>
              <a:t>// Even though the condition is true and 'x' (an int) is chosen, </a:t>
            </a:r>
            <a:endParaRPr lang="en-US" altLang="en-US"/>
          </a:p>
          <a:p>
            <a:pPr marL="0" indent="457200">
              <a:buNone/>
            </a:pPr>
            <a:r>
              <a:rPr altLang="en-US">
                <a:sym typeface="+mn-ea"/>
              </a:rPr>
              <a:t>// 'result' becomes a double (1.0) because the compiler promotes it to match          	'y'.</a:t>
            </a:r>
            <a:endParaRPr lang="en-US" altLang="en-US"/>
          </a:p>
          <a:p>
            <a:endParaRPr lang="en-US" altLang="en-US"/>
          </a:p>
          <a:p>
            <a:endParaRPr 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Comma Operator (,)</a:t>
            </a:r>
            <a:endParaRPr lang="en-US" altLang="en-US"/>
          </a:p>
        </p:txBody>
      </p:sp>
      <p:sp>
        <p:nvSpPr>
          <p:cNvPr id="5" name="Text Placeholder 4"/>
          <p:cNvSpPr>
            <a:spLocks noGrp="1"/>
          </p:cNvSpPr>
          <p:nvPr>
            <p:ph type="body" idx="1"/>
          </p:nvPr>
        </p:nvSpPr>
        <p:spPr/>
        <p:txBody>
          <a:bodyPr/>
          <a:p>
            <a:r>
              <a:rPr lang="en-US" altLang="en-US"/>
              <a:t>The comma is actually a fully functional operator in C, not just a separator for arguments.</a:t>
            </a:r>
            <a:endParaRPr lang="en-US" altLang="en-US"/>
          </a:p>
          <a:p>
            <a:r>
              <a:rPr lang="en-US" altLang="en-US"/>
              <a:t>Sequential Evaluation: The comma operator evaluates multiple expressions from left to right and returns the value of the very last expression. All previous expressions are evaluated purely for their side effects.</a:t>
            </a:r>
            <a:endParaRPr lang="en-US"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The Comma Operator (,)</a:t>
            </a:r>
            <a:endParaRPr lang="en-US" altLang="en-US"/>
          </a:p>
        </p:txBody>
      </p:sp>
      <p:sp>
        <p:nvSpPr>
          <p:cNvPr id="5" name="Text Placeholder 4"/>
          <p:cNvSpPr>
            <a:spLocks noGrp="1"/>
          </p:cNvSpPr>
          <p:nvPr>
            <p:ph type="body" idx="1"/>
          </p:nvPr>
        </p:nvSpPr>
        <p:spPr/>
        <p:txBody>
          <a:bodyPr/>
          <a:p>
            <a:pPr marL="0" indent="0">
              <a:buNone/>
            </a:pPr>
            <a:r>
              <a:rPr lang="en-US" altLang="en-US"/>
              <a:t>Example:</a:t>
            </a:r>
            <a:endParaRPr lang="en-US" altLang="en-US"/>
          </a:p>
          <a:p>
            <a:pPr marL="0" indent="457200">
              <a:buNone/>
            </a:pPr>
            <a:r>
              <a:rPr lang="en-US" altLang="en-US"/>
              <a:t>int x = (1, 2, 3); </a:t>
            </a:r>
            <a:endParaRPr lang="en-US" altLang="en-US"/>
          </a:p>
          <a:p>
            <a:pPr marL="0" indent="457200">
              <a:buNone/>
            </a:pPr>
            <a:r>
              <a:rPr lang="en-US" altLang="en-US"/>
              <a:t>// x becomes 3! 1 and 2 are evaluated and discarded.</a:t>
            </a:r>
            <a:endParaRPr lang="en-US" altLang="en-US"/>
          </a:p>
          <a:p>
            <a:pPr marL="0" indent="457200">
              <a:buNone/>
            </a:pPr>
            <a:r>
              <a:rPr lang="en-US" altLang="en-US"/>
              <a:t>int a = 5, b = 10;</a:t>
            </a:r>
            <a:endParaRPr lang="en-US" altLang="en-US"/>
          </a:p>
          <a:p>
            <a:pPr marL="0" indent="457200">
              <a:buNone/>
            </a:pPr>
            <a:r>
              <a:rPr lang="en-US" altLang="en-US"/>
              <a:t>int y = (a++, b++);</a:t>
            </a:r>
            <a:endParaRPr lang="en-US" altLang="en-US"/>
          </a:p>
          <a:p>
            <a:pPr marL="0" indent="0">
              <a:buNone/>
            </a:pPr>
            <a:r>
              <a:rPr lang="en-US" altLang="en-US"/>
              <a:t> 	// a becomes 6, b becomes 11, y becomes 10 (the old value of b before post-increment)</a:t>
            </a:r>
            <a:endParaRPr lang="en-US" altLang="en-US"/>
          </a:p>
          <a:p>
            <a:pPr marL="0" indent="0">
              <a:buNone/>
            </a:pPr>
            <a:endParaRPr lang="en-US"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t>Implicit Type Promotion (The "Usual Arithmetic Conversions")</a:t>
            </a:r>
            <a:endParaRPr lang="en-US" altLang="en-US"/>
          </a:p>
        </p:txBody>
      </p:sp>
      <p:sp>
        <p:nvSpPr>
          <p:cNvPr id="5" name="Text Placeholder 4"/>
          <p:cNvSpPr>
            <a:spLocks noGrp="1"/>
          </p:cNvSpPr>
          <p:nvPr>
            <p:ph type="body" idx="1"/>
          </p:nvPr>
        </p:nvSpPr>
        <p:spPr/>
        <p:txBody>
          <a:bodyPr/>
          <a:p>
            <a:r>
              <a:rPr lang="en-US" altLang="en-US"/>
              <a:t>When you use binary operators (like +, -, *, /, ==) on two different data types, C automatically upgrades ("promotes") the smaller type to match the larger type to avoid data loss. However, this causes severe issues when mixing signed and unsigned numbers.</a:t>
            </a:r>
            <a:endParaRPr lang="en-US" altLang="en-US"/>
          </a:p>
          <a:p>
            <a:r>
              <a:rPr lang="en-US" altLang="en-US"/>
              <a:t>The Unsigned Trap: If you perform an operation between a signed int and an unsigned int of the same size, the signed int is implicitly converted to unsigned.</a:t>
            </a:r>
            <a:endParaRPr lang="en-US"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altLang="en-US">
                <a:sym typeface="+mn-ea"/>
              </a:rPr>
              <a:t>Implicit Type Promotion (The "Usual Arithmetic Conversions")</a:t>
            </a:r>
            <a:endParaRPr lang="en-US"/>
          </a:p>
        </p:txBody>
      </p:sp>
      <p:sp>
        <p:nvSpPr>
          <p:cNvPr id="5" name="Text Placeholder 4"/>
          <p:cNvSpPr>
            <a:spLocks noGrp="1"/>
          </p:cNvSpPr>
          <p:nvPr>
            <p:ph type="body" idx="1"/>
          </p:nvPr>
        </p:nvSpPr>
        <p:spPr/>
        <p:txBody>
          <a:bodyPr>
            <a:normAutofit lnSpcReduction="20000"/>
          </a:bodyPr>
          <a:p>
            <a:r>
              <a:rPr lang="en-US"/>
              <a:t>Example:</a:t>
            </a:r>
            <a:endParaRPr lang="en-US"/>
          </a:p>
          <a:p>
            <a:pPr marL="0" indent="457200">
              <a:buNone/>
            </a:pPr>
            <a:r>
              <a:rPr lang="en-US" altLang="en-US"/>
              <a:t>int a = -5;</a:t>
            </a:r>
            <a:endParaRPr lang="en-US" altLang="en-US"/>
          </a:p>
          <a:p>
            <a:pPr marL="0" indent="457200">
              <a:buNone/>
            </a:pPr>
            <a:r>
              <a:rPr lang="en-US" altLang="en-US"/>
              <a:t>unsigned int b = 10;</a:t>
            </a:r>
            <a:endParaRPr lang="en-US" altLang="en-US"/>
          </a:p>
          <a:p>
            <a:pPr marL="0" indent="457200">
              <a:buNone/>
            </a:pPr>
            <a:endParaRPr lang="en-US" altLang="en-US"/>
          </a:p>
          <a:p>
            <a:pPr marL="0" indent="457200">
              <a:buNone/>
            </a:pPr>
            <a:r>
              <a:rPr lang="en-US" altLang="en-US"/>
              <a:t>if (a &gt; b) {</a:t>
            </a:r>
            <a:endParaRPr lang="en-US" altLang="en-US"/>
          </a:p>
          <a:p>
            <a:pPr marL="0" indent="457200">
              <a:buNone/>
            </a:pPr>
            <a:r>
              <a:rPr lang="en-US" altLang="en-US"/>
              <a:t>    // This block executes! </a:t>
            </a:r>
            <a:endParaRPr lang="en-US" altLang="en-US"/>
          </a:p>
          <a:p>
            <a:pPr marL="0" indent="457200">
              <a:buNone/>
            </a:pPr>
            <a:r>
              <a:rPr lang="en-US" altLang="en-US"/>
              <a:t>    // -5 is converted to an unsigned int, which causes its binary sign bit </a:t>
            </a:r>
            <a:endParaRPr lang="en-US" altLang="en-US"/>
          </a:p>
          <a:p>
            <a:pPr marL="0" indent="457200">
              <a:buNone/>
            </a:pPr>
            <a:r>
              <a:rPr lang="en-US" altLang="en-US"/>
              <a:t>    // to turn into a massive positive number (e.g., 4,294,967,291).</a:t>
            </a:r>
            <a:endParaRPr lang="en-US" altLang="en-US"/>
          </a:p>
          <a:p>
            <a:pPr marL="0" indent="457200">
              <a:buNone/>
            </a:pPr>
            <a:r>
              <a:rPr lang="en-US" altLang="en-US"/>
              <a:t>}</a:t>
            </a:r>
            <a:endParaRPr lang="en-US" altLang="en-US"/>
          </a:p>
          <a:p>
            <a:pPr marL="0" indent="457200">
              <a:buNone/>
            </a:pPr>
            <a:endParaRPr lang="en-US"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a:t>Array Indexing Operator ([])</a:t>
            </a:r>
            <a:endParaRPr lang="en-US" altLang="en-US"/>
          </a:p>
        </p:txBody>
      </p:sp>
      <p:sp>
        <p:nvSpPr>
          <p:cNvPr id="5" name="Text Placeholder 4"/>
          <p:cNvSpPr>
            <a:spLocks noGrp="1"/>
          </p:cNvSpPr>
          <p:nvPr>
            <p:ph type="body" idx="1"/>
          </p:nvPr>
        </p:nvSpPr>
        <p:spPr/>
        <p:txBody>
          <a:bodyPr>
            <a:normAutofit lnSpcReduction="10000"/>
          </a:bodyPr>
          <a:p>
            <a:r>
              <a:rPr lang="en-US" altLang="en-US"/>
              <a:t>This is one of C’s most famous syntax quirks. </a:t>
            </a:r>
            <a:endParaRPr lang="en-US" altLang="en-US"/>
          </a:p>
          <a:p>
            <a:r>
              <a:rPr lang="en-US" altLang="en-US"/>
              <a:t>Array indexing is secretly just an addition under the hood.</a:t>
            </a:r>
            <a:endParaRPr lang="en-US" altLang="en-US"/>
          </a:p>
          <a:p>
            <a:r>
              <a:rPr lang="en-US" altLang="en-US"/>
              <a:t>Pointer Commutativity: </a:t>
            </a:r>
            <a:endParaRPr lang="en-US" altLang="en-US"/>
          </a:p>
          <a:p>
            <a:pPr marL="0" indent="457200">
              <a:buNone/>
            </a:pPr>
            <a:r>
              <a:rPr lang="en-US" altLang="en-US"/>
              <a:t>        In C, array[index] is completely converted by the compiler into a pointer arithmetic expression: *(array + index).</a:t>
            </a:r>
            <a:endParaRPr lang="en-US" altLang="en-US"/>
          </a:p>
          <a:p>
            <a:r>
              <a:rPr lang="en-US" altLang="en-US"/>
              <a:t>The Quirk: </a:t>
            </a:r>
            <a:endParaRPr lang="en-US" altLang="en-US"/>
          </a:p>
          <a:p>
            <a:pPr marL="0" indent="0">
              <a:buNone/>
            </a:pPr>
            <a:r>
              <a:rPr lang="en-US" altLang="en-US"/>
              <a:t>              Because addition is commutative (a + b == b + a), the expression *(index + array) is also perfectly valid. This means that index[array] is legally identical to array[index].</a:t>
            </a:r>
            <a:endParaRPr lang="en-US" altLang="en-US"/>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altLang="en-US">
                <a:sym typeface="+mn-ea"/>
              </a:rPr>
              <a:t>Array Indexing Operator ([])</a:t>
            </a:r>
            <a:endParaRPr lang="en-US"/>
          </a:p>
        </p:txBody>
      </p:sp>
      <p:sp>
        <p:nvSpPr>
          <p:cNvPr id="5" name="Text Placeholder 4"/>
          <p:cNvSpPr>
            <a:spLocks noGrp="1"/>
          </p:cNvSpPr>
          <p:nvPr>
            <p:ph type="body" idx="1"/>
          </p:nvPr>
        </p:nvSpPr>
        <p:spPr/>
        <p:txBody>
          <a:bodyPr/>
          <a:p>
            <a:pPr marL="342900" indent="-342900"/>
            <a:r>
              <a:rPr lang="en-US" altLang="en-US"/>
              <a:t>Example:</a:t>
            </a:r>
            <a:endParaRPr lang="en-US" altLang="en-US"/>
          </a:p>
          <a:p>
            <a:pPr marL="0" indent="457200">
              <a:buNone/>
            </a:pPr>
            <a:r>
              <a:rPr lang="en-US" altLang="en-US"/>
              <a:t>int arr[5] = {10, 20, 30, 40, 50};</a:t>
            </a:r>
            <a:endParaRPr lang="en-US" altLang="en-US"/>
          </a:p>
          <a:p>
            <a:pPr marL="0" indent="457200">
              <a:buNone/>
            </a:pPr>
            <a:r>
              <a:rPr lang="en-US" altLang="en-US"/>
              <a:t>printf("%d", 2[arr]); </a:t>
            </a:r>
            <a:endParaRPr lang="en-US" altLang="en-US"/>
          </a:p>
          <a:p>
            <a:pPr marL="0" indent="457200">
              <a:buNone/>
            </a:pPr>
            <a:r>
              <a:rPr lang="en-US" altLang="en-US"/>
              <a:t>// This perfectly outputs 30!</a:t>
            </a:r>
            <a:endParaRPr lang="en-US" altLang="en-US"/>
          </a:p>
          <a:p>
            <a:pPr marL="342900" indent="-342900"/>
            <a:r>
              <a:rPr lang="en-US" altLang="en-US"/>
              <a:t>While valid C syntax, you should never write production code like this as it ruins readability.</a:t>
            </a:r>
            <a:endParaRPr lang="en-US" altLang="en-US"/>
          </a:p>
          <a:p>
            <a:pPr marL="0" indent="457200">
              <a:buNone/>
            </a:pPr>
            <a:endParaRPr lang="en-US" altLang="en-US"/>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idx="1"/>
          </p:nvPr>
        </p:nvSpPr>
        <p:spPr>
          <a:xfrm>
            <a:off x="695960" y="991869"/>
            <a:ext cx="10800000" cy="4873625"/>
          </a:xfrm>
        </p:spPr>
        <p:txBody>
          <a:bodyPr anchor="ctr" anchorCtr="0"/>
          <a:p>
            <a:pPr marL="0" indent="0" algn="ctr">
              <a:buNone/>
            </a:pPr>
            <a:r>
              <a:rPr lang="en-US" sz="8000"/>
              <a:t>THANK YOU</a:t>
            </a:r>
            <a:endParaRPr lang="en-US" sz="8000"/>
          </a:p>
        </p:txBody>
      </p:sp>
    </p:spTree>
    <p:custDataLst>
      <p:tags r:id="rId1"/>
    </p:custDataLst>
  </p:cSld>
  <p:clrMapOvr>
    <a:masterClrMapping/>
  </p:clrMapOvr>
</p:sld>
</file>

<file path=ppt/tags/tag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5"/>
  <p:tag name="KSO_WM_UNIT_ID" val="_1*i*65"/>
  <p:tag name="KSO_WM_UNIT_LAYERLEVEL" val="1"/>
  <p:tag name="KSO_WM_TAG_VERSION" val="3.0"/>
  <p:tag name="KSO_WM_BEAUTIFY_FLAG" val="#wm#"/>
</p:tagLst>
</file>

<file path=ppt/tags/tag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4"/>
  <p:tag name="KSO_WM_UNIT_ID" val="_1*i*64"/>
  <p:tag name="KSO_WM_UNIT_LAYERLEVEL" val="1"/>
  <p:tag name="KSO_WM_TAG_VERSION" val="3.0"/>
  <p:tag name="KSO_WM_BEAUTIFY_FLAG" val="#wm#"/>
</p:tagLst>
</file>

<file path=ppt/tags/tag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3"/>
  <p:tag name="KSO_WM_UNIT_ID" val="_1*i*63"/>
  <p:tag name="KSO_WM_UNIT_LAYERLEVEL" val="1"/>
  <p:tag name="KSO_WM_TAG_VERSION" val="3.0"/>
  <p:tag name="KSO_WM_BEAUTIFY_FLAG" val="#wm#"/>
</p:tagLst>
</file>

<file path=ppt/tags/tag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2"/>
  <p:tag name="KSO_WM_UNIT_ID" val="_1*i*62"/>
  <p:tag name="KSO_WM_UNIT_LAYERLEVEL" val="1"/>
  <p:tag name="KSO_WM_TAG_VERSION" val="3.0"/>
  <p:tag name="KSO_WM_BEAUTIFY_FLAG" val="#wm#"/>
</p:tagLst>
</file>

<file path=ppt/tags/tag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1"/>
  <p:tag name="KSO_WM_UNIT_ID" val="_1*i*61"/>
  <p:tag name="KSO_WM_UNIT_LAYERLEVEL" val="1"/>
  <p:tag name="KSO_WM_TAG_VERSION" val="3.0"/>
  <p:tag name="KSO_WM_BEAUTIFY_FLAG" val="#wm#"/>
</p:tagLst>
</file>

<file path=ppt/tags/tag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0"/>
  <p:tag name="KSO_WM_UNIT_ID" val="_1*i*60"/>
  <p:tag name="KSO_WM_UNIT_LAYERLEVEL" val="1"/>
  <p:tag name="KSO_WM_TAG_VERSION" val="3.0"/>
  <p:tag name="KSO_WM_BEAUTIFY_FLAG" val="#wm#"/>
</p:tagLst>
</file>

<file path=ppt/tags/tag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8"/>
  <p:tag name="KSO_WM_UNIT_ID" val="_1*i*58"/>
  <p:tag name="KSO_WM_UNIT_LAYERLEVEL" val="1"/>
  <p:tag name="KSO_WM_TAG_VERSION" val="3.0"/>
  <p:tag name="KSO_WM_BEAUTIFY_FLAG" val="#wm#"/>
</p:tagLst>
</file>

<file path=ppt/tags/tag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1*i*56"/>
  <p:tag name="KSO_WM_UNIT_LAYERLEVEL" val="1"/>
  <p:tag name="KSO_WM_TAG_VERSION" val="3.0"/>
  <p:tag name="KSO_WM_BEAUTIFY_FLAG" val="#wm#"/>
</p:tagLst>
</file>

<file path=ppt/tags/tag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1*i*55"/>
  <p:tag name="KSO_WM_UNIT_LAYERLEVEL" val="1"/>
  <p:tag name="KSO_WM_TAG_VERSION" val="3.0"/>
  <p:tag name="KSO_WM_BEAUTIFY_FLAG" val="#wm#"/>
</p:tagLst>
</file>

<file path=ppt/tags/tag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1*i*54"/>
  <p:tag name="KSO_WM_UNIT_LAYERLEVEL" val="1"/>
  <p:tag name="KSO_WM_TAG_VERSION" val="3.0"/>
  <p:tag name="KSO_WM_BEAUTIFY_FLAG" val="#wm#"/>
</p:tagLst>
</file>

<file path=ppt/tags/tag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1*i*52"/>
  <p:tag name="KSO_WM_UNIT_LAYERLEVEL" val="1"/>
  <p:tag name="KSO_WM_TAG_VERSION" val="3.0"/>
  <p:tag name="KSO_WM_BEAUTIFY_FLAG" val="#wm#"/>
</p:tagLst>
</file>

<file path=ppt/tags/tag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1*i*50"/>
  <p:tag name="KSO_WM_UNIT_LAYERLEVEL" val="1"/>
  <p:tag name="KSO_WM_TAG_VERSION" val="3.0"/>
  <p:tag name="KSO_WM_BEAUTIFY_FLAG" val="#wm#"/>
</p:tagLst>
</file>

<file path=ppt/tags/tag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1*i*49"/>
  <p:tag name="KSO_WM_UNIT_LAYERLEVEL" val="1"/>
  <p:tag name="KSO_WM_TAG_VERSION" val="3.0"/>
  <p:tag name="KSO_WM_BEAUTIFY_FLAG" val="#wm#"/>
</p:tagLst>
</file>

<file path=ppt/tags/tag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1*i*48"/>
  <p:tag name="KSO_WM_UNIT_LAYERLEVEL" val="1"/>
  <p:tag name="KSO_WM_TAG_VERSION" val="3.0"/>
  <p:tag name="KSO_WM_BEAUTIFY_FLAG" val="#wm#"/>
</p:tagLst>
</file>

<file path=ppt/tags/tag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1*i*47"/>
  <p:tag name="KSO_WM_UNIT_LAYERLEVEL" val="1"/>
  <p:tag name="KSO_WM_TAG_VERSION" val="3.0"/>
  <p:tag name="KSO_WM_BEAUTIFY_FLAG" val="#wm#"/>
</p:tagLst>
</file>

<file path=ppt/tags/tag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1*i*45"/>
  <p:tag name="KSO_WM_UNIT_LAYERLEVEL" val="1"/>
  <p:tag name="KSO_WM_TAG_VERSION" val="3.0"/>
  <p:tag name="KSO_WM_BEAUTIFY_FLAG" val="#wm#"/>
</p:tagLst>
</file>

<file path=ppt/tags/tag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 name="KSO_WM_BEAUTIFY_FLAG" val="#wm#"/>
</p:tagLst>
</file>

<file path=ppt/tags/tag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 name="KSO_WM_BEAUTIFY_FLAG" val="#wm#"/>
</p:tagLst>
</file>

<file path=ppt/tags/tag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1*i*8"/>
  <p:tag name="KSO_WM_UNIT_LAYERLEVEL" val="1"/>
  <p:tag name="KSO_WM_TAG_VERSION" val="3.0"/>
  <p:tag name="KSO_WM_BEAUTIFY_FLAG" val="#wm#"/>
</p:tagLst>
</file>

<file path=ppt/tags/tag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1*i*9"/>
  <p:tag name="KSO_WM_UNIT_LAYERLEVEL" val="1"/>
  <p:tag name="KSO_WM_TAG_VERSION" val="3.0"/>
  <p:tag name="KSO_WM_BEAUTIFY_FLAG" val="#wm#"/>
</p:tagLst>
</file>

<file path=ppt/tags/tag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1*i*10"/>
  <p:tag name="KSO_WM_UNIT_LAYERLEVEL" val="1"/>
  <p:tag name="KSO_WM_TAG_VERSION" val="3.0"/>
  <p:tag name="KSO_WM_BEAUTIFY_FLAG" val="#wm#"/>
</p:tagLst>
</file>

<file path=ppt/tags/tag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 name="KSO_WM_BEAUTIFY_FLAG" val="#wm#"/>
</p:tagLst>
</file>

<file path=ppt/tags/tag2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1*i*12"/>
  <p:tag name="KSO_WM_UNIT_LAYERLEVEL" val="1"/>
  <p:tag name="KSO_WM_TAG_VERSION" val="3.0"/>
  <p:tag name="KSO_WM_BEAUTIFY_FLAG" val="#wm#"/>
</p:tagLst>
</file>

<file path=ppt/tags/tag2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1*i*13"/>
  <p:tag name="KSO_WM_UNIT_LAYERLEVEL" val="1"/>
  <p:tag name="KSO_WM_TAG_VERSION" val="3.0"/>
  <p:tag name="KSO_WM_BEAUTIFY_FLAG" val="#wm#"/>
</p:tagLst>
</file>

<file path=ppt/tags/tag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1*i*14"/>
  <p:tag name="KSO_WM_UNIT_LAYERLEVEL" val="1"/>
  <p:tag name="KSO_WM_TAG_VERSION" val="3.0"/>
  <p:tag name="KSO_WM_BEAUTIFY_FLAG" val="#wm#"/>
</p:tagLst>
</file>

<file path=ppt/tags/tag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1*i*15"/>
  <p:tag name="KSO_WM_UNIT_LAYERLEVEL" val="1"/>
  <p:tag name="KSO_WM_TAG_VERSION" val="3.0"/>
  <p:tag name="KSO_WM_BEAUTIFY_FLAG" val="#wm#"/>
</p:tagLst>
</file>

<file path=ppt/tags/tag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1*i*16"/>
  <p:tag name="KSO_WM_UNIT_LAYERLEVEL" val="1"/>
  <p:tag name="KSO_WM_TAG_VERSION" val="3.0"/>
  <p:tag name="KSO_WM_BEAUTIFY_FLAG" val="#wm#"/>
</p:tagLst>
</file>

<file path=ppt/tags/tag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1*i*17"/>
  <p:tag name="KSO_WM_UNIT_LAYERLEVEL" val="1"/>
  <p:tag name="KSO_WM_TAG_VERSION" val="3.0"/>
  <p:tag name="KSO_WM_BEAUTIFY_FLAG" val="#wm#"/>
</p:tagLst>
</file>

<file path=ppt/tags/tag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1*i*19"/>
  <p:tag name="KSO_WM_UNIT_LAYERLEVEL" val="1"/>
  <p:tag name="KSO_WM_TAG_VERSION" val="3.0"/>
  <p:tag name="KSO_WM_BEAUTIFY_FLAG" val="#wm#"/>
</p:tagLst>
</file>

<file path=ppt/tags/tag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1*i*20"/>
  <p:tag name="KSO_WM_UNIT_LAYERLEVEL" val="1"/>
  <p:tag name="KSO_WM_TAG_VERSION" val="3.0"/>
  <p:tag name="KSO_WM_BEAUTIFY_FLAG" val="#wm#"/>
</p:tagLst>
</file>

<file path=ppt/tags/tag3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3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1*i*22"/>
  <p:tag name="KSO_WM_UNIT_LAYERLEVEL" val="1"/>
  <p:tag name="KSO_WM_TAG_VERSION" val="3.0"/>
  <p:tag name="KSO_WM_BEAUTIFY_FLAG" val="#wm#"/>
</p:tagLst>
</file>

<file path=ppt/tags/tag3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1*i*42"/>
  <p:tag name="KSO_WM_UNIT_LAYERLEVEL" val="1"/>
  <p:tag name="KSO_WM_TAG_VERSION" val="3.0"/>
  <p:tag name="KSO_WM_BEAUTIFY_FLAG" val="#wm#"/>
</p:tagLst>
</file>

<file path=ppt/tags/tag3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1*i*41"/>
  <p:tag name="KSO_WM_UNIT_LAYERLEVEL" val="1"/>
  <p:tag name="KSO_WM_TAG_VERSION" val="3.0"/>
  <p:tag name="KSO_WM_BEAUTIFY_FLAG" val="#wm#"/>
</p:tagLst>
</file>

<file path=ppt/tags/tag3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1*i*40"/>
  <p:tag name="KSO_WM_UNIT_LAYERLEVEL" val="1"/>
  <p:tag name="KSO_WM_TAG_VERSION" val="3.0"/>
  <p:tag name="KSO_WM_BEAUTIFY_FLAG" val="#wm#"/>
</p:tagLst>
</file>

<file path=ppt/tags/tag4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1*i*37"/>
  <p:tag name="KSO_WM_UNIT_LAYERLEVEL" val="1"/>
  <p:tag name="KSO_WM_TAG_VERSION" val="3.0"/>
  <p:tag name="KSO_WM_BEAUTIFY_FLAG" val="#wm#"/>
</p:tagLst>
</file>

<file path=ppt/tags/tag4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1*i*36"/>
  <p:tag name="KSO_WM_UNIT_LAYERLEVEL" val="1"/>
  <p:tag name="KSO_WM_TAG_VERSION" val="3.0"/>
  <p:tag name="KSO_WM_BEAUTIFY_FLAG" val="#wm#"/>
</p:tagLst>
</file>

<file path=ppt/tags/tag4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1*i*35"/>
  <p:tag name="KSO_WM_UNIT_LAYERLEVEL" val="1"/>
  <p:tag name="KSO_WM_TAG_VERSION" val="3.0"/>
  <p:tag name="KSO_WM_BEAUTIFY_FLAG" val="#wm#"/>
</p:tagLst>
</file>

<file path=ppt/tags/tag4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1*i*34"/>
  <p:tag name="KSO_WM_UNIT_LAYERLEVEL" val="1"/>
  <p:tag name="KSO_WM_TAG_VERSION" val="3.0"/>
  <p:tag name="KSO_WM_BEAUTIFY_FLAG" val="#wm#"/>
</p:tagLst>
</file>

<file path=ppt/tags/tag4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1*i*33"/>
  <p:tag name="KSO_WM_UNIT_LAYERLEVEL" val="1"/>
  <p:tag name="KSO_WM_TAG_VERSION" val="3.0"/>
  <p:tag name="KSO_WM_BEAUTIFY_FLAG" val="#wm#"/>
</p:tagLst>
</file>

<file path=ppt/tags/tag4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1*i*32"/>
  <p:tag name="KSO_WM_UNIT_LAYERLEVEL" val="1"/>
  <p:tag name="KSO_WM_TAG_VERSION" val="3.0"/>
  <p:tag name="KSO_WM_BEAUTIFY_FLAG" val="#wm#"/>
</p:tagLst>
</file>

<file path=ppt/tags/tag4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1*i*31"/>
  <p:tag name="KSO_WM_UNIT_LAYERLEVEL" val="1"/>
  <p:tag name="KSO_WM_TAG_VERSION" val="3.0"/>
  <p:tag name="KSO_WM_BEAUTIFY_FLAG" val="#wm#"/>
</p:tagLst>
</file>

<file path=ppt/tags/tag4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1*i*30"/>
  <p:tag name="KSO_WM_UNIT_LAYERLEVEL" val="1"/>
  <p:tag name="KSO_WM_TAG_VERSION" val="3.0"/>
  <p:tag name="KSO_WM_BEAUTIFY_FLAG" val="#wm#"/>
</p:tagLst>
</file>

<file path=ppt/tags/tag4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1*i*29"/>
  <p:tag name="KSO_WM_UNIT_LAYERLEVEL" val="1"/>
  <p:tag name="KSO_WM_TAG_VERSION" val="3.0"/>
  <p:tag name="KSO_WM_BEAUTIFY_FLAG" val="#wm#"/>
</p:tagLst>
</file>

<file path=ppt/tags/tag4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1*i*28"/>
  <p:tag name="KSO_WM_UNIT_LAYERLEVEL" val="1"/>
  <p:tag name="KSO_WM_TAG_VERSION" val="3.0"/>
  <p:tag name="KSO_WM_BEAUTIFY_FLAG" val="#wm#"/>
</p:tagLst>
</file>

<file path=ppt/tags/tag5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1*i*27"/>
  <p:tag name="KSO_WM_UNIT_LAYERLEVEL" val="1"/>
  <p:tag name="KSO_WM_TAG_VERSION" val="3.0"/>
  <p:tag name="KSO_WM_BEAUTIFY_FLAG" val="#wm#"/>
</p:tagLst>
</file>

<file path=ppt/tags/tag5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1*i*26"/>
  <p:tag name="KSO_WM_UNIT_LAYERLEVEL" val="1"/>
  <p:tag name="KSO_WM_TAG_VERSION" val="3.0"/>
  <p:tag name="KSO_WM_BEAUTIFY_FLAG" val="#wm#"/>
</p:tagLst>
</file>

<file path=ppt/tags/tag5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1*i*24"/>
  <p:tag name="KSO_WM_UNIT_LAYERLEVEL" val="1"/>
  <p:tag name="KSO_WM_TAG_VERSION" val="3.0"/>
  <p:tag name="KSO_WM_BEAUTIFY_FLAG" val="#wm#"/>
</p:tagLst>
</file>

<file path=ppt/tags/tag5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1*i*23"/>
  <p:tag name="KSO_WM_UNIT_LAYERLEVEL" val="1"/>
  <p:tag name="KSO_WM_TAG_VERSION" val="3.0"/>
  <p:tag name="KSO_WM_BEAUTIFY_FLAG" val="#wm#"/>
</p:tagLst>
</file>

<file path=ppt/tags/tag5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1*i*51"/>
  <p:tag name="KSO_WM_UNIT_LAYERLEVEL" val="1"/>
  <p:tag name="KSO_WM_TAG_VERSION" val="3.0"/>
  <p:tag name="KSO_WM_BEAUTIFY_FLAG" val="#wm#"/>
</p:tagLst>
</file>

<file path=ppt/tags/tag55.xml><?xml version="1.0" encoding="utf-8"?>
<p:tagLst xmlns:p="http://schemas.openxmlformats.org/presentationml/2006/main">
  <p:tag name="KSO_WM_UNIT_ISCONTENTSTITLE" val="0"/>
  <p:tag name="KSO_WM_UNIT_ISNUMDGMTITLE" val="0"/>
  <p:tag name="KSO_WM_UNIT_PRESET_TEXT" val="编辑母&#10;版标题"/>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56.xml><?xml version="1.0" encoding="utf-8"?>
<p:tagLst xmlns:p="http://schemas.openxmlformats.org/presentationml/2006/main">
  <p:tag name="KSO_WM_UNIT_ISCONTENTSTITLE" val="0"/>
  <p:tag name="KSO_WM_UNIT_ISNUMDGMTITLE" val="0"/>
  <p:tag name="KSO_WM_UNIT_PRESET_TEXT" val="单击此处编辑副标题"/>
  <p:tag name="KSO_WM_UNIT_NOCLEAR" val="0"/>
  <p:tag name="KSO_WM_UNIT_VALUE" val="14"/>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Lst>
</file>

<file path=ppt/tags/tag5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0.xml><?xml version="1.0" encoding="utf-8"?>
<p:tagLst xmlns:p="http://schemas.openxmlformats.org/presentationml/2006/main">
  <p:tag name="KSO_WM_UNIT_ISNUMDGMTITLE" val="0"/>
  <p:tag name="KSO_WM_UNIT_SUBTYPE" val="g"/>
  <p:tag name="KSO_WM_UNIT_PRESET_TEXT" val="公司名"/>
  <p:tag name="KSO_WM_UNIT_NOCLEAR" val="0"/>
  <p:tag name="KSO_WM_UNIT_VALUE" val="24"/>
  <p:tag name="KSO_WM_UNIT_HIGHLIGHT" val="0"/>
  <p:tag name="KSO_WM_UNIT_COMPATIBLE" val="0"/>
  <p:tag name="KSO_WM_UNIT_DIAGRAM_ISNUMVISUAL" val="0"/>
  <p:tag name="KSO_WM_UNIT_DIAGRAM_ISREFERUNIT" val="0"/>
  <p:tag name="KSO_WM_UNIT_TYPE" val="f"/>
  <p:tag name="KSO_WM_UNIT_INDEX" val="2"/>
  <p:tag name="KSO_WM_UNIT_ID" val="_1*f*2"/>
  <p:tag name="KSO_WM_UNIT_LAYERLEVEL" val="1"/>
  <p:tag name="KSO_WM_TAG_VERSION" val="3.0"/>
  <p:tag name="KSO_WM_BEAUTIFY_FLAG" val="#wm#"/>
</p:tagLst>
</file>

<file path=ppt/tags/tag61.xml><?xml version="1.0" encoding="utf-8"?>
<p:tagLst xmlns:p="http://schemas.openxmlformats.org/presentationml/2006/main">
  <p:tag name="KSO_WM_UNIT_ISNUMDGMTITLE" val="0"/>
  <p:tag name="KSO_WM_UNIT_SUBTYPE" val="b"/>
  <p:tag name="KSO_WM_UNIT_PRESET_TEXT" val="署名"/>
  <p:tag name="KSO_WM_UNIT_NOCLEAR" val="0"/>
  <p:tag name="KSO_WM_UNIT_VALUE" val="7"/>
  <p:tag name="KSO_WM_UNIT_HIGHLIGHT" val="0"/>
  <p:tag name="KSO_WM_UNIT_COMPATIBLE" val="0"/>
  <p:tag name="KSO_WM_UNIT_DIAGRAM_ISNUMVISUAL" val="0"/>
  <p:tag name="KSO_WM_UNIT_DIAGRAM_ISREFERUNIT" val="0"/>
  <p:tag name="KSO_WM_UNIT_TYPE" val="f"/>
  <p:tag name="KSO_WM_UNIT_INDEX" val="1"/>
  <p:tag name="KSO_WM_UNIT_ID" val="_1*f*1"/>
  <p:tag name="KSO_WM_UNIT_LAYERLEVEL" val="1"/>
  <p:tag name="KSO_WM_TAG_VERSION" val="3.0"/>
  <p:tag name="KSO_WM_BEAUTIFY_FLAG" val="#wm#"/>
</p:tagLst>
</file>

<file path=ppt/tags/tag6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1*i*38"/>
  <p:tag name="KSO_WM_UNIT_LAYERLEVEL" val="1"/>
  <p:tag name="KSO_WM_TAG_VERSION" val="3.0"/>
  <p:tag name="KSO_WM_BEAUTIFY_FLAG" val="#wm#"/>
</p:tagLst>
</file>

<file path=ppt/tags/tag6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1*i*39"/>
  <p:tag name="KSO_WM_UNIT_LAYERLEVEL" val="1"/>
  <p:tag name="KSO_WM_TAG_VERSION" val="3.0"/>
  <p:tag name="KSO_WM_BEAUTIFY_FLAG" val="#wm#"/>
</p:tagLst>
</file>

<file path=ppt/tags/tag6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1*i*43"/>
  <p:tag name="KSO_WM_UNIT_LAYERLEVEL" val="1"/>
  <p:tag name="KSO_WM_TAG_VERSION" val="3.0"/>
  <p:tag name="KSO_WM_BEAUTIFY_FLAG" val="#wm#"/>
</p:tagLst>
</file>

<file path=ppt/tags/tag6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7"/>
  <p:tag name="KSO_WM_UNIT_ID" val="_1*i*57"/>
  <p:tag name="KSO_WM_UNIT_LAYERLEVEL" val="1"/>
  <p:tag name="KSO_WM_TAG_VERSION" val="3.0"/>
  <p:tag name="KSO_WM_BEAUTIFY_FLAG" val="#wm#"/>
</p:tagLst>
</file>

<file path=ppt/tags/tag6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9"/>
  <p:tag name="KSO_WM_UNIT_ID" val="_1*i*59"/>
  <p:tag name="KSO_WM_UNIT_LAYERLEVEL" val="1"/>
  <p:tag name="KSO_WM_TAG_VERSION" val="3.0"/>
  <p:tag name="KSO_WM_BEAUTIFY_FLAG" val="#wm#"/>
</p:tagLst>
</file>

<file path=ppt/tags/tag6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1*i*18"/>
  <p:tag name="KSO_WM_UNIT_LAYERLEVEL" val="1"/>
  <p:tag name="KSO_WM_TAG_VERSION" val="3.0"/>
  <p:tag name="KSO_WM_BEAUTIFY_FLAG" val="#wm#"/>
</p:tagLst>
</file>

<file path=ppt/tags/tag6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1*i*21"/>
  <p:tag name="KSO_WM_UNIT_LAYERLEVEL" val="1"/>
  <p:tag name="KSO_WM_TAG_VERSION" val="3.0"/>
  <p:tag name="KSO_WM_BEAUTIFY_FLAG" val="#wm#"/>
</p:tagLst>
</file>

<file path=ppt/tags/tag6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1*i*25"/>
  <p:tag name="KSO_WM_UNIT_LAYERLEVEL" val="1"/>
  <p:tag name="KSO_WM_TAG_VERSION" val="3.0"/>
  <p:tag name="KSO_WM_BEAUTIFY_FLAG" val="#wm#"/>
</p:tagLst>
</file>

<file path=ppt/tags/tag7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1*i*53"/>
  <p:tag name="KSO_WM_UNIT_LAYERLEVEL" val="1"/>
  <p:tag name="KSO_WM_TAG_VERSION" val="3.0"/>
  <p:tag name="KSO_WM_BEAUTIFY_FLAG" val="#wm#"/>
</p:tagLst>
</file>

<file path=ppt/tags/tag7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1*i*46"/>
  <p:tag name="KSO_WM_UNIT_LAYERLEVEL" val="1"/>
  <p:tag name="KSO_WM_TAG_VERSION" val="3.0"/>
  <p:tag name="KSO_WM_BEAUTIFY_FLAG" val="#wm#"/>
</p:tagLst>
</file>

<file path=ppt/tags/tag7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1*i*44"/>
  <p:tag name="KSO_WM_UNIT_LAYERLEVEL" val="1"/>
  <p:tag name="KSO_WM_TAG_VERSION" val="3.0"/>
  <p:tag name="KSO_WM_BEAUTIFY_FLAG" val="#wm#"/>
</p:tagLst>
</file>

<file path=ppt/tags/tag7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7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
  <p:tag name="KSO_WM_UNIT_ID" val="_0*i*3"/>
  <p:tag name="KSO_WM_UNIT_LAYERLEVEL" val="1"/>
  <p:tag name="KSO_WM_TAG_VERSION" val="3.0"/>
  <p:tag name="KSO_WM_BEAUTIFY_FLAG" val="#wm#"/>
</p:tagLst>
</file>

<file path=ppt/tags/tag7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
  <p:tag name="KSO_WM_UNIT_ID" val="_0*i*4"/>
  <p:tag name="KSO_WM_UNIT_LAYERLEVEL" val="1"/>
  <p:tag name="KSO_WM_TAG_VERSION" val="3.0"/>
  <p:tag name="KSO_WM_BEAUTIFY_FLAG" val="#wm#"/>
</p:tagLst>
</file>

<file path=ppt/tags/tag7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
  <p:tag name="KSO_WM_UNIT_ID" val="_0*i*5"/>
  <p:tag name="KSO_WM_UNIT_LAYERLEVEL" val="1"/>
  <p:tag name="KSO_WM_TAG_VERSION" val="3.0"/>
  <p:tag name="KSO_WM_BEAUTIFY_FLAG" val="#wm#"/>
</p:tagLst>
</file>

<file path=ppt/tags/tag7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6"/>
  <p:tag name="KSO_WM_UNIT_ID" val="_0*i*6"/>
  <p:tag name="KSO_WM_UNIT_LAYERLEVEL" val="1"/>
  <p:tag name="KSO_WM_TAG_VERSION" val="3.0"/>
  <p:tag name="KSO_WM_BEAUTIFY_FLAG" val="#wm#"/>
</p:tagLst>
</file>

<file path=ppt/tags/tag7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7"/>
  <p:tag name="KSO_WM_UNIT_ID" val="_0*i*7"/>
  <p:tag name="KSO_WM_UNIT_LAYERLEVEL" val="1"/>
  <p:tag name="KSO_WM_TAG_VERSION" val="3.0"/>
  <p:tag name="KSO_WM_BEAUTIFY_FLAG" val="#wm#"/>
</p:tagLst>
</file>

<file path=ppt/tags/tag8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8"/>
  <p:tag name="KSO_WM_UNIT_ID" val="_0*i*8"/>
  <p:tag name="KSO_WM_UNIT_LAYERLEVEL" val="1"/>
  <p:tag name="KSO_WM_TAG_VERSION" val="3.0"/>
  <p:tag name="KSO_WM_BEAUTIFY_FLAG" val="#wm#"/>
</p:tagLst>
</file>

<file path=ppt/tags/tag8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9"/>
  <p:tag name="KSO_WM_UNIT_ID" val="_0*i*9"/>
  <p:tag name="KSO_WM_UNIT_LAYERLEVEL" val="1"/>
  <p:tag name="KSO_WM_TAG_VERSION" val="3.0"/>
  <p:tag name="KSO_WM_BEAUTIFY_FLAG" val="#wm#"/>
</p:tagLst>
</file>

<file path=ppt/tags/tag8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0"/>
  <p:tag name="KSO_WM_UNIT_ID" val="_0*i*10"/>
  <p:tag name="KSO_WM_UNIT_LAYERLEVEL" val="1"/>
  <p:tag name="KSO_WM_TAG_VERSION" val="3.0"/>
  <p:tag name="KSO_WM_BEAUTIFY_FLAG" val="#wm#"/>
</p:tagLst>
</file>

<file path=ppt/tags/tag8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1"/>
  <p:tag name="KSO_WM_UNIT_ID" val="_0*i*11"/>
  <p:tag name="KSO_WM_UNIT_LAYERLEVEL" val="1"/>
  <p:tag name="KSO_WM_TAG_VERSION" val="3.0"/>
  <p:tag name="KSO_WM_BEAUTIFY_FLAG" val="#wm#"/>
</p:tagLst>
</file>

<file path=ppt/tags/tag8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2"/>
  <p:tag name="KSO_WM_UNIT_ID" val="_0*i*12"/>
  <p:tag name="KSO_WM_UNIT_LAYERLEVEL" val="1"/>
  <p:tag name="KSO_WM_TAG_VERSION" val="3.0"/>
  <p:tag name="KSO_WM_BEAUTIFY_FLAG" val="#wm#"/>
</p:tagLst>
</file>

<file path=ppt/tags/tag8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3"/>
  <p:tag name="KSO_WM_UNIT_ID" val="_0*i*13"/>
  <p:tag name="KSO_WM_UNIT_LAYERLEVEL" val="1"/>
  <p:tag name="KSO_WM_TAG_VERSION" val="3.0"/>
  <p:tag name="KSO_WM_BEAUTIFY_FLAG" val="#wm#"/>
</p:tagLst>
</file>

<file path=ppt/tags/tag8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4"/>
  <p:tag name="KSO_WM_UNIT_ID" val="_0*i*14"/>
  <p:tag name="KSO_WM_UNIT_LAYERLEVEL" val="1"/>
  <p:tag name="KSO_WM_TAG_VERSION" val="3.0"/>
  <p:tag name="KSO_WM_BEAUTIFY_FLAG" val="#wm#"/>
</p:tagLst>
</file>

<file path=ppt/tags/tag8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5"/>
  <p:tag name="KSO_WM_UNIT_ID" val="_0*i*15"/>
  <p:tag name="KSO_WM_UNIT_LAYERLEVEL" val="1"/>
  <p:tag name="KSO_WM_TAG_VERSION" val="3.0"/>
  <p:tag name="KSO_WM_BEAUTIFY_FLAG" val="#wm#"/>
</p:tagLst>
</file>

<file path=ppt/tags/tag8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6"/>
  <p:tag name="KSO_WM_UNIT_ID" val="_0*i*16"/>
  <p:tag name="KSO_WM_UNIT_LAYERLEVEL" val="1"/>
  <p:tag name="KSO_WM_TAG_VERSION" val="3.0"/>
  <p:tag name="KSO_WM_BEAUTIFY_FLAG" val="#wm#"/>
</p:tagLst>
</file>

<file path=ppt/tags/tag8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7"/>
  <p:tag name="KSO_WM_UNIT_ID" val="_0*i*17"/>
  <p:tag name="KSO_WM_UNIT_LAYERLEVEL" val="1"/>
  <p:tag name="KSO_WM_TAG_VERSION" val="3.0"/>
  <p:tag name="KSO_WM_BEAUTIFY_FLAG" val="#wm#"/>
</p:tagLst>
</file>

<file path=ppt/tags/tag9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8"/>
  <p:tag name="KSO_WM_UNIT_ID" val="_0*i*18"/>
  <p:tag name="KSO_WM_UNIT_LAYERLEVEL" val="1"/>
  <p:tag name="KSO_WM_TAG_VERSION" val="3.0"/>
  <p:tag name="KSO_WM_BEAUTIFY_FLAG" val="#wm#"/>
</p:tagLst>
</file>

<file path=ppt/tags/tag9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19"/>
  <p:tag name="KSO_WM_UNIT_ID" val="_0*i*19"/>
  <p:tag name="KSO_WM_UNIT_LAYERLEVEL" val="1"/>
  <p:tag name="KSO_WM_TAG_VERSION" val="3.0"/>
  <p:tag name="KSO_WM_BEAUTIFY_FLAG" val="#wm#"/>
</p:tagLst>
</file>

<file path=ppt/tags/tag9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0"/>
  <p:tag name="KSO_WM_UNIT_ID" val="_0*i*20"/>
  <p:tag name="KSO_WM_UNIT_LAYERLEVEL" val="1"/>
  <p:tag name="KSO_WM_TAG_VERSION" val="3.0"/>
  <p:tag name="KSO_WM_BEAUTIFY_FLAG" val="#wm#"/>
</p:tagLst>
</file>

<file path=ppt/tags/tag9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1"/>
  <p:tag name="KSO_WM_UNIT_ID" val="_0*i*21"/>
  <p:tag name="KSO_WM_UNIT_LAYERLEVEL" val="1"/>
  <p:tag name="KSO_WM_TAG_VERSION" val="3.0"/>
  <p:tag name="KSO_WM_BEAUTIFY_FLAG" val="#wm#"/>
</p:tagLst>
</file>

<file path=ppt/tags/tag9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2"/>
  <p:tag name="KSO_WM_UNIT_ID" val="_0*i*22"/>
  <p:tag name="KSO_WM_UNIT_LAYERLEVEL" val="1"/>
  <p:tag name="KSO_WM_TAG_VERSION" val="3.0"/>
  <p:tag name="KSO_WM_BEAUTIFY_FLAG" val="#wm#"/>
</p:tagLst>
</file>

<file path=ppt/tags/tag9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3"/>
  <p:tag name="KSO_WM_UNIT_ID" val="_0*i*23"/>
  <p:tag name="KSO_WM_UNIT_LAYERLEVEL" val="1"/>
  <p:tag name="KSO_WM_TAG_VERSION" val="3.0"/>
  <p:tag name="KSO_WM_BEAUTIFY_FLAG" val="#wm#"/>
</p:tagLst>
</file>

<file path=ppt/tags/tag9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4"/>
  <p:tag name="KSO_WM_UNIT_ID" val="_0*i*24"/>
  <p:tag name="KSO_WM_UNIT_LAYERLEVEL" val="1"/>
  <p:tag name="KSO_WM_TAG_VERSION" val="3.0"/>
  <p:tag name="KSO_WM_BEAUTIFY_FLAG" val="#wm#"/>
</p:tagLst>
</file>

<file path=ppt/tags/tag9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5"/>
  <p:tag name="KSO_WM_UNIT_ID" val="_0*i*25"/>
  <p:tag name="KSO_WM_UNIT_LAYERLEVEL" val="1"/>
  <p:tag name="KSO_WM_TAG_VERSION" val="3.0"/>
  <p:tag name="KSO_WM_BEAUTIFY_FLAG" val="#wm#"/>
</p:tagLst>
</file>

<file path=ppt/tags/tag9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6"/>
  <p:tag name="KSO_WM_UNIT_ID" val="_0*i*26"/>
  <p:tag name="KSO_WM_UNIT_LAYERLEVEL" val="1"/>
  <p:tag name="KSO_WM_TAG_VERSION" val="3.0"/>
  <p:tag name="KSO_WM_BEAUTIFY_FLAG" val="#wm#"/>
</p:tagLst>
</file>

<file path=ppt/tags/tag9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7"/>
  <p:tag name="KSO_WM_UNIT_ID" val="_0*i*27"/>
  <p:tag name="KSO_WM_UNIT_LAYERLEVEL" val="1"/>
  <p:tag name="KSO_WM_TAG_VERSION" val="3.0"/>
  <p:tag name="KSO_WM_BEAUTIFY_FLAG" val="#wm#"/>
</p:tagLst>
</file>

<file path=ppt/tags/tag10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8"/>
  <p:tag name="KSO_WM_UNIT_ID" val="_0*i*28"/>
  <p:tag name="KSO_WM_UNIT_LAYERLEVEL" val="1"/>
  <p:tag name="KSO_WM_TAG_VERSION" val="3.0"/>
  <p:tag name="KSO_WM_BEAUTIFY_FLAG" val="#wm#"/>
</p:tagLst>
</file>

<file path=ppt/tags/tag10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29"/>
  <p:tag name="KSO_WM_UNIT_ID" val="_0*i*29"/>
  <p:tag name="KSO_WM_UNIT_LAYERLEVEL" val="1"/>
  <p:tag name="KSO_WM_TAG_VERSION" val="3.0"/>
  <p:tag name="KSO_WM_BEAUTIFY_FLAG" val="#wm#"/>
</p:tagLst>
</file>

<file path=ppt/tags/tag10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0"/>
  <p:tag name="KSO_WM_UNIT_ID" val="_0*i*30"/>
  <p:tag name="KSO_WM_UNIT_LAYERLEVEL" val="1"/>
  <p:tag name="KSO_WM_TAG_VERSION" val="3.0"/>
  <p:tag name="KSO_WM_BEAUTIFY_FLAG" val="#wm#"/>
</p:tagLst>
</file>

<file path=ppt/tags/tag10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1"/>
  <p:tag name="KSO_WM_UNIT_ID" val="_0*i*31"/>
  <p:tag name="KSO_WM_UNIT_LAYERLEVEL" val="1"/>
  <p:tag name="KSO_WM_TAG_VERSION" val="3.0"/>
  <p:tag name="KSO_WM_BEAUTIFY_FLAG" val="#wm#"/>
</p:tagLst>
</file>

<file path=ppt/tags/tag10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2"/>
  <p:tag name="KSO_WM_UNIT_ID" val="_0*i*32"/>
  <p:tag name="KSO_WM_UNIT_LAYERLEVEL" val="1"/>
  <p:tag name="KSO_WM_TAG_VERSION" val="3.0"/>
  <p:tag name="KSO_WM_BEAUTIFY_FLAG" val="#wm#"/>
</p:tagLst>
</file>

<file path=ppt/tags/tag10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3"/>
  <p:tag name="KSO_WM_UNIT_ID" val="_0*i*33"/>
  <p:tag name="KSO_WM_UNIT_LAYERLEVEL" val="1"/>
  <p:tag name="KSO_WM_TAG_VERSION" val="3.0"/>
  <p:tag name="KSO_WM_BEAUTIFY_FLAG" val="#wm#"/>
</p:tagLst>
</file>

<file path=ppt/tags/tag10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4"/>
  <p:tag name="KSO_WM_UNIT_ID" val="_0*i*34"/>
  <p:tag name="KSO_WM_UNIT_LAYERLEVEL" val="1"/>
  <p:tag name="KSO_WM_TAG_VERSION" val="3.0"/>
  <p:tag name="KSO_WM_BEAUTIFY_FLAG" val="#wm#"/>
</p:tagLst>
</file>

<file path=ppt/tags/tag10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5"/>
  <p:tag name="KSO_WM_UNIT_ID" val="_0*i*35"/>
  <p:tag name="KSO_WM_UNIT_LAYERLEVEL" val="1"/>
  <p:tag name="KSO_WM_TAG_VERSION" val="3.0"/>
  <p:tag name="KSO_WM_BEAUTIFY_FLAG" val="#wm#"/>
</p:tagLst>
</file>

<file path=ppt/tags/tag10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6"/>
  <p:tag name="KSO_WM_UNIT_ID" val="_0*i*36"/>
  <p:tag name="KSO_WM_UNIT_LAYERLEVEL" val="1"/>
  <p:tag name="KSO_WM_TAG_VERSION" val="3.0"/>
  <p:tag name="KSO_WM_BEAUTIFY_FLAG" val="#wm#"/>
</p:tagLst>
</file>

<file path=ppt/tags/tag10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7"/>
  <p:tag name="KSO_WM_UNIT_ID" val="_0*i*37"/>
  <p:tag name="KSO_WM_UNIT_LAYERLEVEL" val="1"/>
  <p:tag name="KSO_WM_TAG_VERSION" val="3.0"/>
  <p:tag name="KSO_WM_BEAUTIFY_FLAG" val="#wm#"/>
</p:tagLst>
</file>

<file path=ppt/tags/tag11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8"/>
  <p:tag name="KSO_WM_UNIT_ID" val="_0*i*38"/>
  <p:tag name="KSO_WM_UNIT_LAYERLEVEL" val="1"/>
  <p:tag name="KSO_WM_TAG_VERSION" val="3.0"/>
  <p:tag name="KSO_WM_BEAUTIFY_FLAG" val="#wm#"/>
</p:tagLst>
</file>

<file path=ppt/tags/tag11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39"/>
  <p:tag name="KSO_WM_UNIT_ID" val="_0*i*39"/>
  <p:tag name="KSO_WM_UNIT_LAYERLEVEL" val="1"/>
  <p:tag name="KSO_WM_TAG_VERSION" val="3.0"/>
  <p:tag name="KSO_WM_BEAUTIFY_FLAG" val="#wm#"/>
</p:tagLst>
</file>

<file path=ppt/tags/tag11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0"/>
  <p:tag name="KSO_WM_UNIT_ID" val="_0*i*40"/>
  <p:tag name="KSO_WM_UNIT_LAYERLEVEL" val="1"/>
  <p:tag name="KSO_WM_TAG_VERSION" val="3.0"/>
  <p:tag name="KSO_WM_BEAUTIFY_FLAG" val="#wm#"/>
</p:tagLst>
</file>

<file path=ppt/tags/tag11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1"/>
  <p:tag name="KSO_WM_UNIT_ID" val="_0*i*41"/>
  <p:tag name="KSO_WM_UNIT_LAYERLEVEL" val="1"/>
  <p:tag name="KSO_WM_TAG_VERSION" val="3.0"/>
  <p:tag name="KSO_WM_BEAUTIFY_FLAG" val="#wm#"/>
</p:tagLst>
</file>

<file path=ppt/tags/tag11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2"/>
  <p:tag name="KSO_WM_UNIT_ID" val="_0*i*42"/>
  <p:tag name="KSO_WM_UNIT_LAYERLEVEL" val="1"/>
  <p:tag name="KSO_WM_TAG_VERSION" val="3.0"/>
  <p:tag name="KSO_WM_BEAUTIFY_FLAG" val="#wm#"/>
</p:tagLst>
</file>

<file path=ppt/tags/tag11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3"/>
  <p:tag name="KSO_WM_UNIT_ID" val="_0*i*43"/>
  <p:tag name="KSO_WM_UNIT_LAYERLEVEL" val="1"/>
  <p:tag name="KSO_WM_TAG_VERSION" val="3.0"/>
  <p:tag name="KSO_WM_BEAUTIFY_FLAG" val="#wm#"/>
</p:tagLst>
</file>

<file path=ppt/tags/tag116.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4"/>
  <p:tag name="KSO_WM_UNIT_ID" val="_0*i*44"/>
  <p:tag name="KSO_WM_UNIT_LAYERLEVEL" val="1"/>
  <p:tag name="KSO_WM_TAG_VERSION" val="3.0"/>
  <p:tag name="KSO_WM_BEAUTIFY_FLAG" val="#wm#"/>
</p:tagLst>
</file>

<file path=ppt/tags/tag117.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5"/>
  <p:tag name="KSO_WM_UNIT_ID" val="_0*i*45"/>
  <p:tag name="KSO_WM_UNIT_LAYERLEVEL" val="1"/>
  <p:tag name="KSO_WM_TAG_VERSION" val="3.0"/>
  <p:tag name="KSO_WM_BEAUTIFY_FLAG" val="#wm#"/>
</p:tagLst>
</file>

<file path=ppt/tags/tag11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6"/>
  <p:tag name="KSO_WM_UNIT_ID" val="_0*i*46"/>
  <p:tag name="KSO_WM_UNIT_LAYERLEVEL" val="1"/>
  <p:tag name="KSO_WM_TAG_VERSION" val="3.0"/>
  <p:tag name="KSO_WM_BEAUTIFY_FLAG" val="#wm#"/>
</p:tagLst>
</file>

<file path=ppt/tags/tag11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7"/>
  <p:tag name="KSO_WM_UNIT_ID" val="_0*i*47"/>
  <p:tag name="KSO_WM_UNIT_LAYERLEVEL" val="1"/>
  <p:tag name="KSO_WM_TAG_VERSION" val="3.0"/>
  <p:tag name="KSO_WM_BEAUTIFY_FLAG" val="#wm#"/>
</p:tagLst>
</file>

<file path=ppt/tags/tag12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8"/>
  <p:tag name="KSO_WM_UNIT_ID" val="_0*i*48"/>
  <p:tag name="KSO_WM_UNIT_LAYERLEVEL" val="1"/>
  <p:tag name="KSO_WM_TAG_VERSION" val="3.0"/>
  <p:tag name="KSO_WM_BEAUTIFY_FLAG" val="#wm#"/>
</p:tagLst>
</file>

<file path=ppt/tags/tag12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49"/>
  <p:tag name="KSO_WM_UNIT_ID" val="_0*i*49"/>
  <p:tag name="KSO_WM_UNIT_LAYERLEVEL" val="1"/>
  <p:tag name="KSO_WM_TAG_VERSION" val="3.0"/>
  <p:tag name="KSO_WM_BEAUTIFY_FLAG" val="#wm#"/>
</p:tagLst>
</file>

<file path=ppt/tags/tag12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0"/>
  <p:tag name="KSO_WM_UNIT_ID" val="_0*i*50"/>
  <p:tag name="KSO_WM_UNIT_LAYERLEVEL" val="1"/>
  <p:tag name="KSO_WM_TAG_VERSION" val="3.0"/>
  <p:tag name="KSO_WM_BEAUTIFY_FLAG" val="#wm#"/>
</p:tagLst>
</file>

<file path=ppt/tags/tag12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1"/>
  <p:tag name="KSO_WM_UNIT_ID" val="_0*i*51"/>
  <p:tag name="KSO_WM_UNIT_LAYERLEVEL" val="1"/>
  <p:tag name="KSO_WM_TAG_VERSION" val="3.0"/>
  <p:tag name="KSO_WM_BEAUTIFY_FLAG" val="#wm#"/>
</p:tagLst>
</file>

<file path=ppt/tags/tag124.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2"/>
  <p:tag name="KSO_WM_UNIT_ID" val="_0*i*52"/>
  <p:tag name="KSO_WM_UNIT_LAYERLEVEL" val="1"/>
  <p:tag name="KSO_WM_TAG_VERSION" val="3.0"/>
  <p:tag name="KSO_WM_BEAUTIFY_FLAG" val="#wm#"/>
</p:tagLst>
</file>

<file path=ppt/tags/tag125.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3"/>
  <p:tag name="KSO_WM_UNIT_ID" val="_0*i*53"/>
  <p:tag name="KSO_WM_UNIT_LAYERLEVEL" val="1"/>
  <p:tag name="KSO_WM_TAG_VERSION" val="3.0"/>
  <p:tag name="KSO_WM_BEAUTIFY_FLAG" val="#wm#"/>
</p:tagLst>
</file>

<file path=ppt/tags/tag12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8150"/>
</p:tagLst>
</file>

<file path=ppt/tags/tag127.xml><?xml version="1.0" encoding="utf-8"?>
<p:tagLst xmlns:p="http://schemas.openxmlformats.org/presentationml/2006/main">
  <p:tag name="KSO_WM_UNIT_ISNUMDGMTITLE" val="0"/>
  <p:tag name="KSO_WM_UNIT_SUBTYPE" val="a"/>
  <p:tag name="KSO_WM_UNIT_PRESET_TEXT" val="单击此处编辑母版文本样式&#10;第二级&#10;第三级&#10;第四级&#10;第五级"/>
  <p:tag name="KSO_WM_UNIT_NOCLEAR" val="0"/>
  <p:tag name="KSO_WM_UNIT_VALUE" val="35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8150"/>
</p:tagLst>
</file>

<file path=ppt/tags/tag128.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9.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0.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31.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4"/>
  <p:tag name="KSO_WM_UNIT_ID" val="_0*i*54"/>
  <p:tag name="KSO_WM_UNIT_LAYERLEVEL" val="1"/>
  <p:tag name="KSO_WM_TAG_VERSION" val="3.0"/>
  <p:tag name="KSO_WM_BEAUTIFY_FLAG" val="#wm#"/>
</p:tagLst>
</file>

<file path=ppt/tags/tag132.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5"/>
  <p:tag name="KSO_WM_UNIT_ID" val="_0*i*55"/>
  <p:tag name="KSO_WM_UNIT_LAYERLEVEL" val="1"/>
  <p:tag name="KSO_WM_TAG_VERSION" val="3.0"/>
  <p:tag name="KSO_WM_BEAUTIFY_FLAG" val="#wm#"/>
</p:tagLst>
</file>

<file path=ppt/tags/tag133.xml><?xml version="1.0" encoding="utf-8"?>
<p:tagLst xmlns:p="http://schemas.openxmlformats.org/presentationml/2006/main">
  <p:tag name="KSO_WM_UNIT_ISNUMDGMTITLE" val="0"/>
  <p:tag name="KSO_WM_UNIT_NOCLEAR" val="0"/>
  <p:tag name="KSO_WM_UNIT_HIGHLIGHT" val="0"/>
  <p:tag name="KSO_WM_UNIT_COMPATIBLE" val="0"/>
  <p:tag name="KSO_WM_UNIT_DIAGRAM_ISNUMVISUAL" val="0"/>
  <p:tag name="KSO_WM_UNIT_DIAGRAM_ISREFERUNIT" val="0"/>
  <p:tag name="KSO_WM_UNIT_TYPE" val="i"/>
  <p:tag name="KSO_WM_UNIT_INDEX" val="56"/>
  <p:tag name="KSO_WM_UNIT_ID" val="_0*i*56"/>
  <p:tag name="KSO_WM_UNIT_LAYERLEVEL" val="1"/>
  <p:tag name="KSO_WM_TAG_VERSION" val="3.0"/>
  <p:tag name="KSO_WM_BEAUTIFY_FLAG" val="#wm#"/>
</p:tagLst>
</file>

<file path=ppt/tags/tag134.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150"/>
</p:tagLst>
</file>

<file path=ppt/tags/tag135.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38150_1*a*1"/>
  <p:tag name="KSO_WM_TEMPLATE_CATEGORY" val="custom"/>
  <p:tag name="KSO_WM_TEMPLATE_INDEX" val="20238150"/>
  <p:tag name="KSO_WM_UNIT_LAYERLEVEL" val="1"/>
  <p:tag name="KSO_WM_TAG_VERSION" val="3.0"/>
  <p:tag name="KSO_WM_BEAUTIFY_FLAG" val="#wm#"/>
  <p:tag name="KSO_WM_UNIT_PRESET_TEXT" val="The title goes here"/>
</p:tagLst>
</file>

<file path=ppt/tags/tag136.xml><?xml version="1.0" encoding="utf-8"?>
<p:tagLst xmlns:p="http://schemas.openxmlformats.org/presentationml/2006/main">
  <p:tag name="KSO_WM_TEMPLATE_THUMBS_INDEX" val="1、9"/>
  <p:tag name="KSO_WM_SPECIAL_SOURCE" val="bdnull"/>
  <p:tag name="KSO_WM_SLIDE_ID" val="custom20238150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8150"/>
  <p:tag name="KSO_WM_SLIDE_LAYOUT" val="a_b_f"/>
  <p:tag name="KSO_WM_SLIDE_LAYOUT_CNT" val="1_1_2"/>
</p:tagLst>
</file>

<file path=ppt/tags/tag137.xml><?xml version="1.0" encoding="utf-8"?>
<p:tagLst xmlns:p="http://schemas.openxmlformats.org/presentationml/2006/main">
  <p:tag name="KSO_WM_BEAUTIFY_FLAG" val="#wm#"/>
  <p:tag name="KSO_WM_TEMPLATE_CATEGORY" val="custom"/>
  <p:tag name="KSO_WM_TEMPLATE_INDEX" val="20238150"/>
</p:tagLst>
</file>

<file path=ppt/tags/tag138.xml><?xml version="1.0" encoding="utf-8"?>
<p:tagLst xmlns:p="http://schemas.openxmlformats.org/presentationml/2006/main">
  <p:tag name="KSO_WM_BEAUTIFY_FLAG" val="#wm#"/>
  <p:tag name="KSO_WM_TEMPLATE_CATEGORY" val="custom"/>
  <p:tag name="KSO_WM_TEMPLATE_INDEX" val="20238150"/>
</p:tagLst>
</file>

<file path=ppt/tags/tag139.xml><?xml version="1.0" encoding="utf-8"?>
<p:tagLst xmlns:p="http://schemas.openxmlformats.org/presentationml/2006/main">
  <p:tag name="KSO_WM_BEAUTIFY_FLAG" val="#wm#"/>
  <p:tag name="KSO_WM_TEMPLATE_CATEGORY" val="custom"/>
  <p:tag name="KSO_WM_TEMPLATE_INDEX" val="20238150"/>
</p:tagLst>
</file>

<file path=ppt/tags/tag140.xml><?xml version="1.0" encoding="utf-8"?>
<p:tagLst xmlns:p="http://schemas.openxmlformats.org/presentationml/2006/main">
  <p:tag name="KSO_WM_BEAUTIFY_FLAG" val="#wm#"/>
  <p:tag name="KSO_WM_TEMPLATE_CATEGORY" val="custom"/>
  <p:tag name="KSO_WM_TEMPLATE_INDEX" val="20238150"/>
</p:tagLst>
</file>

<file path=ppt/tags/tag141.xml><?xml version="1.0" encoding="utf-8"?>
<p:tagLst xmlns:p="http://schemas.openxmlformats.org/presentationml/2006/main">
  <p:tag name="KSO_WM_BEAUTIFY_FLAG" val="#wm#"/>
  <p:tag name="KSO_WM_TEMPLATE_CATEGORY" val="custom"/>
  <p:tag name="KSO_WM_TEMPLATE_INDEX" val="20238150"/>
</p:tagLst>
</file>

<file path=ppt/tags/tag142.xml><?xml version="1.0" encoding="utf-8"?>
<p:tagLst xmlns:p="http://schemas.openxmlformats.org/presentationml/2006/main">
  <p:tag name="KSO_WM_BEAUTIFY_FLAG" val="#wm#"/>
  <p:tag name="KSO_WM_TEMPLATE_CATEGORY" val="custom"/>
  <p:tag name="KSO_WM_TEMPLATE_INDEX" val="20238150"/>
</p:tagLst>
</file>

<file path=ppt/tags/tag143.xml><?xml version="1.0" encoding="utf-8"?>
<p:tagLst xmlns:p="http://schemas.openxmlformats.org/presentationml/2006/main">
  <p:tag name="KSO_WM_BEAUTIFY_FLAG" val="#wm#"/>
  <p:tag name="KSO_WM_TEMPLATE_CATEGORY" val="custom"/>
  <p:tag name="KSO_WM_TEMPLATE_INDEX" val="20238150"/>
</p:tagLst>
</file>

<file path=ppt/tags/tag144.xml><?xml version="1.0" encoding="utf-8"?>
<p:tagLst xmlns:p="http://schemas.openxmlformats.org/presentationml/2006/main">
  <p:tag name="KSO_WM_BEAUTIFY_FLAG" val="#wm#"/>
  <p:tag name="KSO_WM_TEMPLATE_CATEGORY" val="custom"/>
  <p:tag name="KSO_WM_TEMPLATE_INDEX" val="20238150"/>
</p:tagLst>
</file>

<file path=ppt/tags/tag145.xml><?xml version="1.0" encoding="utf-8"?>
<p:tagLst xmlns:p="http://schemas.openxmlformats.org/presentationml/2006/main">
  <p:tag name="KSO_WM_BEAUTIFY_FLAG" val="#wm#"/>
  <p:tag name="KSO_WM_TEMPLATE_CATEGORY" val="custom"/>
  <p:tag name="KSO_WM_TEMPLATE_INDEX" val="20238150"/>
</p:tagLst>
</file>

<file path=ppt/tags/tag146.xml><?xml version="1.0" encoding="utf-8"?>
<p:tagLst xmlns:p="http://schemas.openxmlformats.org/presentationml/2006/main">
  <p:tag name="KSO_WM_BEAUTIFY_FLAG" val="#wm#"/>
  <p:tag name="KSO_WM_TEMPLATE_CATEGORY" val="custom"/>
  <p:tag name="KSO_WM_TEMPLATE_INDEX" val="20238150"/>
</p:tagLst>
</file>

<file path=ppt/tags/tag147.xml><?xml version="1.0" encoding="utf-8"?>
<p:tagLst xmlns:p="http://schemas.openxmlformats.org/presentationml/2006/main">
  <p:tag name="KSO_WM_BEAUTIFY_FLAG" val="#wm#"/>
  <p:tag name="KSO_WM_TEMPLATE_CATEGORY" val="custom"/>
  <p:tag name="KSO_WM_TEMPLATE_INDEX" val="20238150"/>
</p:tagLst>
</file>

<file path=ppt/tags/tag148.xml><?xml version="1.0" encoding="utf-8"?>
<p:tagLst xmlns:p="http://schemas.openxmlformats.org/presentationml/2006/main">
  <p:tag name="KSO_WM_BEAUTIFY_FLAG" val="#wm#"/>
  <p:tag name="KSO_WM_TEMPLATE_CATEGORY" val="custom"/>
  <p:tag name="KSO_WM_TEMPLATE_INDEX" val="20238150"/>
</p:tagLst>
</file>

<file path=ppt/tags/tag149.xml><?xml version="1.0" encoding="utf-8"?>
<p:tagLst xmlns:p="http://schemas.openxmlformats.org/presentationml/2006/main">
  <p:tag name="KSO_WM_BEAUTIFY_FLAG" val="#wm#"/>
  <p:tag name="KSO_WM_TEMPLATE_CATEGORY" val="custom"/>
  <p:tag name="KSO_WM_TEMPLATE_INDEX" val="20238150"/>
</p:tagLst>
</file>

<file path=ppt/tags/tag150.xml><?xml version="1.0" encoding="utf-8"?>
<p:tagLst xmlns:p="http://schemas.openxmlformats.org/presentationml/2006/main">
  <p:tag name="KSO_WM_BEAUTIFY_FLAG" val="#wm#"/>
  <p:tag name="KSO_WM_TEMPLATE_CATEGORY" val="custom"/>
  <p:tag name="KSO_WM_TEMPLATE_INDEX" val="20238150"/>
</p:tagLst>
</file>

<file path=ppt/tags/tag151.xml><?xml version="1.0" encoding="utf-8"?>
<p:tagLst xmlns:p="http://schemas.openxmlformats.org/presentationml/2006/main">
  <p:tag name="KSO_WM_BEAUTIFY_FLAG" val="#wm#"/>
  <p:tag name="KSO_WM_TEMPLATE_CATEGORY" val="custom"/>
  <p:tag name="KSO_WM_TEMPLATE_INDEX" val="20238150"/>
</p:tagLst>
</file>

<file path=ppt/tags/tag152.xml><?xml version="1.0" encoding="utf-8"?>
<p:tagLst xmlns:p="http://schemas.openxmlformats.org/presentationml/2006/main">
  <p:tag name="KSO_WM_BEAUTIFY_FLAG" val="#wm#"/>
  <p:tag name="KSO_WM_TEMPLATE_CATEGORY" val="custom"/>
  <p:tag name="KSO_WM_TEMPLATE_INDEX" val="20238150"/>
</p:tagLst>
</file>

<file path=ppt/tags/tag153.xml><?xml version="1.0" encoding="utf-8"?>
<p:tagLst xmlns:p="http://schemas.openxmlformats.org/presentationml/2006/main">
  <p:tag name="KSO_WM_BEAUTIFY_FLAG" val="#wm#"/>
  <p:tag name="KSO_WM_TEMPLATE_CATEGORY" val="custom"/>
  <p:tag name="KSO_WM_TEMPLATE_INDEX" val="20238150"/>
</p:tagLst>
</file>

<file path=ppt/tags/tag154.xml><?xml version="1.0" encoding="utf-8"?>
<p:tagLst xmlns:p="http://schemas.openxmlformats.org/presentationml/2006/main">
  <p:tag name="KSO_WM_BEAUTIFY_FLAG" val="#wm#"/>
  <p:tag name="KSO_WM_TEMPLATE_CATEGORY" val="custom"/>
  <p:tag name="KSO_WM_TEMPLATE_INDEX" val="20238150"/>
</p:tagLst>
</file>

<file path=ppt/theme/theme1.xml><?xml version="1.0" encoding="utf-8"?>
<a:theme xmlns:a="http://schemas.openxmlformats.org/drawingml/2006/main" name="Office Theme">
  <a:themeElements>
    <a:clrScheme name="自定义 81">
      <a:dk1>
        <a:srgbClr val="000000"/>
      </a:dk1>
      <a:lt1>
        <a:srgbClr val="FFFFFF"/>
      </a:lt1>
      <a:dk2>
        <a:srgbClr val="402F26"/>
      </a:dk2>
      <a:lt2>
        <a:srgbClr val="FCECE2"/>
      </a:lt2>
      <a:accent1>
        <a:srgbClr val="D86116"/>
      </a:accent1>
      <a:accent2>
        <a:srgbClr val="FF9219"/>
      </a:accent2>
      <a:accent3>
        <a:srgbClr val="DFBF4B"/>
      </a:accent3>
      <a:accent4>
        <a:srgbClr val="A8D951"/>
      </a:accent4>
      <a:accent5>
        <a:srgbClr val="ED8565"/>
      </a:accent5>
      <a:accent6>
        <a:srgbClr val="954F72"/>
      </a:accent6>
      <a:hlink>
        <a:srgbClr val="0563C1"/>
      </a:hlink>
      <a:folHlink>
        <a:srgbClr val="954F72"/>
      </a:folHlink>
    </a:clrScheme>
    <a:fontScheme name="可爱">
      <a:majorFont>
        <a:latin typeface="Mali SemiBold"/>
        <a:ea typeface="Mali SemiBold"/>
        <a:cs typeface=""/>
      </a:majorFont>
      <a:minorFont>
        <a:latin typeface="Mali"/>
        <a:ea typeface="Mal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6938</Words>
  <Application>WPS Presentation</Application>
  <PresentationFormat>Widescreen</PresentationFormat>
  <Paragraphs>156</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Wingdings</vt:lpstr>
      <vt:lpstr>Microsoft YaHei</vt:lpstr>
      <vt:lpstr>Arial Unicode MS</vt:lpstr>
      <vt:lpstr>Calibri</vt:lpstr>
      <vt:lpstr>Mali SemiBold</vt:lpstr>
      <vt:lpstr>Mali</vt:lpstr>
      <vt:lpstr>Google Sans Text</vt:lpstr>
      <vt:lpstr>Segoe Print</vt:lpstr>
      <vt:lpstr>Office Theme</vt:lpstr>
      <vt:lpstr>The title goes here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  (DEEP DIVE)</dc:title>
  <dc:creator/>
  <cp:lastModifiedBy>chatbotislive</cp:lastModifiedBy>
  <cp:revision>15</cp:revision>
  <dcterms:created xsi:type="dcterms:W3CDTF">2026-06-20T15:15:53Z</dcterms:created>
  <dcterms:modified xsi:type="dcterms:W3CDTF">2026-06-20T16:20:24Z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609A32CBE4CC432F967B36C45CCD07F6_12</vt:lpwstr>
  </property>
</Properties>
</file>