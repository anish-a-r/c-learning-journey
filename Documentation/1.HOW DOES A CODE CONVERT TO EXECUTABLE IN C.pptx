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2"/>
  </p:handoutMasterIdLst>
  <p:sldIdLst>
    <p:sldId id="276" r:id="rId3"/>
    <p:sldId id="257" r:id="rId4"/>
    <p:sldId id="259" r:id="rId5"/>
    <p:sldId id="260" r:id="rId6"/>
    <p:sldId id="262" r:id="rId7"/>
    <p:sldId id="268" r:id="rId8"/>
    <p:sldId id="273" r:id="rId9"/>
    <p:sldId id="277" r:id="rId11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1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1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0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82.xml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tags" Target="../tags/tag81.xml"/><Relationship Id="rId4" Type="http://schemas.openxmlformats.org/officeDocument/2006/relationships/image" Target="../media/image2.svg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100.xml"/><Relationship Id="rId3" Type="http://schemas.openxmlformats.org/officeDocument/2006/relationships/image" Target="../media/image1.png"/><Relationship Id="rId29" Type="http://schemas.openxmlformats.org/officeDocument/2006/relationships/tags" Target="../tags/tag99.xml"/><Relationship Id="rId28" Type="http://schemas.openxmlformats.org/officeDocument/2006/relationships/tags" Target="../tags/tag98.xml"/><Relationship Id="rId27" Type="http://schemas.openxmlformats.org/officeDocument/2006/relationships/tags" Target="../tags/tag97.xml"/><Relationship Id="rId26" Type="http://schemas.openxmlformats.org/officeDocument/2006/relationships/tags" Target="../tags/tag96.xml"/><Relationship Id="rId25" Type="http://schemas.openxmlformats.org/officeDocument/2006/relationships/tags" Target="../tags/tag95.xml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tags" Target="../tags/tag92.xml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tags" Target="../tags/tag80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83.xml"/><Relationship Id="rId10" Type="http://schemas.openxmlformats.org/officeDocument/2006/relationships/image" Target="../media/image6.svg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9" Type="http://schemas.openxmlformats.org/officeDocument/2006/relationships/tags" Target="../tags/tag121.xml"/><Relationship Id="rId18" Type="http://schemas.openxmlformats.org/officeDocument/2006/relationships/image" Target="../media/image10.svg"/><Relationship Id="rId17" Type="http://schemas.openxmlformats.org/officeDocument/2006/relationships/image" Target="../media/image9.png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42.xml"/><Relationship Id="rId20" Type="http://schemas.openxmlformats.org/officeDocument/2006/relationships/tags" Target="../tags/tag141.xml"/><Relationship Id="rId2" Type="http://schemas.openxmlformats.org/officeDocument/2006/relationships/tags" Target="../tags/tag12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168.xml"/><Relationship Id="rId25" Type="http://schemas.openxmlformats.org/officeDocument/2006/relationships/tags" Target="../tags/tag167.xml"/><Relationship Id="rId24" Type="http://schemas.openxmlformats.org/officeDocument/2006/relationships/tags" Target="../tags/tag166.xml"/><Relationship Id="rId23" Type="http://schemas.openxmlformats.org/officeDocument/2006/relationships/tags" Target="../tags/tag165.xml"/><Relationship Id="rId22" Type="http://schemas.openxmlformats.org/officeDocument/2006/relationships/tags" Target="../tags/tag164.xml"/><Relationship Id="rId21" Type="http://schemas.openxmlformats.org/officeDocument/2006/relationships/tags" Target="../tags/tag163.xml"/><Relationship Id="rId20" Type="http://schemas.openxmlformats.org/officeDocument/2006/relationships/tags" Target="../tags/tag162.xml"/><Relationship Id="rId2" Type="http://schemas.openxmlformats.org/officeDocument/2006/relationships/tags" Target="../tags/tag144.xml"/><Relationship Id="rId19" Type="http://schemas.openxmlformats.org/officeDocument/2006/relationships/tags" Target="../tags/tag161.xml"/><Relationship Id="rId18" Type="http://schemas.openxmlformats.org/officeDocument/2006/relationships/tags" Target="../tags/tag160.xml"/><Relationship Id="rId17" Type="http://schemas.openxmlformats.org/officeDocument/2006/relationships/tags" Target="../tags/tag159.xml"/><Relationship Id="rId16" Type="http://schemas.openxmlformats.org/officeDocument/2006/relationships/tags" Target="../tags/tag158.xml"/><Relationship Id="rId15" Type="http://schemas.openxmlformats.org/officeDocument/2006/relationships/tags" Target="../tags/tag157.xml"/><Relationship Id="rId14" Type="http://schemas.openxmlformats.org/officeDocument/2006/relationships/tags" Target="../tags/tag156.xml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tags" Target="../tags/tag14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2" Type="http://schemas.openxmlformats.org/officeDocument/2006/relationships/notesSlide" Target="../notesSlides/notesSlide1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198.xml"/><Relationship Id="rId3" Type="http://schemas.openxmlformats.org/officeDocument/2006/relationships/tags" Target="../tags/tag171.xml"/><Relationship Id="rId29" Type="http://schemas.openxmlformats.org/officeDocument/2006/relationships/tags" Target="../tags/tag197.xml"/><Relationship Id="rId28" Type="http://schemas.openxmlformats.org/officeDocument/2006/relationships/tags" Target="../tags/tag196.xml"/><Relationship Id="rId27" Type="http://schemas.openxmlformats.org/officeDocument/2006/relationships/tags" Target="../tags/tag195.xml"/><Relationship Id="rId26" Type="http://schemas.openxmlformats.org/officeDocument/2006/relationships/tags" Target="../tags/tag194.xml"/><Relationship Id="rId25" Type="http://schemas.openxmlformats.org/officeDocument/2006/relationships/tags" Target="../tags/tag193.xml"/><Relationship Id="rId24" Type="http://schemas.openxmlformats.org/officeDocument/2006/relationships/tags" Target="../tags/tag192.xml"/><Relationship Id="rId23" Type="http://schemas.openxmlformats.org/officeDocument/2006/relationships/tags" Target="../tags/tag191.xml"/><Relationship Id="rId22" Type="http://schemas.openxmlformats.org/officeDocument/2006/relationships/tags" Target="../tags/tag190.xml"/><Relationship Id="rId21" Type="http://schemas.openxmlformats.org/officeDocument/2006/relationships/tags" Target="../tags/tag189.xml"/><Relationship Id="rId20" Type="http://schemas.openxmlformats.org/officeDocument/2006/relationships/tags" Target="../tags/tag188.xml"/><Relationship Id="rId2" Type="http://schemas.openxmlformats.org/officeDocument/2006/relationships/tags" Target="../tags/tag170.xml"/><Relationship Id="rId19" Type="http://schemas.openxmlformats.org/officeDocument/2006/relationships/tags" Target="../tags/tag187.xml"/><Relationship Id="rId18" Type="http://schemas.openxmlformats.org/officeDocument/2006/relationships/tags" Target="../tags/tag186.xml"/><Relationship Id="rId17" Type="http://schemas.openxmlformats.org/officeDocument/2006/relationships/tags" Target="../tags/tag185.xml"/><Relationship Id="rId16" Type="http://schemas.openxmlformats.org/officeDocument/2006/relationships/tags" Target="../tags/tag184.xml"/><Relationship Id="rId15" Type="http://schemas.openxmlformats.org/officeDocument/2006/relationships/tags" Target="../tags/tag183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DOES A CODE CONVERT TO EXECUTABLE IN C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HOW DOES IT HAPPEN???</a:t>
            </a:r>
            <a:endParaRPr lang="en-US" dirty="0">
              <a:sym typeface="+mn-ea"/>
            </a:endParaRPr>
          </a:p>
        </p:txBody>
      </p:sp>
      <p:pic>
        <p:nvPicPr>
          <p:cNvPr id="36" name="图形 3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129270" y="3922713"/>
            <a:ext cx="453755" cy="453755"/>
          </a:xfrm>
          <a:prstGeom prst="rect">
            <a:avLst/>
          </a:prstGeom>
        </p:spPr>
      </p:pic>
      <p:pic>
        <p:nvPicPr>
          <p:cNvPr id="35" name="图形 3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5130800" y="3944303"/>
            <a:ext cx="453755" cy="453755"/>
          </a:xfrm>
          <a:prstGeom prst="rect">
            <a:avLst/>
          </a:prstGeom>
        </p:spPr>
      </p:pic>
      <p:pic>
        <p:nvPicPr>
          <p:cNvPr id="34" name="图形 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4320" y="3981133"/>
            <a:ext cx="453755" cy="453755"/>
          </a:xfrm>
          <a:prstGeom prst="rect">
            <a:avLst/>
          </a:prstGeom>
        </p:spPr>
      </p:pic>
      <p:pic>
        <p:nvPicPr>
          <p:cNvPr id="33" name="图形 3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20135" y="3940493"/>
            <a:ext cx="453755" cy="453755"/>
          </a:xfrm>
          <a:prstGeom prst="rect">
            <a:avLst/>
          </a:prstGeom>
        </p:spPr>
      </p:pic>
      <p:sp>
        <p:nvSpPr>
          <p:cNvPr id="8" name="文本框 5"/>
          <p:cNvSpPr txBox="1"/>
          <p:nvPr>
            <p:custDataLst>
              <p:tags r:id="rId14"/>
            </p:custDataLst>
          </p:nvPr>
        </p:nvSpPr>
        <p:spPr>
          <a:xfrm>
            <a:off x="5644515" y="3128645"/>
            <a:ext cx="1763395" cy="66421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sym typeface="Microsoft YaHei" panose="020B0503020204020204" charset="-122"/>
              </a:rPr>
              <a:t>COMPILATION</a:t>
            </a:r>
            <a:endParaRPr lang="en-US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sym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2155825" y="3035618"/>
            <a:ext cx="432000" cy="9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algn="l"/>
            <a:r>
              <a:rPr lang="en-US" sz="5000" b="1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endParaRPr lang="en-US" sz="5000" b="1" kern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20"/>
          <p:cNvSpPr txBox="1"/>
          <p:nvPr>
            <p:custDataLst>
              <p:tags r:id="rId16"/>
            </p:custDataLst>
          </p:nvPr>
        </p:nvSpPr>
        <p:spPr>
          <a:xfrm>
            <a:off x="3552190" y="4585653"/>
            <a:ext cx="432000" cy="9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algn="l"/>
            <a:r>
              <a:rPr lang="en-US" sz="5000" b="1" kern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</a:t>
            </a:r>
            <a:endParaRPr lang="en-US" sz="5000" b="1" kern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5045710" y="3107373"/>
            <a:ext cx="430499" cy="9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algn="l"/>
            <a:r>
              <a:rPr lang="en-US" sz="5000" b="1" kern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3</a:t>
            </a:r>
            <a:endParaRPr lang="en-US" sz="5000" b="1" kern="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文本框 22"/>
          <p:cNvSpPr txBox="1"/>
          <p:nvPr>
            <p:custDataLst>
              <p:tags r:id="rId18"/>
            </p:custDataLst>
          </p:nvPr>
        </p:nvSpPr>
        <p:spPr>
          <a:xfrm>
            <a:off x="6669405" y="4585653"/>
            <a:ext cx="432000" cy="9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algn="l"/>
            <a:r>
              <a:rPr lang="en-US" sz="5000" b="1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</a:t>
            </a:r>
            <a:endParaRPr lang="en-US" sz="5000" b="1" kern="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8161655" y="3057208"/>
            <a:ext cx="432000" cy="9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algn="l"/>
            <a:r>
              <a:rPr lang="en-US" sz="5000" b="1" kern="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</a:t>
            </a:r>
            <a:endParaRPr lang="en-US" sz="5000" b="1" kern="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2"/>
          <p:cNvSpPr txBox="1"/>
          <p:nvPr>
            <p:custDataLst>
              <p:tags r:id="rId20"/>
            </p:custDataLst>
          </p:nvPr>
        </p:nvSpPr>
        <p:spPr>
          <a:xfrm>
            <a:off x="2647950" y="3107373"/>
            <a:ext cx="1249045" cy="66421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sym typeface="Microsoft YaHei" panose="020B0503020204020204" charset="-122"/>
              </a:rPr>
              <a:t>CODE </a:t>
            </a:r>
            <a:endParaRPr lang="en-US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sym typeface="Microsoft YaHei" panose="020B0503020204020204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21"/>
            </p:custDataLst>
          </p:nvPr>
        </p:nvSpPr>
        <p:spPr>
          <a:xfrm>
            <a:off x="8655050" y="3128328"/>
            <a:ext cx="1284605" cy="66421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sym typeface="Microsoft YaHei" panose="020B0503020204020204" charset="-122"/>
              </a:rPr>
              <a:t>LINKING</a:t>
            </a:r>
            <a:endParaRPr lang="en-US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sym typeface="Microsoft YaHei" panose="020B0503020204020204" charset="-122"/>
            </a:endParaRPr>
          </a:p>
        </p:txBody>
      </p:sp>
      <p:sp>
        <p:nvSpPr>
          <p:cNvPr id="16" name="文本框 10"/>
          <p:cNvSpPr txBox="1"/>
          <p:nvPr>
            <p:custDataLst>
              <p:tags r:id="rId22"/>
            </p:custDataLst>
          </p:nvPr>
        </p:nvSpPr>
        <p:spPr>
          <a:xfrm>
            <a:off x="7157720" y="4658678"/>
            <a:ext cx="1284605" cy="66421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sym typeface="Microsoft YaHei" panose="020B0503020204020204" charset="-122"/>
              </a:rPr>
              <a:t>ASSEMBLY</a:t>
            </a:r>
            <a:endParaRPr lang="en-US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sym typeface="Microsoft YaHei" panose="020B0503020204020204" charset="-122"/>
            </a:endParaRPr>
          </a:p>
        </p:txBody>
      </p:sp>
      <p:sp>
        <p:nvSpPr>
          <p:cNvPr id="17" name="文本框 12"/>
          <p:cNvSpPr txBox="1"/>
          <p:nvPr>
            <p:custDataLst>
              <p:tags r:id="rId23"/>
            </p:custDataLst>
          </p:nvPr>
        </p:nvSpPr>
        <p:spPr>
          <a:xfrm>
            <a:off x="3896995" y="4629785"/>
            <a:ext cx="2324735" cy="66421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sym typeface="Microsoft YaHei" panose="020B0503020204020204" charset="-122"/>
              </a:rPr>
              <a:t>PREPROCESSING</a:t>
            </a:r>
            <a:endParaRPr lang="en-US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sym typeface="Microsoft YaHei" panose="020B0503020204020204" charset="-122"/>
            </a:endParaRPr>
          </a:p>
        </p:txBody>
      </p:sp>
      <p:sp>
        <p:nvSpPr>
          <p:cNvPr id="29" name="图形 7"/>
          <p:cNvSpPr/>
          <p:nvPr>
            <p:custDataLst>
              <p:tags r:id="rId24"/>
            </p:custDataLst>
          </p:nvPr>
        </p:nvSpPr>
        <p:spPr>
          <a:xfrm>
            <a:off x="4404995" y="3922713"/>
            <a:ext cx="394686" cy="394686"/>
          </a:xfrm>
          <a:custGeom>
            <a:avLst/>
            <a:gdLst>
              <a:gd name="connsiteX0" fmla="*/ 100464 w 394686"/>
              <a:gd name="connsiteY0" fmla="*/ 350103 h 394686"/>
              <a:gd name="connsiteX1" fmla="*/ 197343 w 394686"/>
              <a:gd name="connsiteY1" fmla="*/ 378241 h 394686"/>
              <a:gd name="connsiteX2" fmla="*/ 294206 w 394686"/>
              <a:gd name="connsiteY2" fmla="*/ 350103 h 394686"/>
              <a:gd name="connsiteX3" fmla="*/ 304369 w 394686"/>
              <a:gd name="connsiteY3" fmla="*/ 363128 h 394686"/>
              <a:gd name="connsiteX4" fmla="*/ 197343 w 394686"/>
              <a:gd name="connsiteY4" fmla="*/ 394686 h 394686"/>
              <a:gd name="connsiteX5" fmla="*/ 90235 w 394686"/>
              <a:gd name="connsiteY5" fmla="*/ 363078 h 394686"/>
              <a:gd name="connsiteX6" fmla="*/ 100464 w 394686"/>
              <a:gd name="connsiteY6" fmla="*/ 350103 h 394686"/>
              <a:gd name="connsiteX7" fmla="*/ 196718 w 394686"/>
              <a:gd name="connsiteY7" fmla="*/ 131562 h 394686"/>
              <a:gd name="connsiteX8" fmla="*/ 106269 w 394686"/>
              <a:gd name="connsiteY8" fmla="*/ 222011 h 394686"/>
              <a:gd name="connsiteX9" fmla="*/ 196718 w 394686"/>
              <a:gd name="connsiteY9" fmla="*/ 312460 h 394686"/>
              <a:gd name="connsiteX10" fmla="*/ 287167 w 394686"/>
              <a:gd name="connsiteY10" fmla="*/ 222011 h 394686"/>
              <a:gd name="connsiteX11" fmla="*/ 196718 w 394686"/>
              <a:gd name="connsiteY11" fmla="*/ 131562 h 394686"/>
              <a:gd name="connsiteX12" fmla="*/ 312460 w 394686"/>
              <a:gd name="connsiteY12" fmla="*/ 312460 h 394686"/>
              <a:gd name="connsiteX13" fmla="*/ 296015 w 394686"/>
              <a:gd name="connsiteY13" fmla="*/ 312460 h 394686"/>
              <a:gd name="connsiteX14" fmla="*/ 328905 w 394686"/>
              <a:gd name="connsiteY14" fmla="*/ 279569 h 394686"/>
              <a:gd name="connsiteX15" fmla="*/ 361796 w 394686"/>
              <a:gd name="connsiteY15" fmla="*/ 279569 h 394686"/>
              <a:gd name="connsiteX16" fmla="*/ 394686 w 394686"/>
              <a:gd name="connsiteY16" fmla="*/ 312460 h 394686"/>
              <a:gd name="connsiteX17" fmla="*/ 378241 w 394686"/>
              <a:gd name="connsiteY17" fmla="*/ 312460 h 394686"/>
              <a:gd name="connsiteX18" fmla="*/ 361796 w 394686"/>
              <a:gd name="connsiteY18" fmla="*/ 296015 h 394686"/>
              <a:gd name="connsiteX19" fmla="*/ 328905 w 394686"/>
              <a:gd name="connsiteY19" fmla="*/ 296015 h 394686"/>
              <a:gd name="connsiteX20" fmla="*/ 312460 w 394686"/>
              <a:gd name="connsiteY20" fmla="*/ 312460 h 394686"/>
              <a:gd name="connsiteX21" fmla="*/ 16445 w 394686"/>
              <a:gd name="connsiteY21" fmla="*/ 312460 h 394686"/>
              <a:gd name="connsiteX22" fmla="*/ 0 w 394686"/>
              <a:gd name="connsiteY22" fmla="*/ 312460 h 394686"/>
              <a:gd name="connsiteX23" fmla="*/ 32891 w 394686"/>
              <a:gd name="connsiteY23" fmla="*/ 279569 h 394686"/>
              <a:gd name="connsiteX24" fmla="*/ 65781 w 394686"/>
              <a:gd name="connsiteY24" fmla="*/ 279569 h 394686"/>
              <a:gd name="connsiteX25" fmla="*/ 98672 w 394686"/>
              <a:gd name="connsiteY25" fmla="*/ 312460 h 394686"/>
              <a:gd name="connsiteX26" fmla="*/ 82226 w 394686"/>
              <a:gd name="connsiteY26" fmla="*/ 312460 h 394686"/>
              <a:gd name="connsiteX27" fmla="*/ 65781 w 394686"/>
              <a:gd name="connsiteY27" fmla="*/ 296015 h 394686"/>
              <a:gd name="connsiteX28" fmla="*/ 32891 w 394686"/>
              <a:gd name="connsiteY28" fmla="*/ 296015 h 394686"/>
              <a:gd name="connsiteX29" fmla="*/ 16445 w 394686"/>
              <a:gd name="connsiteY29" fmla="*/ 312460 h 394686"/>
              <a:gd name="connsiteX30" fmla="*/ 197343 w 394686"/>
              <a:gd name="connsiteY30" fmla="*/ 148007 h 394686"/>
              <a:gd name="connsiteX31" fmla="*/ 271347 w 394686"/>
              <a:gd name="connsiteY31" fmla="*/ 222011 h 394686"/>
              <a:gd name="connsiteX32" fmla="*/ 197343 w 394686"/>
              <a:gd name="connsiteY32" fmla="*/ 296015 h 394686"/>
              <a:gd name="connsiteX33" fmla="*/ 123339 w 394686"/>
              <a:gd name="connsiteY33" fmla="*/ 222011 h 394686"/>
              <a:gd name="connsiteX34" fmla="*/ 197343 w 394686"/>
              <a:gd name="connsiteY34" fmla="*/ 148007 h 394686"/>
              <a:gd name="connsiteX35" fmla="*/ 345350 w 394686"/>
              <a:gd name="connsiteY35" fmla="*/ 197343 h 394686"/>
              <a:gd name="connsiteX36" fmla="*/ 382352 w 394686"/>
              <a:gd name="connsiteY36" fmla="*/ 234345 h 394686"/>
              <a:gd name="connsiteX37" fmla="*/ 345350 w 394686"/>
              <a:gd name="connsiteY37" fmla="*/ 271347 h 394686"/>
              <a:gd name="connsiteX38" fmla="*/ 308348 w 394686"/>
              <a:gd name="connsiteY38" fmla="*/ 234345 h 394686"/>
              <a:gd name="connsiteX39" fmla="*/ 345350 w 394686"/>
              <a:gd name="connsiteY39" fmla="*/ 197343 h 394686"/>
              <a:gd name="connsiteX40" fmla="*/ 49336 w 394686"/>
              <a:gd name="connsiteY40" fmla="*/ 197343 h 394686"/>
              <a:gd name="connsiteX41" fmla="*/ 86338 w 394686"/>
              <a:gd name="connsiteY41" fmla="*/ 234345 h 394686"/>
              <a:gd name="connsiteX42" fmla="*/ 49336 w 394686"/>
              <a:gd name="connsiteY42" fmla="*/ 271347 h 394686"/>
              <a:gd name="connsiteX43" fmla="*/ 12334 w 394686"/>
              <a:gd name="connsiteY43" fmla="*/ 234345 h 394686"/>
              <a:gd name="connsiteX44" fmla="*/ 49336 w 394686"/>
              <a:gd name="connsiteY44" fmla="*/ 197343 h 394686"/>
              <a:gd name="connsiteX45" fmla="*/ 201454 w 394686"/>
              <a:gd name="connsiteY45" fmla="*/ 271347 h 394686"/>
              <a:gd name="connsiteX46" fmla="*/ 193232 w 394686"/>
              <a:gd name="connsiteY46" fmla="*/ 271347 h 394686"/>
              <a:gd name="connsiteX47" fmla="*/ 193232 w 394686"/>
              <a:gd name="connsiteY47" fmla="*/ 263140 h 394686"/>
              <a:gd name="connsiteX48" fmla="*/ 168564 w 394686"/>
              <a:gd name="connsiteY48" fmla="*/ 257154 h 394686"/>
              <a:gd name="connsiteX49" fmla="*/ 172297 w 394686"/>
              <a:gd name="connsiteY49" fmla="*/ 243636 h 394686"/>
              <a:gd name="connsiteX50" fmla="*/ 198823 w 394686"/>
              <a:gd name="connsiteY50" fmla="*/ 248077 h 394686"/>
              <a:gd name="connsiteX51" fmla="*/ 199760 w 394686"/>
              <a:gd name="connsiteY51" fmla="*/ 231549 h 394686"/>
              <a:gd name="connsiteX52" fmla="*/ 168695 w 394686"/>
              <a:gd name="connsiteY52" fmla="*/ 204891 h 394686"/>
              <a:gd name="connsiteX53" fmla="*/ 193232 w 394686"/>
              <a:gd name="connsiteY53" fmla="*/ 181457 h 394686"/>
              <a:gd name="connsiteX54" fmla="*/ 193232 w 394686"/>
              <a:gd name="connsiteY54" fmla="*/ 172675 h 394686"/>
              <a:gd name="connsiteX55" fmla="*/ 201454 w 394686"/>
              <a:gd name="connsiteY55" fmla="*/ 172675 h 394686"/>
              <a:gd name="connsiteX56" fmla="*/ 201454 w 394686"/>
              <a:gd name="connsiteY56" fmla="*/ 181046 h 394686"/>
              <a:gd name="connsiteX57" fmla="*/ 221534 w 394686"/>
              <a:gd name="connsiteY57" fmla="*/ 184499 h 394686"/>
              <a:gd name="connsiteX58" fmla="*/ 218557 w 394686"/>
              <a:gd name="connsiteY58" fmla="*/ 198050 h 394686"/>
              <a:gd name="connsiteX59" fmla="*/ 198478 w 394686"/>
              <a:gd name="connsiteY59" fmla="*/ 194235 h 394686"/>
              <a:gd name="connsiteX60" fmla="*/ 193692 w 394686"/>
              <a:gd name="connsiteY60" fmla="*/ 209989 h 394686"/>
              <a:gd name="connsiteX61" fmla="*/ 226122 w 394686"/>
              <a:gd name="connsiteY61" fmla="*/ 239130 h 394686"/>
              <a:gd name="connsiteX62" fmla="*/ 201454 w 394686"/>
              <a:gd name="connsiteY62" fmla="*/ 262680 h 394686"/>
              <a:gd name="connsiteX63" fmla="*/ 201454 w 394686"/>
              <a:gd name="connsiteY63" fmla="*/ 271347 h 394686"/>
              <a:gd name="connsiteX64" fmla="*/ 345350 w 394686"/>
              <a:gd name="connsiteY64" fmla="*/ 215844 h 394686"/>
              <a:gd name="connsiteX65" fmla="*/ 363851 w 394686"/>
              <a:gd name="connsiteY65" fmla="*/ 234345 h 394686"/>
              <a:gd name="connsiteX66" fmla="*/ 345350 w 394686"/>
              <a:gd name="connsiteY66" fmla="*/ 252846 h 394686"/>
              <a:gd name="connsiteX67" fmla="*/ 326849 w 394686"/>
              <a:gd name="connsiteY67" fmla="*/ 234345 h 394686"/>
              <a:gd name="connsiteX68" fmla="*/ 345350 w 394686"/>
              <a:gd name="connsiteY68" fmla="*/ 215844 h 394686"/>
              <a:gd name="connsiteX69" fmla="*/ 49336 w 394686"/>
              <a:gd name="connsiteY69" fmla="*/ 215844 h 394686"/>
              <a:gd name="connsiteX70" fmla="*/ 67837 w 394686"/>
              <a:gd name="connsiteY70" fmla="*/ 234345 h 394686"/>
              <a:gd name="connsiteX71" fmla="*/ 49336 w 394686"/>
              <a:gd name="connsiteY71" fmla="*/ 252846 h 394686"/>
              <a:gd name="connsiteX72" fmla="*/ 30835 w 394686"/>
              <a:gd name="connsiteY72" fmla="*/ 234345 h 394686"/>
              <a:gd name="connsiteX73" fmla="*/ 49336 w 394686"/>
              <a:gd name="connsiteY73" fmla="*/ 215844 h 394686"/>
              <a:gd name="connsiteX74" fmla="*/ 19438 w 394686"/>
              <a:gd name="connsiteY74" fmla="*/ 164453 h 394686"/>
              <a:gd name="connsiteX75" fmla="*/ 2730 w 394686"/>
              <a:gd name="connsiteY75" fmla="*/ 164453 h 394686"/>
              <a:gd name="connsiteX76" fmla="*/ 131562 w 394686"/>
              <a:gd name="connsiteY76" fmla="*/ 11249 h 394686"/>
              <a:gd name="connsiteX77" fmla="*/ 131562 w 394686"/>
              <a:gd name="connsiteY77" fmla="*/ 28796 h 394686"/>
              <a:gd name="connsiteX78" fmla="*/ 19438 w 394686"/>
              <a:gd name="connsiteY78" fmla="*/ 164453 h 394686"/>
              <a:gd name="connsiteX79" fmla="*/ 391956 w 394686"/>
              <a:gd name="connsiteY79" fmla="*/ 164453 h 394686"/>
              <a:gd name="connsiteX80" fmla="*/ 375248 w 394686"/>
              <a:gd name="connsiteY80" fmla="*/ 164453 h 394686"/>
              <a:gd name="connsiteX81" fmla="*/ 263124 w 394686"/>
              <a:gd name="connsiteY81" fmla="*/ 28796 h 394686"/>
              <a:gd name="connsiteX82" fmla="*/ 263124 w 394686"/>
              <a:gd name="connsiteY82" fmla="*/ 11249 h 394686"/>
              <a:gd name="connsiteX83" fmla="*/ 391956 w 394686"/>
              <a:gd name="connsiteY83" fmla="*/ 164453 h 394686"/>
              <a:gd name="connsiteX84" fmla="*/ 164453 w 394686"/>
              <a:gd name="connsiteY84" fmla="*/ 115117 h 394686"/>
              <a:gd name="connsiteX85" fmla="*/ 148007 w 394686"/>
              <a:gd name="connsiteY85" fmla="*/ 115117 h 394686"/>
              <a:gd name="connsiteX86" fmla="*/ 180898 w 394686"/>
              <a:gd name="connsiteY86" fmla="*/ 82226 h 394686"/>
              <a:gd name="connsiteX87" fmla="*/ 213788 w 394686"/>
              <a:gd name="connsiteY87" fmla="*/ 82226 h 394686"/>
              <a:gd name="connsiteX88" fmla="*/ 246679 w 394686"/>
              <a:gd name="connsiteY88" fmla="*/ 115117 h 394686"/>
              <a:gd name="connsiteX89" fmla="*/ 230234 w 394686"/>
              <a:gd name="connsiteY89" fmla="*/ 115117 h 394686"/>
              <a:gd name="connsiteX90" fmla="*/ 213788 w 394686"/>
              <a:gd name="connsiteY90" fmla="*/ 98672 h 394686"/>
              <a:gd name="connsiteX91" fmla="*/ 180898 w 394686"/>
              <a:gd name="connsiteY91" fmla="*/ 98672 h 394686"/>
              <a:gd name="connsiteX92" fmla="*/ 164453 w 394686"/>
              <a:gd name="connsiteY92" fmla="*/ 115117 h 394686"/>
              <a:gd name="connsiteX93" fmla="*/ 197343 w 394686"/>
              <a:gd name="connsiteY93" fmla="*/ 0 h 394686"/>
              <a:gd name="connsiteX94" fmla="*/ 234345 w 394686"/>
              <a:gd name="connsiteY94" fmla="*/ 37002 h 394686"/>
              <a:gd name="connsiteX95" fmla="*/ 197343 w 394686"/>
              <a:gd name="connsiteY95" fmla="*/ 74004 h 394686"/>
              <a:gd name="connsiteX96" fmla="*/ 160341 w 394686"/>
              <a:gd name="connsiteY96" fmla="*/ 37002 h 394686"/>
              <a:gd name="connsiteX97" fmla="*/ 197343 w 394686"/>
              <a:gd name="connsiteY97" fmla="*/ 0 h 394686"/>
              <a:gd name="connsiteX98" fmla="*/ 197343 w 394686"/>
              <a:gd name="connsiteY98" fmla="*/ 18501 h 394686"/>
              <a:gd name="connsiteX99" fmla="*/ 215844 w 394686"/>
              <a:gd name="connsiteY99" fmla="*/ 37002 h 394686"/>
              <a:gd name="connsiteX100" fmla="*/ 197343 w 394686"/>
              <a:gd name="connsiteY100" fmla="*/ 55503 h 394686"/>
              <a:gd name="connsiteX101" fmla="*/ 178842 w 394686"/>
              <a:gd name="connsiteY101" fmla="*/ 37002 h 394686"/>
              <a:gd name="connsiteX102" fmla="*/ 197343 w 394686"/>
              <a:gd name="connsiteY102" fmla="*/ 18501 h 39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394686" h="394686">
                <a:moveTo>
                  <a:pt x="100464" y="350103"/>
                </a:moveTo>
                <a:cubicBezTo>
                  <a:pt x="128470" y="367913"/>
                  <a:pt x="161706" y="378241"/>
                  <a:pt x="197343" y="378241"/>
                </a:cubicBezTo>
                <a:cubicBezTo>
                  <a:pt x="232963" y="378241"/>
                  <a:pt x="266199" y="367913"/>
                  <a:pt x="294206" y="350103"/>
                </a:cubicBezTo>
                <a:lnTo>
                  <a:pt x="304369" y="363128"/>
                </a:lnTo>
                <a:cubicBezTo>
                  <a:pt x="273517" y="383092"/>
                  <a:pt x="236779" y="394686"/>
                  <a:pt x="197343" y="394686"/>
                </a:cubicBezTo>
                <a:cubicBezTo>
                  <a:pt x="157874" y="394686"/>
                  <a:pt x="121086" y="383076"/>
                  <a:pt x="90235" y="363078"/>
                </a:cubicBezTo>
                <a:lnTo>
                  <a:pt x="100464" y="350103"/>
                </a:lnTo>
                <a:close/>
                <a:moveTo>
                  <a:pt x="196718" y="131562"/>
                </a:moveTo>
                <a:cubicBezTo>
                  <a:pt x="146774" y="131562"/>
                  <a:pt x="106269" y="172050"/>
                  <a:pt x="106269" y="222011"/>
                </a:cubicBezTo>
                <a:cubicBezTo>
                  <a:pt x="106269" y="271955"/>
                  <a:pt x="146774" y="312460"/>
                  <a:pt x="196718" y="312460"/>
                </a:cubicBezTo>
                <a:cubicBezTo>
                  <a:pt x="246662" y="312460"/>
                  <a:pt x="287167" y="271955"/>
                  <a:pt x="287167" y="222011"/>
                </a:cubicBezTo>
                <a:cubicBezTo>
                  <a:pt x="287167" y="172050"/>
                  <a:pt x="246662" y="131562"/>
                  <a:pt x="196718" y="131562"/>
                </a:cubicBezTo>
                <a:close/>
                <a:moveTo>
                  <a:pt x="312460" y="312460"/>
                </a:moveTo>
                <a:lnTo>
                  <a:pt x="296015" y="312460"/>
                </a:lnTo>
                <a:cubicBezTo>
                  <a:pt x="296015" y="294304"/>
                  <a:pt x="310749" y="279569"/>
                  <a:pt x="328905" y="279569"/>
                </a:cubicBezTo>
                <a:lnTo>
                  <a:pt x="361796" y="279569"/>
                </a:lnTo>
                <a:cubicBezTo>
                  <a:pt x="377632" y="279569"/>
                  <a:pt x="394686" y="292068"/>
                  <a:pt x="394686" y="312460"/>
                </a:cubicBezTo>
                <a:lnTo>
                  <a:pt x="378241" y="312460"/>
                </a:lnTo>
                <a:cubicBezTo>
                  <a:pt x="378241" y="302280"/>
                  <a:pt x="369706" y="296015"/>
                  <a:pt x="361796" y="296015"/>
                </a:cubicBezTo>
                <a:lnTo>
                  <a:pt x="328905" y="296015"/>
                </a:lnTo>
                <a:cubicBezTo>
                  <a:pt x="319827" y="296015"/>
                  <a:pt x="312460" y="303398"/>
                  <a:pt x="312460" y="312460"/>
                </a:cubicBezTo>
                <a:close/>
                <a:moveTo>
                  <a:pt x="16445" y="312460"/>
                </a:moveTo>
                <a:lnTo>
                  <a:pt x="0" y="312460"/>
                </a:lnTo>
                <a:cubicBezTo>
                  <a:pt x="0" y="294304"/>
                  <a:pt x="14735" y="279569"/>
                  <a:pt x="32891" y="279569"/>
                </a:cubicBezTo>
                <a:lnTo>
                  <a:pt x="65781" y="279569"/>
                </a:lnTo>
                <a:cubicBezTo>
                  <a:pt x="81618" y="279569"/>
                  <a:pt x="98672" y="292068"/>
                  <a:pt x="98672" y="312460"/>
                </a:cubicBezTo>
                <a:lnTo>
                  <a:pt x="82226" y="312460"/>
                </a:lnTo>
                <a:cubicBezTo>
                  <a:pt x="82226" y="302280"/>
                  <a:pt x="73691" y="296015"/>
                  <a:pt x="65781" y="296015"/>
                </a:cubicBezTo>
                <a:lnTo>
                  <a:pt x="32891" y="296015"/>
                </a:lnTo>
                <a:cubicBezTo>
                  <a:pt x="23813" y="296015"/>
                  <a:pt x="16445" y="303398"/>
                  <a:pt x="16445" y="312460"/>
                </a:cubicBezTo>
                <a:close/>
                <a:moveTo>
                  <a:pt x="197343" y="148007"/>
                </a:moveTo>
                <a:cubicBezTo>
                  <a:pt x="240742" y="148007"/>
                  <a:pt x="271347" y="178612"/>
                  <a:pt x="271347" y="222011"/>
                </a:cubicBezTo>
                <a:cubicBezTo>
                  <a:pt x="271347" y="265410"/>
                  <a:pt x="240742" y="296015"/>
                  <a:pt x="197343" y="296015"/>
                </a:cubicBezTo>
                <a:cubicBezTo>
                  <a:pt x="153944" y="296015"/>
                  <a:pt x="123339" y="265410"/>
                  <a:pt x="123339" y="222011"/>
                </a:cubicBezTo>
                <a:cubicBezTo>
                  <a:pt x="123339" y="178612"/>
                  <a:pt x="153944" y="148007"/>
                  <a:pt x="197343" y="148007"/>
                </a:cubicBezTo>
                <a:close/>
                <a:moveTo>
                  <a:pt x="345350" y="197343"/>
                </a:moveTo>
                <a:cubicBezTo>
                  <a:pt x="365775" y="197343"/>
                  <a:pt x="382352" y="213920"/>
                  <a:pt x="382352" y="234345"/>
                </a:cubicBezTo>
                <a:cubicBezTo>
                  <a:pt x="382352" y="254770"/>
                  <a:pt x="365775" y="271347"/>
                  <a:pt x="345350" y="271347"/>
                </a:cubicBezTo>
                <a:cubicBezTo>
                  <a:pt x="324925" y="271347"/>
                  <a:pt x="308348" y="254770"/>
                  <a:pt x="308348" y="234345"/>
                </a:cubicBezTo>
                <a:cubicBezTo>
                  <a:pt x="308348" y="213920"/>
                  <a:pt x="324925" y="197343"/>
                  <a:pt x="345350" y="197343"/>
                </a:cubicBezTo>
                <a:close/>
                <a:moveTo>
                  <a:pt x="49336" y="197343"/>
                </a:moveTo>
                <a:cubicBezTo>
                  <a:pt x="69761" y="197343"/>
                  <a:pt x="86338" y="213920"/>
                  <a:pt x="86338" y="234345"/>
                </a:cubicBezTo>
                <a:cubicBezTo>
                  <a:pt x="86338" y="254770"/>
                  <a:pt x="69761" y="271347"/>
                  <a:pt x="49336" y="271347"/>
                </a:cubicBezTo>
                <a:cubicBezTo>
                  <a:pt x="28911" y="271347"/>
                  <a:pt x="12334" y="254770"/>
                  <a:pt x="12334" y="234345"/>
                </a:cubicBezTo>
                <a:cubicBezTo>
                  <a:pt x="12334" y="213920"/>
                  <a:pt x="28911" y="197343"/>
                  <a:pt x="49336" y="197343"/>
                </a:cubicBezTo>
                <a:close/>
                <a:moveTo>
                  <a:pt x="201454" y="271347"/>
                </a:moveTo>
                <a:lnTo>
                  <a:pt x="193232" y="271347"/>
                </a:lnTo>
                <a:lnTo>
                  <a:pt x="193232" y="263140"/>
                </a:lnTo>
                <a:cubicBezTo>
                  <a:pt x="184713" y="262992"/>
                  <a:pt x="175915" y="260953"/>
                  <a:pt x="168564" y="257154"/>
                </a:cubicBezTo>
                <a:lnTo>
                  <a:pt x="172297" y="243636"/>
                </a:lnTo>
                <a:cubicBezTo>
                  <a:pt x="180158" y="246695"/>
                  <a:pt x="190617" y="249935"/>
                  <a:pt x="198823" y="248077"/>
                </a:cubicBezTo>
                <a:cubicBezTo>
                  <a:pt x="208263" y="245939"/>
                  <a:pt x="210203" y="236220"/>
                  <a:pt x="199760" y="231549"/>
                </a:cubicBezTo>
                <a:cubicBezTo>
                  <a:pt x="192097" y="227981"/>
                  <a:pt x="168695" y="224922"/>
                  <a:pt x="168695" y="204891"/>
                </a:cubicBezTo>
                <a:cubicBezTo>
                  <a:pt x="168695" y="193676"/>
                  <a:pt x="177230" y="183644"/>
                  <a:pt x="193232" y="181457"/>
                </a:cubicBezTo>
                <a:lnTo>
                  <a:pt x="193232" y="172675"/>
                </a:lnTo>
                <a:lnTo>
                  <a:pt x="201454" y="172675"/>
                </a:lnTo>
                <a:lnTo>
                  <a:pt x="201454" y="181046"/>
                </a:lnTo>
                <a:cubicBezTo>
                  <a:pt x="207408" y="181210"/>
                  <a:pt x="214084" y="182246"/>
                  <a:pt x="221534" y="184499"/>
                </a:cubicBezTo>
                <a:lnTo>
                  <a:pt x="218557" y="198050"/>
                </a:lnTo>
                <a:cubicBezTo>
                  <a:pt x="212242" y="195830"/>
                  <a:pt x="205270" y="193824"/>
                  <a:pt x="198478" y="194235"/>
                </a:cubicBezTo>
                <a:cubicBezTo>
                  <a:pt x="186226" y="194942"/>
                  <a:pt x="185157" y="205549"/>
                  <a:pt x="193692" y="209989"/>
                </a:cubicBezTo>
                <a:cubicBezTo>
                  <a:pt x="207769" y="216600"/>
                  <a:pt x="226122" y="221501"/>
                  <a:pt x="226122" y="239130"/>
                </a:cubicBezTo>
                <a:cubicBezTo>
                  <a:pt x="226139" y="253257"/>
                  <a:pt x="215071" y="260772"/>
                  <a:pt x="201454" y="262680"/>
                </a:cubicBezTo>
                <a:lnTo>
                  <a:pt x="201454" y="271347"/>
                </a:lnTo>
                <a:close/>
                <a:moveTo>
                  <a:pt x="345350" y="215844"/>
                </a:moveTo>
                <a:cubicBezTo>
                  <a:pt x="355563" y="215844"/>
                  <a:pt x="363851" y="224132"/>
                  <a:pt x="363851" y="234345"/>
                </a:cubicBezTo>
                <a:cubicBezTo>
                  <a:pt x="363851" y="244557"/>
                  <a:pt x="355563" y="252846"/>
                  <a:pt x="345350" y="252846"/>
                </a:cubicBezTo>
                <a:cubicBezTo>
                  <a:pt x="335138" y="252846"/>
                  <a:pt x="326849" y="244557"/>
                  <a:pt x="326849" y="234345"/>
                </a:cubicBezTo>
                <a:cubicBezTo>
                  <a:pt x="326849" y="224132"/>
                  <a:pt x="335138" y="215844"/>
                  <a:pt x="345350" y="215844"/>
                </a:cubicBezTo>
                <a:close/>
                <a:moveTo>
                  <a:pt x="49336" y="215844"/>
                </a:moveTo>
                <a:cubicBezTo>
                  <a:pt x="59548" y="215844"/>
                  <a:pt x="67837" y="224132"/>
                  <a:pt x="67837" y="234345"/>
                </a:cubicBezTo>
                <a:cubicBezTo>
                  <a:pt x="67837" y="244557"/>
                  <a:pt x="59548" y="252846"/>
                  <a:pt x="49336" y="252846"/>
                </a:cubicBezTo>
                <a:cubicBezTo>
                  <a:pt x="39123" y="252846"/>
                  <a:pt x="30835" y="244557"/>
                  <a:pt x="30835" y="234345"/>
                </a:cubicBezTo>
                <a:cubicBezTo>
                  <a:pt x="30835" y="224132"/>
                  <a:pt x="39123" y="215844"/>
                  <a:pt x="49336" y="215844"/>
                </a:cubicBezTo>
                <a:close/>
                <a:moveTo>
                  <a:pt x="19438" y="164453"/>
                </a:moveTo>
                <a:lnTo>
                  <a:pt x="2730" y="164453"/>
                </a:lnTo>
                <a:cubicBezTo>
                  <a:pt x="14718" y="93179"/>
                  <a:pt x="64942" y="34831"/>
                  <a:pt x="131562" y="11249"/>
                </a:cubicBezTo>
                <a:lnTo>
                  <a:pt x="131562" y="28796"/>
                </a:lnTo>
                <a:cubicBezTo>
                  <a:pt x="74069" y="51276"/>
                  <a:pt x="30868" y="102322"/>
                  <a:pt x="19438" y="164453"/>
                </a:cubicBezTo>
                <a:close/>
                <a:moveTo>
                  <a:pt x="391956" y="164453"/>
                </a:moveTo>
                <a:lnTo>
                  <a:pt x="375248" y="164453"/>
                </a:lnTo>
                <a:cubicBezTo>
                  <a:pt x="363818" y="102322"/>
                  <a:pt x="320617" y="51276"/>
                  <a:pt x="263124" y="28796"/>
                </a:cubicBezTo>
                <a:lnTo>
                  <a:pt x="263124" y="11249"/>
                </a:lnTo>
                <a:cubicBezTo>
                  <a:pt x="329744" y="34831"/>
                  <a:pt x="379968" y="93179"/>
                  <a:pt x="391956" y="164453"/>
                </a:cubicBezTo>
                <a:close/>
                <a:moveTo>
                  <a:pt x="164453" y="115117"/>
                </a:moveTo>
                <a:lnTo>
                  <a:pt x="148007" y="115117"/>
                </a:lnTo>
                <a:cubicBezTo>
                  <a:pt x="148007" y="96961"/>
                  <a:pt x="162742" y="82226"/>
                  <a:pt x="180898" y="82226"/>
                </a:cubicBezTo>
                <a:lnTo>
                  <a:pt x="213788" y="82226"/>
                </a:lnTo>
                <a:cubicBezTo>
                  <a:pt x="229625" y="82226"/>
                  <a:pt x="246679" y="94725"/>
                  <a:pt x="246679" y="115117"/>
                </a:cubicBezTo>
                <a:lnTo>
                  <a:pt x="230234" y="115117"/>
                </a:lnTo>
                <a:cubicBezTo>
                  <a:pt x="230234" y="104937"/>
                  <a:pt x="221698" y="98672"/>
                  <a:pt x="213788" y="98672"/>
                </a:cubicBezTo>
                <a:lnTo>
                  <a:pt x="180898" y="98672"/>
                </a:lnTo>
                <a:cubicBezTo>
                  <a:pt x="171820" y="98672"/>
                  <a:pt x="164453" y="106055"/>
                  <a:pt x="164453" y="115117"/>
                </a:cubicBezTo>
                <a:close/>
                <a:moveTo>
                  <a:pt x="197343" y="0"/>
                </a:moveTo>
                <a:cubicBezTo>
                  <a:pt x="217768" y="0"/>
                  <a:pt x="234345" y="16577"/>
                  <a:pt x="234345" y="37002"/>
                </a:cubicBezTo>
                <a:cubicBezTo>
                  <a:pt x="234345" y="57427"/>
                  <a:pt x="217768" y="74004"/>
                  <a:pt x="197343" y="74004"/>
                </a:cubicBezTo>
                <a:cubicBezTo>
                  <a:pt x="176918" y="74004"/>
                  <a:pt x="160341" y="57427"/>
                  <a:pt x="160341" y="37002"/>
                </a:cubicBezTo>
                <a:cubicBezTo>
                  <a:pt x="160341" y="16577"/>
                  <a:pt x="176918" y="0"/>
                  <a:pt x="197343" y="0"/>
                </a:cubicBezTo>
                <a:close/>
                <a:moveTo>
                  <a:pt x="197343" y="18501"/>
                </a:moveTo>
                <a:cubicBezTo>
                  <a:pt x="207556" y="18501"/>
                  <a:pt x="215844" y="26789"/>
                  <a:pt x="215844" y="37002"/>
                </a:cubicBezTo>
                <a:cubicBezTo>
                  <a:pt x="215844" y="47214"/>
                  <a:pt x="207556" y="55503"/>
                  <a:pt x="197343" y="55503"/>
                </a:cubicBezTo>
                <a:cubicBezTo>
                  <a:pt x="187131" y="55503"/>
                  <a:pt x="178842" y="47214"/>
                  <a:pt x="178842" y="37002"/>
                </a:cubicBezTo>
                <a:cubicBezTo>
                  <a:pt x="178842" y="26789"/>
                  <a:pt x="187131" y="18501"/>
                  <a:pt x="197343" y="18501"/>
                </a:cubicBezTo>
                <a:close/>
              </a:path>
            </a:pathLst>
          </a:custGeom>
          <a:solidFill>
            <a:srgbClr val="000000">
              <a:lumMod val="85000"/>
              <a:lumOff val="15000"/>
            </a:srgbClr>
          </a:solidFill>
          <a:ln w="16272" cap="flat">
            <a:noFill/>
            <a:prstDash val="solid"/>
            <a:miter/>
          </a:ln>
        </p:spPr>
        <p:txBody>
          <a:bodyPr lIns="0" tIns="0" rIns="0" bIns="0" rtlCol="0" anchor="ctr"/>
          <a:p>
            <a:endParaRPr lang="en-US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9" name="图形 11"/>
          <p:cNvSpPr/>
          <p:nvPr>
            <p:custDataLst>
              <p:tags r:id="rId25"/>
            </p:custDataLst>
          </p:nvPr>
        </p:nvSpPr>
        <p:spPr>
          <a:xfrm>
            <a:off x="8912225" y="2446973"/>
            <a:ext cx="406326" cy="372465"/>
          </a:xfrm>
          <a:custGeom>
            <a:avLst/>
            <a:gdLst>
              <a:gd name="connsiteX0" fmla="*/ 406326 w 406326"/>
              <a:gd name="connsiteY0" fmla="*/ 372466 h 372465"/>
              <a:gd name="connsiteX1" fmla="*/ 0 w 406326"/>
              <a:gd name="connsiteY1" fmla="*/ 372466 h 372465"/>
              <a:gd name="connsiteX2" fmla="*/ 0 w 406326"/>
              <a:gd name="connsiteY2" fmla="*/ 147716 h 372465"/>
              <a:gd name="connsiteX3" fmla="*/ 33861 w 406326"/>
              <a:gd name="connsiteY3" fmla="*/ 123083 h 372465"/>
              <a:gd name="connsiteX4" fmla="*/ 33861 w 406326"/>
              <a:gd name="connsiteY4" fmla="*/ 0 h 372465"/>
              <a:gd name="connsiteX5" fmla="*/ 372466 w 406326"/>
              <a:gd name="connsiteY5" fmla="*/ 0 h 372465"/>
              <a:gd name="connsiteX6" fmla="*/ 372466 w 406326"/>
              <a:gd name="connsiteY6" fmla="*/ 123117 h 372465"/>
              <a:gd name="connsiteX7" fmla="*/ 406326 w 406326"/>
              <a:gd name="connsiteY7" fmla="*/ 147716 h 372465"/>
              <a:gd name="connsiteX8" fmla="*/ 406326 w 406326"/>
              <a:gd name="connsiteY8" fmla="*/ 372466 h 372465"/>
              <a:gd name="connsiteX9" fmla="*/ 389396 w 406326"/>
              <a:gd name="connsiteY9" fmla="*/ 355535 h 372465"/>
              <a:gd name="connsiteX10" fmla="*/ 389396 w 406326"/>
              <a:gd name="connsiteY10" fmla="*/ 158603 h 372465"/>
              <a:gd name="connsiteX11" fmla="*/ 372466 w 406326"/>
              <a:gd name="connsiteY11" fmla="*/ 145668 h 372465"/>
              <a:gd name="connsiteX12" fmla="*/ 372466 w 406326"/>
              <a:gd name="connsiteY12" fmla="*/ 199354 h 372465"/>
              <a:gd name="connsiteX13" fmla="*/ 203163 w 406326"/>
              <a:gd name="connsiteY13" fmla="*/ 308114 h 372465"/>
              <a:gd name="connsiteX14" fmla="*/ 34927 w 406326"/>
              <a:gd name="connsiteY14" fmla="*/ 199557 h 372465"/>
              <a:gd name="connsiteX15" fmla="*/ 33861 w 406326"/>
              <a:gd name="connsiteY15" fmla="*/ 146481 h 372465"/>
              <a:gd name="connsiteX16" fmla="*/ 16930 w 406326"/>
              <a:gd name="connsiteY16" fmla="*/ 158450 h 372465"/>
              <a:gd name="connsiteX17" fmla="*/ 16930 w 406326"/>
              <a:gd name="connsiteY17" fmla="*/ 355535 h 372465"/>
              <a:gd name="connsiteX18" fmla="*/ 389396 w 406326"/>
              <a:gd name="connsiteY18" fmla="*/ 355535 h 372465"/>
              <a:gd name="connsiteX19" fmla="*/ 50791 w 406326"/>
              <a:gd name="connsiteY19" fmla="*/ 190211 h 372465"/>
              <a:gd name="connsiteX20" fmla="*/ 50791 w 406326"/>
              <a:gd name="connsiteY20" fmla="*/ 16930 h 372465"/>
              <a:gd name="connsiteX21" fmla="*/ 355535 w 406326"/>
              <a:gd name="connsiteY21" fmla="*/ 16930 h 372465"/>
              <a:gd name="connsiteX22" fmla="*/ 355535 w 406326"/>
              <a:gd name="connsiteY22" fmla="*/ 190178 h 372465"/>
              <a:gd name="connsiteX23" fmla="*/ 203163 w 406326"/>
              <a:gd name="connsiteY23" fmla="*/ 287814 h 372465"/>
              <a:gd name="connsiteX24" fmla="*/ 50791 w 406326"/>
              <a:gd name="connsiteY24" fmla="*/ 190211 h 372465"/>
              <a:gd name="connsiteX25" fmla="*/ 210511 w 406326"/>
              <a:gd name="connsiteY25" fmla="*/ 50791 h 372465"/>
              <a:gd name="connsiteX26" fmla="*/ 203434 w 406326"/>
              <a:gd name="connsiteY26" fmla="*/ 60610 h 372465"/>
              <a:gd name="connsiteX27" fmla="*/ 127197 w 406326"/>
              <a:gd name="connsiteY27" fmla="*/ 128873 h 372465"/>
              <a:gd name="connsiteX28" fmla="*/ 108015 w 406326"/>
              <a:gd name="connsiteY28" fmla="*/ 157197 h 372465"/>
              <a:gd name="connsiteX29" fmla="*/ 138997 w 406326"/>
              <a:gd name="connsiteY29" fmla="*/ 185894 h 372465"/>
              <a:gd name="connsiteX30" fmla="*/ 150612 w 406326"/>
              <a:gd name="connsiteY30" fmla="*/ 184100 h 372465"/>
              <a:gd name="connsiteX31" fmla="*/ 180239 w 406326"/>
              <a:gd name="connsiteY31" fmla="*/ 216792 h 372465"/>
              <a:gd name="connsiteX32" fmla="*/ 187570 w 406326"/>
              <a:gd name="connsiteY32" fmla="*/ 220093 h 372465"/>
              <a:gd name="connsiteX33" fmla="*/ 214557 w 406326"/>
              <a:gd name="connsiteY33" fmla="*/ 213795 h 372465"/>
              <a:gd name="connsiteX34" fmla="*/ 217621 w 406326"/>
              <a:gd name="connsiteY34" fmla="*/ 204771 h 372465"/>
              <a:gd name="connsiteX35" fmla="*/ 196052 w 406326"/>
              <a:gd name="connsiteY35" fmla="*/ 171266 h 372465"/>
              <a:gd name="connsiteX36" fmla="*/ 247232 w 406326"/>
              <a:gd name="connsiteY36" fmla="*/ 170538 h 372465"/>
              <a:gd name="connsiteX37" fmla="*/ 256663 w 406326"/>
              <a:gd name="connsiteY37" fmla="*/ 175279 h 372465"/>
              <a:gd name="connsiteX38" fmla="*/ 261369 w 406326"/>
              <a:gd name="connsiteY38" fmla="*/ 165849 h 372465"/>
              <a:gd name="connsiteX39" fmla="*/ 217571 w 406326"/>
              <a:gd name="connsiteY39" fmla="*/ 55904 h 372465"/>
              <a:gd name="connsiteX40" fmla="*/ 210511 w 406326"/>
              <a:gd name="connsiteY40" fmla="*/ 50791 h 372465"/>
              <a:gd name="connsiteX41" fmla="*/ 210409 w 406326"/>
              <a:gd name="connsiteY41" fmla="*/ 83652 h 372465"/>
              <a:gd name="connsiteX42" fmla="*/ 237379 w 406326"/>
              <a:gd name="connsiteY42" fmla="*/ 151390 h 372465"/>
              <a:gd name="connsiteX43" fmla="*/ 170014 w 406326"/>
              <a:gd name="connsiteY43" fmla="*/ 162073 h 372465"/>
              <a:gd name="connsiteX44" fmla="*/ 195087 w 406326"/>
              <a:gd name="connsiteY44" fmla="*/ 201030 h 372465"/>
              <a:gd name="connsiteX45" fmla="*/ 189907 w 406326"/>
              <a:gd name="connsiteY45" fmla="*/ 202232 h 372465"/>
              <a:gd name="connsiteX46" fmla="*/ 155860 w 406326"/>
              <a:gd name="connsiteY46" fmla="*/ 164697 h 372465"/>
              <a:gd name="connsiteX47" fmla="*/ 138997 w 406326"/>
              <a:gd name="connsiteY47" fmla="*/ 168964 h 372465"/>
              <a:gd name="connsiteX48" fmla="*/ 134663 w 406326"/>
              <a:gd name="connsiteY48" fmla="*/ 144076 h 372465"/>
              <a:gd name="connsiteX49" fmla="*/ 210409 w 406326"/>
              <a:gd name="connsiteY49" fmla="*/ 83652 h 372465"/>
              <a:gd name="connsiteX50" fmla="*/ 252058 w 406326"/>
              <a:gd name="connsiteY50" fmla="*/ 60695 h 372465"/>
              <a:gd name="connsiteX51" fmla="*/ 284987 w 406326"/>
              <a:gd name="connsiteY51" fmla="*/ 94166 h 372465"/>
              <a:gd name="connsiteX52" fmla="*/ 284665 w 406326"/>
              <a:gd name="connsiteY52" fmla="*/ 141198 h 372465"/>
              <a:gd name="connsiteX53" fmla="*/ 298700 w 406326"/>
              <a:gd name="connsiteY53" fmla="*/ 147158 h 372465"/>
              <a:gd name="connsiteX54" fmla="*/ 304745 w 406326"/>
              <a:gd name="connsiteY54" fmla="*/ 117259 h 372465"/>
              <a:gd name="connsiteX55" fmla="*/ 257983 w 406326"/>
              <a:gd name="connsiteY55" fmla="*/ 46626 h 372465"/>
              <a:gd name="connsiteX56" fmla="*/ 252058 w 406326"/>
              <a:gd name="connsiteY56" fmla="*/ 60695 h 372465"/>
              <a:gd name="connsiteX57" fmla="*/ 241933 w 406326"/>
              <a:gd name="connsiteY57" fmla="*/ 84719 h 372465"/>
              <a:gd name="connsiteX58" fmla="*/ 260895 w 406326"/>
              <a:gd name="connsiteY58" fmla="*/ 103986 h 372465"/>
              <a:gd name="connsiteX59" fmla="*/ 260726 w 406326"/>
              <a:gd name="connsiteY59" fmla="*/ 131057 h 372465"/>
              <a:gd name="connsiteX60" fmla="*/ 274406 w 406326"/>
              <a:gd name="connsiteY60" fmla="*/ 136864 h 372465"/>
              <a:gd name="connsiteX61" fmla="*/ 274676 w 406326"/>
              <a:gd name="connsiteY61" fmla="*/ 98382 h 372465"/>
              <a:gd name="connsiteX62" fmla="*/ 247706 w 406326"/>
              <a:gd name="connsiteY62" fmla="*/ 70989 h 372465"/>
              <a:gd name="connsiteX63" fmla="*/ 241933 w 406326"/>
              <a:gd name="connsiteY63" fmla="*/ 84719 h 37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06326" h="372465">
                <a:moveTo>
                  <a:pt x="406326" y="372466"/>
                </a:moveTo>
                <a:lnTo>
                  <a:pt x="0" y="372466"/>
                </a:lnTo>
                <a:lnTo>
                  <a:pt x="0" y="147716"/>
                </a:lnTo>
                <a:lnTo>
                  <a:pt x="33861" y="123083"/>
                </a:lnTo>
                <a:lnTo>
                  <a:pt x="33861" y="0"/>
                </a:lnTo>
                <a:lnTo>
                  <a:pt x="372466" y="0"/>
                </a:lnTo>
                <a:lnTo>
                  <a:pt x="372466" y="123117"/>
                </a:lnTo>
                <a:lnTo>
                  <a:pt x="406326" y="147716"/>
                </a:lnTo>
                <a:lnTo>
                  <a:pt x="406326" y="372466"/>
                </a:lnTo>
                <a:close/>
                <a:moveTo>
                  <a:pt x="389396" y="355535"/>
                </a:moveTo>
                <a:lnTo>
                  <a:pt x="389396" y="158603"/>
                </a:lnTo>
                <a:lnTo>
                  <a:pt x="372466" y="145668"/>
                </a:lnTo>
                <a:lnTo>
                  <a:pt x="372466" y="199354"/>
                </a:lnTo>
                <a:lnTo>
                  <a:pt x="203163" y="308114"/>
                </a:lnTo>
                <a:lnTo>
                  <a:pt x="34927" y="199557"/>
                </a:lnTo>
                <a:lnTo>
                  <a:pt x="33861" y="146481"/>
                </a:lnTo>
                <a:lnTo>
                  <a:pt x="16930" y="158450"/>
                </a:lnTo>
                <a:lnTo>
                  <a:pt x="16930" y="355535"/>
                </a:lnTo>
                <a:lnTo>
                  <a:pt x="389396" y="355535"/>
                </a:lnTo>
                <a:close/>
                <a:moveTo>
                  <a:pt x="50791" y="190211"/>
                </a:moveTo>
                <a:lnTo>
                  <a:pt x="50791" y="16930"/>
                </a:lnTo>
                <a:lnTo>
                  <a:pt x="355535" y="16930"/>
                </a:lnTo>
                <a:lnTo>
                  <a:pt x="355535" y="190178"/>
                </a:lnTo>
                <a:lnTo>
                  <a:pt x="203163" y="287814"/>
                </a:lnTo>
                <a:lnTo>
                  <a:pt x="50791" y="190211"/>
                </a:lnTo>
                <a:close/>
                <a:moveTo>
                  <a:pt x="210511" y="50791"/>
                </a:moveTo>
                <a:cubicBezTo>
                  <a:pt x="205466" y="50791"/>
                  <a:pt x="201826" y="55768"/>
                  <a:pt x="203434" y="60610"/>
                </a:cubicBezTo>
                <a:cubicBezTo>
                  <a:pt x="203434" y="60610"/>
                  <a:pt x="192937" y="96604"/>
                  <a:pt x="127197" y="128873"/>
                </a:cubicBezTo>
                <a:cubicBezTo>
                  <a:pt x="114076" y="135323"/>
                  <a:pt x="108015" y="146379"/>
                  <a:pt x="108015" y="157197"/>
                </a:cubicBezTo>
                <a:cubicBezTo>
                  <a:pt x="108015" y="173924"/>
                  <a:pt x="121271" y="185894"/>
                  <a:pt x="138997" y="185894"/>
                </a:cubicBezTo>
                <a:cubicBezTo>
                  <a:pt x="142857" y="185894"/>
                  <a:pt x="146785" y="185302"/>
                  <a:pt x="150612" y="184100"/>
                </a:cubicBezTo>
                <a:lnTo>
                  <a:pt x="180239" y="216792"/>
                </a:lnTo>
                <a:cubicBezTo>
                  <a:pt x="182136" y="218925"/>
                  <a:pt x="184811" y="220093"/>
                  <a:pt x="187570" y="220093"/>
                </a:cubicBezTo>
                <a:cubicBezTo>
                  <a:pt x="188569" y="220093"/>
                  <a:pt x="212492" y="214489"/>
                  <a:pt x="214557" y="213795"/>
                </a:cubicBezTo>
                <a:cubicBezTo>
                  <a:pt x="218299" y="212576"/>
                  <a:pt x="219856" y="208056"/>
                  <a:pt x="217621" y="204771"/>
                </a:cubicBezTo>
                <a:lnTo>
                  <a:pt x="196052" y="171266"/>
                </a:lnTo>
                <a:cubicBezTo>
                  <a:pt x="212695" y="165730"/>
                  <a:pt x="233739" y="166509"/>
                  <a:pt x="247232" y="170538"/>
                </a:cubicBezTo>
                <a:cubicBezTo>
                  <a:pt x="248959" y="175855"/>
                  <a:pt x="254292" y="176075"/>
                  <a:pt x="256663" y="175279"/>
                </a:cubicBezTo>
                <a:cubicBezTo>
                  <a:pt x="260557" y="173975"/>
                  <a:pt x="262673" y="169743"/>
                  <a:pt x="261369" y="165849"/>
                </a:cubicBezTo>
                <a:lnTo>
                  <a:pt x="217571" y="55904"/>
                </a:lnTo>
                <a:cubicBezTo>
                  <a:pt x="216538" y="52772"/>
                  <a:pt x="213643" y="50791"/>
                  <a:pt x="210511" y="50791"/>
                </a:cubicBezTo>
                <a:close/>
                <a:moveTo>
                  <a:pt x="210409" y="83652"/>
                </a:moveTo>
                <a:lnTo>
                  <a:pt x="237379" y="151390"/>
                </a:lnTo>
                <a:cubicBezTo>
                  <a:pt x="207903" y="147547"/>
                  <a:pt x="191989" y="154776"/>
                  <a:pt x="170014" y="162073"/>
                </a:cubicBezTo>
                <a:lnTo>
                  <a:pt x="195087" y="201030"/>
                </a:lnTo>
                <a:lnTo>
                  <a:pt x="189907" y="202232"/>
                </a:lnTo>
                <a:lnTo>
                  <a:pt x="155860" y="164697"/>
                </a:lnTo>
                <a:cubicBezTo>
                  <a:pt x="145312" y="168033"/>
                  <a:pt x="143247" y="168964"/>
                  <a:pt x="138997" y="168964"/>
                </a:cubicBezTo>
                <a:cubicBezTo>
                  <a:pt x="122778" y="168964"/>
                  <a:pt x="119494" y="151526"/>
                  <a:pt x="134663" y="144076"/>
                </a:cubicBezTo>
                <a:cubicBezTo>
                  <a:pt x="178140" y="122727"/>
                  <a:pt x="199845" y="99414"/>
                  <a:pt x="210409" y="83652"/>
                </a:cubicBezTo>
                <a:close/>
                <a:moveTo>
                  <a:pt x="252058" y="60695"/>
                </a:moveTo>
                <a:cubicBezTo>
                  <a:pt x="266516" y="66807"/>
                  <a:pt x="278604" y="78455"/>
                  <a:pt x="284987" y="94166"/>
                </a:cubicBezTo>
                <a:cubicBezTo>
                  <a:pt x="291353" y="109894"/>
                  <a:pt x="290760" y="126740"/>
                  <a:pt x="284665" y="141198"/>
                </a:cubicBezTo>
                <a:lnTo>
                  <a:pt x="298700" y="147158"/>
                </a:lnTo>
                <a:cubicBezTo>
                  <a:pt x="302645" y="137795"/>
                  <a:pt x="304745" y="127620"/>
                  <a:pt x="304745" y="117259"/>
                </a:cubicBezTo>
                <a:cubicBezTo>
                  <a:pt x="304745" y="87106"/>
                  <a:pt x="286917" y="58866"/>
                  <a:pt x="257983" y="46626"/>
                </a:cubicBezTo>
                <a:lnTo>
                  <a:pt x="252058" y="60695"/>
                </a:lnTo>
                <a:close/>
                <a:moveTo>
                  <a:pt x="241933" y="84719"/>
                </a:moveTo>
                <a:cubicBezTo>
                  <a:pt x="250246" y="88224"/>
                  <a:pt x="257238" y="94928"/>
                  <a:pt x="260895" y="103986"/>
                </a:cubicBezTo>
                <a:cubicBezTo>
                  <a:pt x="264569" y="113043"/>
                  <a:pt x="264230" y="122727"/>
                  <a:pt x="260726" y="131057"/>
                </a:cubicBezTo>
                <a:lnTo>
                  <a:pt x="274406" y="136864"/>
                </a:lnTo>
                <a:cubicBezTo>
                  <a:pt x="279383" y="124996"/>
                  <a:pt x="279891" y="111249"/>
                  <a:pt x="274676" y="98382"/>
                </a:cubicBezTo>
                <a:cubicBezTo>
                  <a:pt x="269462" y="85515"/>
                  <a:pt x="259541" y="75983"/>
                  <a:pt x="247706" y="70989"/>
                </a:cubicBezTo>
                <a:lnTo>
                  <a:pt x="241933" y="84719"/>
                </a:lnTo>
                <a:close/>
              </a:path>
            </a:pathLst>
          </a:custGeom>
          <a:solidFill>
            <a:srgbClr val="000000">
              <a:lumMod val="85000"/>
              <a:lumOff val="15000"/>
            </a:srgbClr>
          </a:solidFill>
          <a:ln w="16669" cap="flat">
            <a:noFill/>
            <a:prstDash val="solid"/>
            <a:miter/>
          </a:ln>
        </p:spPr>
        <p:txBody>
          <a:bodyPr lIns="0" tIns="0" rIns="0" bIns="0" rtlCol="0" anchor="ctr"/>
          <a:p>
            <a:endParaRPr lang="en-US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8" name="图形 14"/>
          <p:cNvSpPr/>
          <p:nvPr>
            <p:custDataLst>
              <p:tags r:id="rId26"/>
            </p:custDataLst>
          </p:nvPr>
        </p:nvSpPr>
        <p:spPr>
          <a:xfrm>
            <a:off x="2891790" y="2377123"/>
            <a:ext cx="406326" cy="442453"/>
          </a:xfrm>
          <a:custGeom>
            <a:avLst/>
            <a:gdLst>
              <a:gd name="connsiteX0" fmla="*/ 173755 w 372465"/>
              <a:gd name="connsiteY0" fmla="*/ 67789 h 405581"/>
              <a:gd name="connsiteX1" fmla="*/ 270512 w 372465"/>
              <a:gd name="connsiteY1" fmla="*/ 0 h 405581"/>
              <a:gd name="connsiteX2" fmla="*/ 372466 w 372465"/>
              <a:gd name="connsiteY2" fmla="*/ 99042 h 405581"/>
              <a:gd name="connsiteX3" fmla="*/ 330462 w 372465"/>
              <a:gd name="connsiteY3" fmla="*/ 187113 h 405581"/>
              <a:gd name="connsiteX4" fmla="*/ 337860 w 372465"/>
              <a:gd name="connsiteY4" fmla="*/ 236651 h 405581"/>
              <a:gd name="connsiteX5" fmla="*/ 169607 w 372465"/>
              <a:gd name="connsiteY5" fmla="*/ 405581 h 405581"/>
              <a:gd name="connsiteX6" fmla="*/ 168930 w 372465"/>
              <a:gd name="connsiteY6" fmla="*/ 405581 h 405581"/>
              <a:gd name="connsiteX7" fmla="*/ 0 w 372465"/>
              <a:gd name="connsiteY7" fmla="*/ 236651 h 405581"/>
              <a:gd name="connsiteX8" fmla="*/ 168930 w 372465"/>
              <a:gd name="connsiteY8" fmla="*/ 67721 h 405581"/>
              <a:gd name="connsiteX9" fmla="*/ 169607 w 372465"/>
              <a:gd name="connsiteY9" fmla="*/ 67721 h 405581"/>
              <a:gd name="connsiteX10" fmla="*/ 173755 w 372465"/>
              <a:gd name="connsiteY10" fmla="*/ 67789 h 405581"/>
              <a:gd name="connsiteX11" fmla="*/ 221719 w 372465"/>
              <a:gd name="connsiteY11" fmla="*/ 304745 h 405581"/>
              <a:gd name="connsiteX12" fmla="*/ 116886 w 372465"/>
              <a:gd name="connsiteY12" fmla="*/ 304745 h 405581"/>
              <a:gd name="connsiteX13" fmla="*/ 169303 w 372465"/>
              <a:gd name="connsiteY13" fmla="*/ 388651 h 405581"/>
              <a:gd name="connsiteX14" fmla="*/ 221719 w 372465"/>
              <a:gd name="connsiteY14" fmla="*/ 304745 h 405581"/>
              <a:gd name="connsiteX15" fmla="*/ 99567 w 372465"/>
              <a:gd name="connsiteY15" fmla="*/ 304745 h 405581"/>
              <a:gd name="connsiteX16" fmla="*/ 32421 w 372465"/>
              <a:gd name="connsiteY16" fmla="*/ 304745 h 405581"/>
              <a:gd name="connsiteX17" fmla="*/ 132936 w 372465"/>
              <a:gd name="connsiteY17" fmla="*/ 385112 h 405581"/>
              <a:gd name="connsiteX18" fmla="*/ 99567 w 372465"/>
              <a:gd name="connsiteY18" fmla="*/ 304745 h 405581"/>
              <a:gd name="connsiteX19" fmla="*/ 305439 w 372465"/>
              <a:gd name="connsiteY19" fmla="*/ 304745 h 405581"/>
              <a:gd name="connsiteX20" fmla="*/ 239038 w 372465"/>
              <a:gd name="connsiteY20" fmla="*/ 304745 h 405581"/>
              <a:gd name="connsiteX21" fmla="*/ 205855 w 372465"/>
              <a:gd name="connsiteY21" fmla="*/ 384875 h 405581"/>
              <a:gd name="connsiteX22" fmla="*/ 305439 w 372465"/>
              <a:gd name="connsiteY22" fmla="*/ 304745 h 405581"/>
              <a:gd name="connsiteX23" fmla="*/ 209749 w 372465"/>
              <a:gd name="connsiteY23" fmla="*/ 186233 h 405581"/>
              <a:gd name="connsiteX24" fmla="*/ 113704 w 372465"/>
              <a:gd name="connsiteY24" fmla="*/ 186233 h 405581"/>
              <a:gd name="connsiteX25" fmla="*/ 110047 w 372465"/>
              <a:gd name="connsiteY25" fmla="*/ 236668 h 405581"/>
              <a:gd name="connsiteX26" fmla="*/ 113805 w 372465"/>
              <a:gd name="connsiteY26" fmla="*/ 287814 h 405581"/>
              <a:gd name="connsiteX27" fmla="*/ 224800 w 372465"/>
              <a:gd name="connsiteY27" fmla="*/ 287814 h 405581"/>
              <a:gd name="connsiteX28" fmla="*/ 228558 w 372465"/>
              <a:gd name="connsiteY28" fmla="*/ 236668 h 405581"/>
              <a:gd name="connsiteX29" fmla="*/ 227001 w 372465"/>
              <a:gd name="connsiteY29" fmla="*/ 203502 h 405581"/>
              <a:gd name="connsiteX30" fmla="*/ 209749 w 372465"/>
              <a:gd name="connsiteY30" fmla="*/ 186233 h 405581"/>
              <a:gd name="connsiteX31" fmla="*/ 316951 w 372465"/>
              <a:gd name="connsiteY31" fmla="*/ 200725 h 405581"/>
              <a:gd name="connsiteX32" fmla="*/ 270512 w 372465"/>
              <a:gd name="connsiteY32" fmla="*/ 242153 h 405581"/>
              <a:gd name="connsiteX33" fmla="*/ 245116 w 372465"/>
              <a:gd name="connsiteY33" fmla="*/ 220026 h 405581"/>
              <a:gd name="connsiteX34" fmla="*/ 245489 w 372465"/>
              <a:gd name="connsiteY34" fmla="*/ 236668 h 405581"/>
              <a:gd name="connsiteX35" fmla="*/ 241933 w 372465"/>
              <a:gd name="connsiteY35" fmla="*/ 287814 h 405581"/>
              <a:gd name="connsiteX36" fmla="*/ 312617 w 372465"/>
              <a:gd name="connsiteY36" fmla="*/ 287814 h 405581"/>
              <a:gd name="connsiteX37" fmla="*/ 321302 w 372465"/>
              <a:gd name="connsiteY37" fmla="*/ 237024 h 405581"/>
              <a:gd name="connsiteX38" fmla="*/ 316951 w 372465"/>
              <a:gd name="connsiteY38" fmla="*/ 200725 h 405581"/>
              <a:gd name="connsiteX39" fmla="*/ 96570 w 372465"/>
              <a:gd name="connsiteY39" fmla="*/ 186233 h 405581"/>
              <a:gd name="connsiteX40" fmla="*/ 25243 w 372465"/>
              <a:gd name="connsiteY40" fmla="*/ 186233 h 405581"/>
              <a:gd name="connsiteX41" fmla="*/ 16558 w 372465"/>
              <a:gd name="connsiteY41" fmla="*/ 237024 h 405581"/>
              <a:gd name="connsiteX42" fmla="*/ 25243 w 372465"/>
              <a:gd name="connsiteY42" fmla="*/ 287814 h 405581"/>
              <a:gd name="connsiteX43" fmla="*/ 96672 w 372465"/>
              <a:gd name="connsiteY43" fmla="*/ 287814 h 405581"/>
              <a:gd name="connsiteX44" fmla="*/ 93116 w 372465"/>
              <a:gd name="connsiteY44" fmla="*/ 236668 h 405581"/>
              <a:gd name="connsiteX45" fmla="*/ 96570 w 372465"/>
              <a:gd name="connsiteY45" fmla="*/ 186233 h 405581"/>
              <a:gd name="connsiteX46" fmla="*/ 270512 w 372465"/>
              <a:gd name="connsiteY46" fmla="*/ 16930 h 405581"/>
              <a:gd name="connsiteX47" fmla="*/ 355535 w 372465"/>
              <a:gd name="connsiteY47" fmla="*/ 99042 h 405581"/>
              <a:gd name="connsiteX48" fmla="*/ 270512 w 372465"/>
              <a:gd name="connsiteY48" fmla="*/ 219772 h 405581"/>
              <a:gd name="connsiteX49" fmla="*/ 185505 w 372465"/>
              <a:gd name="connsiteY49" fmla="*/ 99042 h 405581"/>
              <a:gd name="connsiteX50" fmla="*/ 270512 w 372465"/>
              <a:gd name="connsiteY50" fmla="*/ 16930 h 405581"/>
              <a:gd name="connsiteX51" fmla="*/ 270884 w 372465"/>
              <a:gd name="connsiteY51" fmla="*/ 33861 h 405581"/>
              <a:gd name="connsiteX52" fmla="*/ 338605 w 372465"/>
              <a:gd name="connsiteY52" fmla="*/ 101582 h 405581"/>
              <a:gd name="connsiteX53" fmla="*/ 270884 w 372465"/>
              <a:gd name="connsiteY53" fmla="*/ 169303 h 405581"/>
              <a:gd name="connsiteX54" fmla="*/ 203163 w 372465"/>
              <a:gd name="connsiteY54" fmla="*/ 101582 h 405581"/>
              <a:gd name="connsiteX55" fmla="*/ 270884 w 372465"/>
              <a:gd name="connsiteY55" fmla="*/ 33861 h 405581"/>
              <a:gd name="connsiteX56" fmla="*/ 169641 w 372465"/>
              <a:gd name="connsiteY56" fmla="*/ 84651 h 405581"/>
              <a:gd name="connsiteX57" fmla="*/ 169201 w 372465"/>
              <a:gd name="connsiteY57" fmla="*/ 84651 h 405581"/>
              <a:gd name="connsiteX58" fmla="*/ 116734 w 372465"/>
              <a:gd name="connsiteY58" fmla="*/ 169303 h 405581"/>
              <a:gd name="connsiteX59" fmla="*/ 195257 w 372465"/>
              <a:gd name="connsiteY59" fmla="*/ 169303 h 405581"/>
              <a:gd name="connsiteX60" fmla="*/ 168575 w 372465"/>
              <a:gd name="connsiteY60" fmla="*/ 99042 h 405581"/>
              <a:gd name="connsiteX61" fmla="*/ 169641 w 372465"/>
              <a:gd name="connsiteY61" fmla="*/ 84651 h 405581"/>
              <a:gd name="connsiteX62" fmla="*/ 132174 w 372465"/>
              <a:gd name="connsiteY62" fmla="*/ 89121 h 405581"/>
              <a:gd name="connsiteX63" fmla="*/ 32421 w 372465"/>
              <a:gd name="connsiteY63" fmla="*/ 169303 h 405581"/>
              <a:gd name="connsiteX64" fmla="*/ 99414 w 372465"/>
              <a:gd name="connsiteY64" fmla="*/ 169303 h 405581"/>
              <a:gd name="connsiteX65" fmla="*/ 132174 w 372465"/>
              <a:gd name="connsiteY65" fmla="*/ 89121 h 405581"/>
              <a:gd name="connsiteX66" fmla="*/ 278994 w 372465"/>
              <a:gd name="connsiteY66" fmla="*/ 84651 h 405581"/>
              <a:gd name="connsiteX67" fmla="*/ 262063 w 372465"/>
              <a:gd name="connsiteY67" fmla="*/ 84651 h 405581"/>
              <a:gd name="connsiteX68" fmla="*/ 262063 w 372465"/>
              <a:gd name="connsiteY68" fmla="*/ 51553 h 405581"/>
              <a:gd name="connsiteX69" fmla="*/ 220804 w 372465"/>
              <a:gd name="connsiteY69" fmla="*/ 93116 h 405581"/>
              <a:gd name="connsiteX70" fmla="*/ 253954 w 372465"/>
              <a:gd name="connsiteY70" fmla="*/ 93116 h 405581"/>
              <a:gd name="connsiteX71" fmla="*/ 253954 w 372465"/>
              <a:gd name="connsiteY71" fmla="*/ 110047 h 405581"/>
              <a:gd name="connsiteX72" fmla="*/ 220804 w 372465"/>
              <a:gd name="connsiteY72" fmla="*/ 110047 h 405581"/>
              <a:gd name="connsiteX73" fmla="*/ 262063 w 372465"/>
              <a:gd name="connsiteY73" fmla="*/ 151610 h 405581"/>
              <a:gd name="connsiteX74" fmla="*/ 262063 w 372465"/>
              <a:gd name="connsiteY74" fmla="*/ 118512 h 405581"/>
              <a:gd name="connsiteX75" fmla="*/ 278994 w 372465"/>
              <a:gd name="connsiteY75" fmla="*/ 118512 h 405581"/>
              <a:gd name="connsiteX76" fmla="*/ 278994 w 372465"/>
              <a:gd name="connsiteY76" fmla="*/ 151729 h 405581"/>
              <a:gd name="connsiteX77" fmla="*/ 320964 w 372465"/>
              <a:gd name="connsiteY77" fmla="*/ 110047 h 405581"/>
              <a:gd name="connsiteX78" fmla="*/ 287814 w 372465"/>
              <a:gd name="connsiteY78" fmla="*/ 110047 h 405581"/>
              <a:gd name="connsiteX79" fmla="*/ 287814 w 372465"/>
              <a:gd name="connsiteY79" fmla="*/ 93116 h 405581"/>
              <a:gd name="connsiteX80" fmla="*/ 320964 w 372465"/>
              <a:gd name="connsiteY80" fmla="*/ 93116 h 405581"/>
              <a:gd name="connsiteX81" fmla="*/ 278994 w 372465"/>
              <a:gd name="connsiteY81" fmla="*/ 51434 h 405581"/>
              <a:gd name="connsiteX82" fmla="*/ 278994 w 372465"/>
              <a:gd name="connsiteY82" fmla="*/ 84651 h 405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372465" h="405581">
                <a:moveTo>
                  <a:pt x="173755" y="67789"/>
                </a:moveTo>
                <a:cubicBezTo>
                  <a:pt x="187215" y="28409"/>
                  <a:pt x="225443" y="0"/>
                  <a:pt x="270512" y="0"/>
                </a:cubicBezTo>
                <a:cubicBezTo>
                  <a:pt x="326822" y="0"/>
                  <a:pt x="372466" y="44357"/>
                  <a:pt x="372466" y="99042"/>
                </a:cubicBezTo>
                <a:cubicBezTo>
                  <a:pt x="372466" y="132665"/>
                  <a:pt x="356111" y="159872"/>
                  <a:pt x="330462" y="187113"/>
                </a:cubicBezTo>
                <a:cubicBezTo>
                  <a:pt x="335270" y="202774"/>
                  <a:pt x="337860" y="219416"/>
                  <a:pt x="337860" y="236651"/>
                </a:cubicBezTo>
                <a:cubicBezTo>
                  <a:pt x="337860" y="329666"/>
                  <a:pt x="262537" y="405209"/>
                  <a:pt x="169607" y="405581"/>
                </a:cubicBezTo>
                <a:lnTo>
                  <a:pt x="168930" y="405581"/>
                </a:lnTo>
                <a:cubicBezTo>
                  <a:pt x="75695" y="405581"/>
                  <a:pt x="0" y="329886"/>
                  <a:pt x="0" y="236651"/>
                </a:cubicBezTo>
                <a:cubicBezTo>
                  <a:pt x="0" y="143416"/>
                  <a:pt x="75695" y="67721"/>
                  <a:pt x="168930" y="67721"/>
                </a:cubicBezTo>
                <a:lnTo>
                  <a:pt x="169607" y="67721"/>
                </a:lnTo>
                <a:lnTo>
                  <a:pt x="173755" y="67789"/>
                </a:lnTo>
                <a:close/>
                <a:moveTo>
                  <a:pt x="221719" y="304745"/>
                </a:moveTo>
                <a:lnTo>
                  <a:pt x="116886" y="304745"/>
                </a:lnTo>
                <a:cubicBezTo>
                  <a:pt x="127620" y="355451"/>
                  <a:pt x="149308" y="388651"/>
                  <a:pt x="169303" y="388651"/>
                </a:cubicBezTo>
                <a:cubicBezTo>
                  <a:pt x="189297" y="388651"/>
                  <a:pt x="210985" y="355451"/>
                  <a:pt x="221719" y="304745"/>
                </a:cubicBezTo>
                <a:close/>
                <a:moveTo>
                  <a:pt x="99567" y="304745"/>
                </a:moveTo>
                <a:lnTo>
                  <a:pt x="32421" y="304745"/>
                </a:lnTo>
                <a:cubicBezTo>
                  <a:pt x="52196" y="344497"/>
                  <a:pt x="88833" y="374412"/>
                  <a:pt x="132936" y="385112"/>
                </a:cubicBezTo>
                <a:cubicBezTo>
                  <a:pt x="118190" y="367302"/>
                  <a:pt x="106390" y="339011"/>
                  <a:pt x="99567" y="304745"/>
                </a:cubicBezTo>
                <a:close/>
                <a:moveTo>
                  <a:pt x="305439" y="304745"/>
                </a:moveTo>
                <a:lnTo>
                  <a:pt x="239038" y="304745"/>
                </a:lnTo>
                <a:cubicBezTo>
                  <a:pt x="232249" y="338859"/>
                  <a:pt x="220517" y="367065"/>
                  <a:pt x="205855" y="384875"/>
                </a:cubicBezTo>
                <a:cubicBezTo>
                  <a:pt x="249552" y="373989"/>
                  <a:pt x="285800" y="344226"/>
                  <a:pt x="305439" y="304745"/>
                </a:cubicBezTo>
                <a:close/>
                <a:moveTo>
                  <a:pt x="209749" y="186233"/>
                </a:moveTo>
                <a:lnTo>
                  <a:pt x="113704" y="186233"/>
                </a:lnTo>
                <a:cubicBezTo>
                  <a:pt x="111367" y="201876"/>
                  <a:pt x="110047" y="218807"/>
                  <a:pt x="110047" y="236668"/>
                </a:cubicBezTo>
                <a:cubicBezTo>
                  <a:pt x="110047" y="254800"/>
                  <a:pt x="111401" y="271984"/>
                  <a:pt x="113805" y="287814"/>
                </a:cubicBezTo>
                <a:lnTo>
                  <a:pt x="224800" y="287814"/>
                </a:lnTo>
                <a:cubicBezTo>
                  <a:pt x="227204" y="271984"/>
                  <a:pt x="228558" y="254800"/>
                  <a:pt x="228558" y="236668"/>
                </a:cubicBezTo>
                <a:cubicBezTo>
                  <a:pt x="228558" y="225189"/>
                  <a:pt x="228017" y="214117"/>
                  <a:pt x="227001" y="203502"/>
                </a:cubicBezTo>
                <a:cubicBezTo>
                  <a:pt x="220889" y="197711"/>
                  <a:pt x="215116" y="191972"/>
                  <a:pt x="209749" y="186233"/>
                </a:cubicBezTo>
                <a:close/>
                <a:moveTo>
                  <a:pt x="316951" y="200725"/>
                </a:moveTo>
                <a:cubicBezTo>
                  <a:pt x="303102" y="214032"/>
                  <a:pt x="287357" y="227593"/>
                  <a:pt x="270512" y="242153"/>
                </a:cubicBezTo>
                <a:cubicBezTo>
                  <a:pt x="261708" y="234535"/>
                  <a:pt x="253209" y="227204"/>
                  <a:pt x="245116" y="220026"/>
                </a:cubicBezTo>
                <a:cubicBezTo>
                  <a:pt x="245370" y="225511"/>
                  <a:pt x="245489" y="231047"/>
                  <a:pt x="245489" y="236668"/>
                </a:cubicBezTo>
                <a:cubicBezTo>
                  <a:pt x="245489" y="254496"/>
                  <a:pt x="244236" y="271680"/>
                  <a:pt x="241933" y="287814"/>
                </a:cubicBezTo>
                <a:lnTo>
                  <a:pt x="312617" y="287814"/>
                </a:lnTo>
                <a:cubicBezTo>
                  <a:pt x="318238" y="271917"/>
                  <a:pt x="321302" y="254834"/>
                  <a:pt x="321302" y="237024"/>
                </a:cubicBezTo>
                <a:cubicBezTo>
                  <a:pt x="321302" y="224512"/>
                  <a:pt x="319796" y="212356"/>
                  <a:pt x="316951" y="200725"/>
                </a:cubicBezTo>
                <a:close/>
                <a:moveTo>
                  <a:pt x="96570" y="186233"/>
                </a:moveTo>
                <a:lnTo>
                  <a:pt x="25243" y="186233"/>
                </a:lnTo>
                <a:cubicBezTo>
                  <a:pt x="19622" y="202130"/>
                  <a:pt x="16558" y="219213"/>
                  <a:pt x="16558" y="237024"/>
                </a:cubicBezTo>
                <a:cubicBezTo>
                  <a:pt x="16558" y="254834"/>
                  <a:pt x="19622" y="271917"/>
                  <a:pt x="25243" y="287814"/>
                </a:cubicBezTo>
                <a:lnTo>
                  <a:pt x="96672" y="287814"/>
                </a:lnTo>
                <a:cubicBezTo>
                  <a:pt x="94369" y="271680"/>
                  <a:pt x="93116" y="254496"/>
                  <a:pt x="93116" y="236668"/>
                </a:cubicBezTo>
                <a:cubicBezTo>
                  <a:pt x="93116" y="219111"/>
                  <a:pt x="94335" y="202164"/>
                  <a:pt x="96570" y="186233"/>
                </a:cubicBezTo>
                <a:close/>
                <a:moveTo>
                  <a:pt x="270512" y="16930"/>
                </a:moveTo>
                <a:cubicBezTo>
                  <a:pt x="317408" y="16930"/>
                  <a:pt x="355535" y="53770"/>
                  <a:pt x="355535" y="99042"/>
                </a:cubicBezTo>
                <a:cubicBezTo>
                  <a:pt x="355535" y="143552"/>
                  <a:pt x="320388" y="176481"/>
                  <a:pt x="270512" y="219772"/>
                </a:cubicBezTo>
                <a:cubicBezTo>
                  <a:pt x="220635" y="176481"/>
                  <a:pt x="185505" y="143552"/>
                  <a:pt x="185505" y="99042"/>
                </a:cubicBezTo>
                <a:cubicBezTo>
                  <a:pt x="185505" y="53770"/>
                  <a:pt x="223632" y="16930"/>
                  <a:pt x="270512" y="16930"/>
                </a:cubicBezTo>
                <a:close/>
                <a:moveTo>
                  <a:pt x="270884" y="33861"/>
                </a:moveTo>
                <a:cubicBezTo>
                  <a:pt x="308266" y="33861"/>
                  <a:pt x="338605" y="64200"/>
                  <a:pt x="338605" y="101582"/>
                </a:cubicBezTo>
                <a:cubicBezTo>
                  <a:pt x="338605" y="138964"/>
                  <a:pt x="308266" y="169303"/>
                  <a:pt x="270884" y="169303"/>
                </a:cubicBezTo>
                <a:cubicBezTo>
                  <a:pt x="233502" y="169303"/>
                  <a:pt x="203163" y="138964"/>
                  <a:pt x="203163" y="101582"/>
                </a:cubicBezTo>
                <a:cubicBezTo>
                  <a:pt x="203163" y="64200"/>
                  <a:pt x="233502" y="33861"/>
                  <a:pt x="270884" y="33861"/>
                </a:cubicBezTo>
                <a:close/>
                <a:moveTo>
                  <a:pt x="169641" y="84651"/>
                </a:moveTo>
                <a:lnTo>
                  <a:pt x="169201" y="84651"/>
                </a:lnTo>
                <a:cubicBezTo>
                  <a:pt x="149156" y="84753"/>
                  <a:pt x="127400" y="118258"/>
                  <a:pt x="116734" y="169303"/>
                </a:cubicBezTo>
                <a:lnTo>
                  <a:pt x="195257" y="169303"/>
                </a:lnTo>
                <a:cubicBezTo>
                  <a:pt x="178597" y="147750"/>
                  <a:pt x="168575" y="125369"/>
                  <a:pt x="168575" y="99042"/>
                </a:cubicBezTo>
                <a:cubicBezTo>
                  <a:pt x="168575" y="94149"/>
                  <a:pt x="168947" y="89358"/>
                  <a:pt x="169641" y="84651"/>
                </a:cubicBezTo>
                <a:close/>
                <a:moveTo>
                  <a:pt x="132174" y="89121"/>
                </a:moveTo>
                <a:cubicBezTo>
                  <a:pt x="88410" y="99973"/>
                  <a:pt x="52077" y="129770"/>
                  <a:pt x="32421" y="169303"/>
                </a:cubicBezTo>
                <a:lnTo>
                  <a:pt x="99414" y="169303"/>
                </a:lnTo>
                <a:cubicBezTo>
                  <a:pt x="106102" y="135307"/>
                  <a:pt x="117682" y="107101"/>
                  <a:pt x="132174" y="89121"/>
                </a:cubicBezTo>
                <a:close/>
                <a:moveTo>
                  <a:pt x="278994" y="84651"/>
                </a:moveTo>
                <a:lnTo>
                  <a:pt x="262063" y="84651"/>
                </a:lnTo>
                <a:lnTo>
                  <a:pt x="262063" y="51553"/>
                </a:lnTo>
                <a:cubicBezTo>
                  <a:pt x="240968" y="55260"/>
                  <a:pt x="224343" y="71987"/>
                  <a:pt x="220804" y="93116"/>
                </a:cubicBezTo>
                <a:lnTo>
                  <a:pt x="253954" y="93116"/>
                </a:lnTo>
                <a:lnTo>
                  <a:pt x="253954" y="110047"/>
                </a:lnTo>
                <a:lnTo>
                  <a:pt x="220804" y="110047"/>
                </a:lnTo>
                <a:cubicBezTo>
                  <a:pt x="224343" y="131176"/>
                  <a:pt x="240968" y="147903"/>
                  <a:pt x="262063" y="151610"/>
                </a:cubicBezTo>
                <a:lnTo>
                  <a:pt x="262063" y="118512"/>
                </a:lnTo>
                <a:lnTo>
                  <a:pt x="278994" y="118512"/>
                </a:lnTo>
                <a:lnTo>
                  <a:pt x="278994" y="151729"/>
                </a:lnTo>
                <a:cubicBezTo>
                  <a:pt x="300410" y="148292"/>
                  <a:pt x="317374" y="131430"/>
                  <a:pt x="320964" y="110047"/>
                </a:cubicBezTo>
                <a:lnTo>
                  <a:pt x="287814" y="110047"/>
                </a:lnTo>
                <a:lnTo>
                  <a:pt x="287814" y="93116"/>
                </a:lnTo>
                <a:lnTo>
                  <a:pt x="320964" y="93116"/>
                </a:lnTo>
                <a:cubicBezTo>
                  <a:pt x="317374" y="71733"/>
                  <a:pt x="300410" y="54871"/>
                  <a:pt x="278994" y="51434"/>
                </a:cubicBezTo>
                <a:lnTo>
                  <a:pt x="278994" y="84651"/>
                </a:lnTo>
                <a:close/>
              </a:path>
            </a:pathLst>
          </a:custGeom>
          <a:solidFill>
            <a:srgbClr val="000000">
              <a:lumMod val="85000"/>
              <a:lumOff val="15000"/>
            </a:srgbClr>
          </a:solidFill>
          <a:ln w="16669" cap="flat">
            <a:noFill/>
            <a:prstDash val="solid"/>
            <a:miter/>
          </a:ln>
        </p:spPr>
        <p:txBody>
          <a:bodyPr lIns="0" tIns="0" rIns="0" bIns="0" rtlCol="0" anchor="ctr"/>
          <a:p>
            <a:endParaRPr lang="en-US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7" name="图形 16"/>
          <p:cNvSpPr/>
          <p:nvPr>
            <p:custDataLst>
              <p:tags r:id="rId27"/>
            </p:custDataLst>
          </p:nvPr>
        </p:nvSpPr>
        <p:spPr>
          <a:xfrm>
            <a:off x="5902325" y="2409508"/>
            <a:ext cx="406326" cy="406326"/>
          </a:xfrm>
          <a:custGeom>
            <a:avLst/>
            <a:gdLst>
              <a:gd name="connsiteX0" fmla="*/ 203163 w 406326"/>
              <a:gd name="connsiteY0" fmla="*/ 0 h 406326"/>
              <a:gd name="connsiteX1" fmla="*/ 406326 w 406326"/>
              <a:gd name="connsiteY1" fmla="*/ 203163 h 406326"/>
              <a:gd name="connsiteX2" fmla="*/ 203163 w 406326"/>
              <a:gd name="connsiteY2" fmla="*/ 406326 h 406326"/>
              <a:gd name="connsiteX3" fmla="*/ 0 w 406326"/>
              <a:gd name="connsiteY3" fmla="*/ 203163 h 406326"/>
              <a:gd name="connsiteX4" fmla="*/ 203163 w 406326"/>
              <a:gd name="connsiteY4" fmla="*/ 0 h 406326"/>
              <a:gd name="connsiteX5" fmla="*/ 212204 w 406326"/>
              <a:gd name="connsiteY5" fmla="*/ 67840 h 406326"/>
              <a:gd name="connsiteX6" fmla="*/ 194867 w 406326"/>
              <a:gd name="connsiteY6" fmla="*/ 67840 h 406326"/>
              <a:gd name="connsiteX7" fmla="*/ 194867 w 406326"/>
              <a:gd name="connsiteY7" fmla="*/ 16778 h 406326"/>
              <a:gd name="connsiteX8" fmla="*/ 16778 w 406326"/>
              <a:gd name="connsiteY8" fmla="*/ 194867 h 406326"/>
              <a:gd name="connsiteX9" fmla="*/ 67840 w 406326"/>
              <a:gd name="connsiteY9" fmla="*/ 194867 h 406326"/>
              <a:gd name="connsiteX10" fmla="*/ 67840 w 406326"/>
              <a:gd name="connsiteY10" fmla="*/ 212204 h 406326"/>
              <a:gd name="connsiteX11" fmla="*/ 16812 w 406326"/>
              <a:gd name="connsiteY11" fmla="*/ 212204 h 406326"/>
              <a:gd name="connsiteX12" fmla="*/ 194867 w 406326"/>
              <a:gd name="connsiteY12" fmla="*/ 389548 h 406326"/>
              <a:gd name="connsiteX13" fmla="*/ 194867 w 406326"/>
              <a:gd name="connsiteY13" fmla="*/ 339231 h 406326"/>
              <a:gd name="connsiteX14" fmla="*/ 212204 w 406326"/>
              <a:gd name="connsiteY14" fmla="*/ 339231 h 406326"/>
              <a:gd name="connsiteX15" fmla="*/ 212204 w 406326"/>
              <a:gd name="connsiteY15" fmla="*/ 389514 h 406326"/>
              <a:gd name="connsiteX16" fmla="*/ 389514 w 406326"/>
              <a:gd name="connsiteY16" fmla="*/ 212204 h 406326"/>
              <a:gd name="connsiteX17" fmla="*/ 339231 w 406326"/>
              <a:gd name="connsiteY17" fmla="*/ 212204 h 406326"/>
              <a:gd name="connsiteX18" fmla="*/ 339231 w 406326"/>
              <a:gd name="connsiteY18" fmla="*/ 194867 h 406326"/>
              <a:gd name="connsiteX19" fmla="*/ 389548 w 406326"/>
              <a:gd name="connsiteY19" fmla="*/ 194867 h 406326"/>
              <a:gd name="connsiteX20" fmla="*/ 212204 w 406326"/>
              <a:gd name="connsiteY20" fmla="*/ 16812 h 406326"/>
              <a:gd name="connsiteX21" fmla="*/ 212204 w 406326"/>
              <a:gd name="connsiteY21" fmla="*/ 67840 h 406326"/>
              <a:gd name="connsiteX22" fmla="*/ 321658 w 406326"/>
              <a:gd name="connsiteY22" fmla="*/ 287814 h 406326"/>
              <a:gd name="connsiteX23" fmla="*/ 84702 w 406326"/>
              <a:gd name="connsiteY23" fmla="*/ 287814 h 406326"/>
              <a:gd name="connsiteX24" fmla="*/ 84668 w 406326"/>
              <a:gd name="connsiteY24" fmla="*/ 270495 h 406326"/>
              <a:gd name="connsiteX25" fmla="*/ 102005 w 406326"/>
              <a:gd name="connsiteY25" fmla="*/ 242543 h 406326"/>
              <a:gd name="connsiteX26" fmla="*/ 123235 w 406326"/>
              <a:gd name="connsiteY26" fmla="*/ 218468 h 406326"/>
              <a:gd name="connsiteX27" fmla="*/ 148969 w 406326"/>
              <a:gd name="connsiteY27" fmla="*/ 143907 h 406326"/>
              <a:gd name="connsiteX28" fmla="*/ 174737 w 406326"/>
              <a:gd name="connsiteY28" fmla="*/ 218468 h 406326"/>
              <a:gd name="connsiteX29" fmla="*/ 176532 w 406326"/>
              <a:gd name="connsiteY29" fmla="*/ 235957 h 406326"/>
              <a:gd name="connsiteX30" fmla="*/ 191667 w 406326"/>
              <a:gd name="connsiteY30" fmla="*/ 229236 h 406326"/>
              <a:gd name="connsiteX31" fmla="*/ 219145 w 406326"/>
              <a:gd name="connsiteY31" fmla="*/ 198067 h 406326"/>
              <a:gd name="connsiteX32" fmla="*/ 245472 w 406326"/>
              <a:gd name="connsiteY32" fmla="*/ 101582 h 406326"/>
              <a:gd name="connsiteX33" fmla="*/ 271832 w 406326"/>
              <a:gd name="connsiteY33" fmla="*/ 198067 h 406326"/>
              <a:gd name="connsiteX34" fmla="*/ 299259 w 406326"/>
              <a:gd name="connsiteY34" fmla="*/ 229236 h 406326"/>
              <a:gd name="connsiteX35" fmla="*/ 321658 w 406326"/>
              <a:gd name="connsiteY35" fmla="*/ 270884 h 406326"/>
              <a:gd name="connsiteX36" fmla="*/ 321658 w 406326"/>
              <a:gd name="connsiteY36" fmla="*/ 287814 h 406326"/>
              <a:gd name="connsiteX37" fmla="*/ 169641 w 406326"/>
              <a:gd name="connsiteY37" fmla="*/ 251584 h 406326"/>
              <a:gd name="connsiteX38" fmla="*/ 157096 w 406326"/>
              <a:gd name="connsiteY38" fmla="*/ 238480 h 406326"/>
              <a:gd name="connsiteX39" fmla="*/ 159855 w 406326"/>
              <a:gd name="connsiteY39" fmla="*/ 210392 h 406326"/>
              <a:gd name="connsiteX40" fmla="*/ 166018 w 406326"/>
              <a:gd name="connsiteY40" fmla="*/ 169523 h 406326"/>
              <a:gd name="connsiteX41" fmla="*/ 132073 w 406326"/>
              <a:gd name="connsiteY41" fmla="*/ 169319 h 406326"/>
              <a:gd name="connsiteX42" fmla="*/ 138202 w 406326"/>
              <a:gd name="connsiteY42" fmla="*/ 210562 h 406326"/>
              <a:gd name="connsiteX43" fmla="*/ 140775 w 406326"/>
              <a:gd name="connsiteY43" fmla="*/ 238615 h 406326"/>
              <a:gd name="connsiteX44" fmla="*/ 106542 w 406326"/>
              <a:gd name="connsiteY44" fmla="*/ 258880 h 406326"/>
              <a:gd name="connsiteX45" fmla="*/ 101649 w 406326"/>
              <a:gd name="connsiteY45" fmla="*/ 264654 h 406326"/>
              <a:gd name="connsiteX46" fmla="*/ 101615 w 406326"/>
              <a:gd name="connsiteY46" fmla="*/ 270884 h 406326"/>
              <a:gd name="connsiteX47" fmla="*/ 169286 w 406326"/>
              <a:gd name="connsiteY47" fmla="*/ 270884 h 406326"/>
              <a:gd name="connsiteX48" fmla="*/ 169641 w 406326"/>
              <a:gd name="connsiteY48" fmla="*/ 251584 h 406326"/>
              <a:gd name="connsiteX49" fmla="*/ 304728 w 406326"/>
              <a:gd name="connsiteY49" fmla="*/ 270884 h 406326"/>
              <a:gd name="connsiteX50" fmla="*/ 295433 w 406326"/>
              <a:gd name="connsiteY50" fmla="*/ 245743 h 406326"/>
              <a:gd name="connsiteX51" fmla="*/ 256950 w 406326"/>
              <a:gd name="connsiteY51" fmla="*/ 189991 h 406326"/>
              <a:gd name="connsiteX52" fmla="*/ 267024 w 406326"/>
              <a:gd name="connsiteY52" fmla="*/ 129127 h 406326"/>
              <a:gd name="connsiteX53" fmla="*/ 224123 w 406326"/>
              <a:gd name="connsiteY53" fmla="*/ 128907 h 406326"/>
              <a:gd name="connsiteX54" fmla="*/ 234112 w 406326"/>
              <a:gd name="connsiteY54" fmla="*/ 190144 h 406326"/>
              <a:gd name="connsiteX55" fmla="*/ 195477 w 406326"/>
              <a:gd name="connsiteY55" fmla="*/ 245743 h 406326"/>
              <a:gd name="connsiteX56" fmla="*/ 186216 w 406326"/>
              <a:gd name="connsiteY56" fmla="*/ 270884 h 406326"/>
              <a:gd name="connsiteX57" fmla="*/ 304728 w 406326"/>
              <a:gd name="connsiteY57" fmla="*/ 270884 h 406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06326" h="406326">
                <a:moveTo>
                  <a:pt x="203163" y="0"/>
                </a:moveTo>
                <a:cubicBezTo>
                  <a:pt x="315292" y="0"/>
                  <a:pt x="406326" y="91034"/>
                  <a:pt x="406326" y="203163"/>
                </a:cubicBezTo>
                <a:cubicBezTo>
                  <a:pt x="406326" y="315292"/>
                  <a:pt x="315292" y="406326"/>
                  <a:pt x="203163" y="406326"/>
                </a:cubicBezTo>
                <a:cubicBezTo>
                  <a:pt x="91034" y="406326"/>
                  <a:pt x="0" y="315292"/>
                  <a:pt x="0" y="203163"/>
                </a:cubicBezTo>
                <a:cubicBezTo>
                  <a:pt x="0" y="91034"/>
                  <a:pt x="91034" y="0"/>
                  <a:pt x="203163" y="0"/>
                </a:cubicBezTo>
                <a:close/>
                <a:moveTo>
                  <a:pt x="212204" y="67840"/>
                </a:moveTo>
                <a:lnTo>
                  <a:pt x="194867" y="67840"/>
                </a:lnTo>
                <a:lnTo>
                  <a:pt x="194867" y="16778"/>
                </a:lnTo>
                <a:cubicBezTo>
                  <a:pt x="98483" y="20994"/>
                  <a:pt x="20994" y="98483"/>
                  <a:pt x="16778" y="194867"/>
                </a:cubicBezTo>
                <a:lnTo>
                  <a:pt x="67840" y="194867"/>
                </a:lnTo>
                <a:lnTo>
                  <a:pt x="67840" y="212204"/>
                </a:lnTo>
                <a:lnTo>
                  <a:pt x="16812" y="212204"/>
                </a:lnTo>
                <a:cubicBezTo>
                  <a:pt x="21400" y="308232"/>
                  <a:pt x="98737" y="385349"/>
                  <a:pt x="194867" y="389548"/>
                </a:cubicBezTo>
                <a:lnTo>
                  <a:pt x="194867" y="339231"/>
                </a:lnTo>
                <a:lnTo>
                  <a:pt x="212204" y="339231"/>
                </a:lnTo>
                <a:lnTo>
                  <a:pt x="212204" y="389514"/>
                </a:lnTo>
                <a:cubicBezTo>
                  <a:pt x="307995" y="384943"/>
                  <a:pt x="384943" y="307995"/>
                  <a:pt x="389514" y="212204"/>
                </a:cubicBezTo>
                <a:lnTo>
                  <a:pt x="339231" y="212204"/>
                </a:lnTo>
                <a:lnTo>
                  <a:pt x="339231" y="194867"/>
                </a:lnTo>
                <a:lnTo>
                  <a:pt x="389548" y="194867"/>
                </a:lnTo>
                <a:cubicBezTo>
                  <a:pt x="385349" y="98737"/>
                  <a:pt x="308232" y="21400"/>
                  <a:pt x="212204" y="16812"/>
                </a:cubicBezTo>
                <a:lnTo>
                  <a:pt x="212204" y="67840"/>
                </a:lnTo>
                <a:close/>
                <a:moveTo>
                  <a:pt x="321658" y="287814"/>
                </a:moveTo>
                <a:lnTo>
                  <a:pt x="84702" y="287814"/>
                </a:lnTo>
                <a:lnTo>
                  <a:pt x="84668" y="270495"/>
                </a:lnTo>
                <a:cubicBezTo>
                  <a:pt x="84837" y="249924"/>
                  <a:pt x="86751" y="246064"/>
                  <a:pt x="102005" y="242543"/>
                </a:cubicBezTo>
                <a:cubicBezTo>
                  <a:pt x="120747" y="238209"/>
                  <a:pt x="131700" y="234433"/>
                  <a:pt x="123235" y="218468"/>
                </a:cubicBezTo>
                <a:cubicBezTo>
                  <a:pt x="97518" y="169895"/>
                  <a:pt x="121813" y="143907"/>
                  <a:pt x="148969" y="143907"/>
                </a:cubicBezTo>
                <a:cubicBezTo>
                  <a:pt x="176667" y="143907"/>
                  <a:pt x="200522" y="170877"/>
                  <a:pt x="174737" y="218468"/>
                </a:cubicBezTo>
                <a:cubicBezTo>
                  <a:pt x="169929" y="227306"/>
                  <a:pt x="171283" y="232435"/>
                  <a:pt x="176532" y="235957"/>
                </a:cubicBezTo>
                <a:cubicBezTo>
                  <a:pt x="179850" y="233062"/>
                  <a:pt x="184675" y="230844"/>
                  <a:pt x="191667" y="229236"/>
                </a:cubicBezTo>
                <a:cubicBezTo>
                  <a:pt x="215928" y="223632"/>
                  <a:pt x="230099" y="218722"/>
                  <a:pt x="219145" y="198067"/>
                </a:cubicBezTo>
                <a:cubicBezTo>
                  <a:pt x="185860" y="135205"/>
                  <a:pt x="210325" y="101582"/>
                  <a:pt x="245472" y="101582"/>
                </a:cubicBezTo>
                <a:cubicBezTo>
                  <a:pt x="281313" y="101582"/>
                  <a:pt x="305185" y="136492"/>
                  <a:pt x="271832" y="198067"/>
                </a:cubicBezTo>
                <a:cubicBezTo>
                  <a:pt x="260557" y="218840"/>
                  <a:pt x="275489" y="223767"/>
                  <a:pt x="299259" y="229236"/>
                </a:cubicBezTo>
                <a:cubicBezTo>
                  <a:pt x="323148" y="234755"/>
                  <a:pt x="321658" y="247300"/>
                  <a:pt x="321658" y="270884"/>
                </a:cubicBezTo>
                <a:lnTo>
                  <a:pt x="321658" y="287814"/>
                </a:lnTo>
                <a:close/>
                <a:moveTo>
                  <a:pt x="169641" y="251584"/>
                </a:moveTo>
                <a:cubicBezTo>
                  <a:pt x="164460" y="248672"/>
                  <a:pt x="159838" y="244557"/>
                  <a:pt x="157096" y="238480"/>
                </a:cubicBezTo>
                <a:cubicBezTo>
                  <a:pt x="153337" y="230150"/>
                  <a:pt x="154268" y="220686"/>
                  <a:pt x="159855" y="210392"/>
                </a:cubicBezTo>
                <a:cubicBezTo>
                  <a:pt x="169082" y="193343"/>
                  <a:pt x="171334" y="178445"/>
                  <a:pt x="166018" y="169523"/>
                </a:cubicBezTo>
                <a:cubicBezTo>
                  <a:pt x="159043" y="157790"/>
                  <a:pt x="138845" y="158078"/>
                  <a:pt x="132073" y="169319"/>
                </a:cubicBezTo>
                <a:cubicBezTo>
                  <a:pt x="126757" y="178140"/>
                  <a:pt x="128992" y="193174"/>
                  <a:pt x="138202" y="210562"/>
                </a:cubicBezTo>
                <a:cubicBezTo>
                  <a:pt x="143687" y="220889"/>
                  <a:pt x="144550" y="230319"/>
                  <a:pt x="140775" y="238615"/>
                </a:cubicBezTo>
                <a:cubicBezTo>
                  <a:pt x="134105" y="253226"/>
                  <a:pt x="116040" y="256578"/>
                  <a:pt x="106542" y="258880"/>
                </a:cubicBezTo>
                <a:cubicBezTo>
                  <a:pt x="102817" y="259778"/>
                  <a:pt x="101768" y="260032"/>
                  <a:pt x="101649" y="264654"/>
                </a:cubicBezTo>
                <a:lnTo>
                  <a:pt x="101615" y="270884"/>
                </a:lnTo>
                <a:lnTo>
                  <a:pt x="169286" y="270884"/>
                </a:lnTo>
                <a:cubicBezTo>
                  <a:pt x="169286" y="263401"/>
                  <a:pt x="169099" y="257018"/>
                  <a:pt x="169641" y="251584"/>
                </a:cubicBezTo>
                <a:close/>
                <a:moveTo>
                  <a:pt x="304728" y="270884"/>
                </a:moveTo>
                <a:cubicBezTo>
                  <a:pt x="304829" y="248096"/>
                  <a:pt x="305523" y="248062"/>
                  <a:pt x="295433" y="245743"/>
                </a:cubicBezTo>
                <a:cubicBezTo>
                  <a:pt x="291234" y="244761"/>
                  <a:pt x="232012" y="235957"/>
                  <a:pt x="256950" y="189991"/>
                </a:cubicBezTo>
                <a:cubicBezTo>
                  <a:pt x="270969" y="164105"/>
                  <a:pt x="274659" y="141909"/>
                  <a:pt x="267024" y="129127"/>
                </a:cubicBezTo>
                <a:cubicBezTo>
                  <a:pt x="258525" y="114889"/>
                  <a:pt x="232503" y="114973"/>
                  <a:pt x="224123" y="128907"/>
                </a:cubicBezTo>
                <a:cubicBezTo>
                  <a:pt x="216538" y="141503"/>
                  <a:pt x="220178" y="163834"/>
                  <a:pt x="234112" y="190144"/>
                </a:cubicBezTo>
                <a:cubicBezTo>
                  <a:pt x="259101" y="237261"/>
                  <a:pt x="196509" y="245489"/>
                  <a:pt x="195477" y="245743"/>
                </a:cubicBezTo>
                <a:cubicBezTo>
                  <a:pt x="185319" y="248079"/>
                  <a:pt x="186131" y="247977"/>
                  <a:pt x="186216" y="270884"/>
                </a:cubicBezTo>
                <a:lnTo>
                  <a:pt x="304728" y="270884"/>
                </a:lnTo>
                <a:close/>
              </a:path>
            </a:pathLst>
          </a:custGeom>
          <a:solidFill>
            <a:srgbClr val="000000">
              <a:lumMod val="85000"/>
              <a:lumOff val="15000"/>
            </a:srgbClr>
          </a:solidFill>
          <a:ln w="16669" cap="flat">
            <a:noFill/>
            <a:prstDash val="solid"/>
            <a:miter/>
          </a:ln>
        </p:spPr>
        <p:txBody>
          <a:bodyPr lIns="0" tIns="0" rIns="0" bIns="0" rtlCol="0" anchor="ctr"/>
          <a:p>
            <a:endParaRPr lang="en-US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0" name="图形 24"/>
          <p:cNvSpPr/>
          <p:nvPr>
            <p:custDataLst>
              <p:tags r:id="rId28"/>
            </p:custDataLst>
          </p:nvPr>
        </p:nvSpPr>
        <p:spPr>
          <a:xfrm>
            <a:off x="7420610" y="3905568"/>
            <a:ext cx="394964" cy="394685"/>
          </a:xfrm>
          <a:custGeom>
            <a:avLst/>
            <a:gdLst>
              <a:gd name="connsiteX0" fmla="*/ 244853 w 394964"/>
              <a:gd name="connsiteY0" fmla="*/ 388962 h 394685"/>
              <a:gd name="connsiteX1" fmla="*/ 197474 w 394964"/>
              <a:gd name="connsiteY1" fmla="*/ 394685 h 394685"/>
              <a:gd name="connsiteX2" fmla="*/ 0 w 394964"/>
              <a:gd name="connsiteY2" fmla="*/ 197343 h 394685"/>
              <a:gd name="connsiteX3" fmla="*/ 197474 w 394964"/>
              <a:gd name="connsiteY3" fmla="*/ 0 h 394685"/>
              <a:gd name="connsiteX4" fmla="*/ 394965 w 394964"/>
              <a:gd name="connsiteY4" fmla="*/ 197343 h 394685"/>
              <a:gd name="connsiteX5" fmla="*/ 388831 w 394964"/>
              <a:gd name="connsiteY5" fmla="*/ 246267 h 394685"/>
              <a:gd name="connsiteX6" fmla="*/ 372961 w 394964"/>
              <a:gd name="connsiteY6" fmla="*/ 240676 h 394685"/>
              <a:gd name="connsiteX7" fmla="*/ 378240 w 394964"/>
              <a:gd name="connsiteY7" fmla="*/ 197211 h 394685"/>
              <a:gd name="connsiteX8" fmla="*/ 197343 w 394964"/>
              <a:gd name="connsiteY8" fmla="*/ 16445 h 394685"/>
              <a:gd name="connsiteX9" fmla="*/ 16445 w 394964"/>
              <a:gd name="connsiteY9" fmla="*/ 197211 h 394685"/>
              <a:gd name="connsiteX10" fmla="*/ 197343 w 394964"/>
              <a:gd name="connsiteY10" fmla="*/ 377993 h 394685"/>
              <a:gd name="connsiteX11" fmla="*/ 239722 w 394964"/>
              <a:gd name="connsiteY11" fmla="*/ 372994 h 394685"/>
              <a:gd name="connsiteX12" fmla="*/ 244853 w 394964"/>
              <a:gd name="connsiteY12" fmla="*/ 388962 h 394685"/>
              <a:gd name="connsiteX13" fmla="*/ 197343 w 394964"/>
              <a:gd name="connsiteY13" fmla="*/ 164452 h 394685"/>
              <a:gd name="connsiteX14" fmla="*/ 164452 w 394964"/>
              <a:gd name="connsiteY14" fmla="*/ 197343 h 394685"/>
              <a:gd name="connsiteX15" fmla="*/ 197343 w 394964"/>
              <a:gd name="connsiteY15" fmla="*/ 230233 h 394685"/>
              <a:gd name="connsiteX16" fmla="*/ 210301 w 394964"/>
              <a:gd name="connsiteY16" fmla="*/ 227569 h 394685"/>
              <a:gd name="connsiteX17" fmla="*/ 260624 w 394964"/>
              <a:gd name="connsiteY17" fmla="*/ 384209 h 394685"/>
              <a:gd name="connsiteX18" fmla="*/ 296376 w 394964"/>
              <a:gd name="connsiteY18" fmla="*/ 324645 h 394685"/>
              <a:gd name="connsiteX19" fmla="*/ 364064 w 394964"/>
              <a:gd name="connsiteY19" fmla="*/ 394685 h 394685"/>
              <a:gd name="connsiteX20" fmla="*/ 394965 w 394964"/>
              <a:gd name="connsiteY20" fmla="*/ 364623 h 394685"/>
              <a:gd name="connsiteX21" fmla="*/ 327753 w 394964"/>
              <a:gd name="connsiteY21" fmla="*/ 295290 h 394685"/>
              <a:gd name="connsiteX22" fmla="*/ 388123 w 394964"/>
              <a:gd name="connsiteY22" fmla="*/ 263617 h 394685"/>
              <a:gd name="connsiteX23" fmla="*/ 228704 w 394964"/>
              <a:gd name="connsiteY23" fmla="*/ 207275 h 394685"/>
              <a:gd name="connsiteX24" fmla="*/ 230233 w 394964"/>
              <a:gd name="connsiteY24" fmla="*/ 197343 h 394685"/>
              <a:gd name="connsiteX25" fmla="*/ 197343 w 394964"/>
              <a:gd name="connsiteY25" fmla="*/ 164452 h 394685"/>
              <a:gd name="connsiteX26" fmla="*/ 226418 w 394964"/>
              <a:gd name="connsiteY26" fmla="*/ 223902 h 394685"/>
              <a:gd name="connsiteX27" fmla="*/ 347010 w 394964"/>
              <a:gd name="connsiteY27" fmla="*/ 266610 h 394685"/>
              <a:gd name="connsiteX28" fmla="*/ 300586 w 394964"/>
              <a:gd name="connsiteY28" fmla="*/ 290965 h 394685"/>
              <a:gd name="connsiteX29" fmla="*/ 371695 w 394964"/>
              <a:gd name="connsiteY29" fmla="*/ 364327 h 394685"/>
              <a:gd name="connsiteX30" fmla="*/ 364376 w 394964"/>
              <a:gd name="connsiteY30" fmla="*/ 371415 h 394685"/>
              <a:gd name="connsiteX31" fmla="*/ 293267 w 394964"/>
              <a:gd name="connsiteY31" fmla="*/ 297856 h 394685"/>
              <a:gd name="connsiteX32" fmla="*/ 265047 w 394964"/>
              <a:gd name="connsiteY32" fmla="*/ 344889 h 394685"/>
              <a:gd name="connsiteX33" fmla="*/ 226418 w 394964"/>
              <a:gd name="connsiteY33" fmla="*/ 223902 h 394685"/>
              <a:gd name="connsiteX34" fmla="*/ 227223 w 394964"/>
              <a:gd name="connsiteY34" fmla="*/ 333953 h 394685"/>
              <a:gd name="connsiteX35" fmla="*/ 197474 w 394964"/>
              <a:gd name="connsiteY35" fmla="*/ 337127 h 394685"/>
              <a:gd name="connsiteX36" fmla="*/ 57690 w 394964"/>
              <a:gd name="connsiteY36" fmla="*/ 197343 h 394685"/>
              <a:gd name="connsiteX37" fmla="*/ 197474 w 394964"/>
              <a:gd name="connsiteY37" fmla="*/ 57558 h 394685"/>
              <a:gd name="connsiteX38" fmla="*/ 337258 w 394964"/>
              <a:gd name="connsiteY38" fmla="*/ 197343 h 394685"/>
              <a:gd name="connsiteX39" fmla="*/ 334101 w 394964"/>
              <a:gd name="connsiteY39" fmla="*/ 226993 h 394685"/>
              <a:gd name="connsiteX40" fmla="*/ 318330 w 394964"/>
              <a:gd name="connsiteY40" fmla="*/ 221451 h 394685"/>
              <a:gd name="connsiteX41" fmla="*/ 320682 w 394964"/>
              <a:gd name="connsiteY41" fmla="*/ 197343 h 394685"/>
              <a:gd name="connsiteX42" fmla="*/ 197343 w 394964"/>
              <a:gd name="connsiteY42" fmla="*/ 74003 h 394685"/>
              <a:gd name="connsiteX43" fmla="*/ 74003 w 394964"/>
              <a:gd name="connsiteY43" fmla="*/ 197343 h 394685"/>
              <a:gd name="connsiteX44" fmla="*/ 197343 w 394964"/>
              <a:gd name="connsiteY44" fmla="*/ 320682 h 394685"/>
              <a:gd name="connsiteX45" fmla="*/ 222175 w 394964"/>
              <a:gd name="connsiteY45" fmla="*/ 318182 h 394685"/>
              <a:gd name="connsiteX46" fmla="*/ 227223 w 394964"/>
              <a:gd name="connsiteY46" fmla="*/ 333953 h 394685"/>
              <a:gd name="connsiteX47" fmla="*/ 209528 w 394964"/>
              <a:gd name="connsiteY47" fmla="*/ 278697 h 394685"/>
              <a:gd name="connsiteX48" fmla="*/ 197474 w 394964"/>
              <a:gd name="connsiteY48" fmla="*/ 279569 h 394685"/>
              <a:gd name="connsiteX49" fmla="*/ 115248 w 394964"/>
              <a:gd name="connsiteY49" fmla="*/ 197343 h 394685"/>
              <a:gd name="connsiteX50" fmla="*/ 197474 w 394964"/>
              <a:gd name="connsiteY50" fmla="*/ 115116 h 394685"/>
              <a:gd name="connsiteX51" fmla="*/ 279700 w 394964"/>
              <a:gd name="connsiteY51" fmla="*/ 197343 h 394685"/>
              <a:gd name="connsiteX52" fmla="*/ 279059 w 394964"/>
              <a:gd name="connsiteY52" fmla="*/ 207637 h 394685"/>
              <a:gd name="connsiteX53" fmla="*/ 262959 w 394964"/>
              <a:gd name="connsiteY53" fmla="*/ 201964 h 394685"/>
              <a:gd name="connsiteX54" fmla="*/ 263123 w 394964"/>
              <a:gd name="connsiteY54" fmla="*/ 197343 h 394685"/>
              <a:gd name="connsiteX55" fmla="*/ 197343 w 394964"/>
              <a:gd name="connsiteY55" fmla="*/ 131562 h 394685"/>
              <a:gd name="connsiteX56" fmla="*/ 131562 w 394964"/>
              <a:gd name="connsiteY56" fmla="*/ 197343 h 394685"/>
              <a:gd name="connsiteX57" fmla="*/ 197343 w 394964"/>
              <a:gd name="connsiteY57" fmla="*/ 263123 h 394685"/>
              <a:gd name="connsiteX58" fmla="*/ 204414 w 394964"/>
              <a:gd name="connsiteY58" fmla="*/ 262745 h 394685"/>
              <a:gd name="connsiteX59" fmla="*/ 209528 w 394964"/>
              <a:gd name="connsiteY59" fmla="*/ 278697 h 394685"/>
              <a:gd name="connsiteX60" fmla="*/ 197343 w 394964"/>
              <a:gd name="connsiteY60" fmla="*/ 180897 h 394685"/>
              <a:gd name="connsiteX61" fmla="*/ 213788 w 394964"/>
              <a:gd name="connsiteY61" fmla="*/ 197343 h 394685"/>
              <a:gd name="connsiteX62" fmla="*/ 197343 w 394964"/>
              <a:gd name="connsiteY62" fmla="*/ 213788 h 394685"/>
              <a:gd name="connsiteX63" fmla="*/ 180897 w 394964"/>
              <a:gd name="connsiteY63" fmla="*/ 197343 h 394685"/>
              <a:gd name="connsiteX64" fmla="*/ 197343 w 394964"/>
              <a:gd name="connsiteY64" fmla="*/ 180897 h 394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94964" h="394685">
                <a:moveTo>
                  <a:pt x="244853" y="388962"/>
                </a:moveTo>
                <a:cubicBezTo>
                  <a:pt x="229674" y="392695"/>
                  <a:pt x="213804" y="394685"/>
                  <a:pt x="197474" y="394685"/>
                </a:cubicBezTo>
                <a:cubicBezTo>
                  <a:pt x="88492" y="394685"/>
                  <a:pt x="0" y="306259"/>
                  <a:pt x="0" y="197343"/>
                </a:cubicBezTo>
                <a:cubicBezTo>
                  <a:pt x="0" y="88426"/>
                  <a:pt x="88492" y="0"/>
                  <a:pt x="197474" y="0"/>
                </a:cubicBezTo>
                <a:cubicBezTo>
                  <a:pt x="306473" y="0"/>
                  <a:pt x="394965" y="88426"/>
                  <a:pt x="394965" y="197343"/>
                </a:cubicBezTo>
                <a:cubicBezTo>
                  <a:pt x="394965" y="214232"/>
                  <a:pt x="392827" y="230611"/>
                  <a:pt x="388831" y="246267"/>
                </a:cubicBezTo>
                <a:lnTo>
                  <a:pt x="372961" y="240676"/>
                </a:lnTo>
                <a:cubicBezTo>
                  <a:pt x="376414" y="226747"/>
                  <a:pt x="378240" y="212193"/>
                  <a:pt x="378240" y="197211"/>
                </a:cubicBezTo>
                <a:cubicBezTo>
                  <a:pt x="378240" y="97454"/>
                  <a:pt x="297181" y="16445"/>
                  <a:pt x="197343" y="16445"/>
                </a:cubicBezTo>
                <a:cubicBezTo>
                  <a:pt x="97504" y="16445"/>
                  <a:pt x="16445" y="97454"/>
                  <a:pt x="16445" y="197211"/>
                </a:cubicBezTo>
                <a:cubicBezTo>
                  <a:pt x="16445" y="296984"/>
                  <a:pt x="97504" y="377993"/>
                  <a:pt x="197343" y="377993"/>
                </a:cubicBezTo>
                <a:cubicBezTo>
                  <a:pt x="211929" y="377993"/>
                  <a:pt x="226138" y="376250"/>
                  <a:pt x="239722" y="372994"/>
                </a:cubicBezTo>
                <a:lnTo>
                  <a:pt x="244853" y="388962"/>
                </a:lnTo>
                <a:close/>
                <a:moveTo>
                  <a:pt x="197343" y="164452"/>
                </a:moveTo>
                <a:cubicBezTo>
                  <a:pt x="179187" y="164452"/>
                  <a:pt x="164452" y="179187"/>
                  <a:pt x="164452" y="197343"/>
                </a:cubicBezTo>
                <a:cubicBezTo>
                  <a:pt x="164452" y="215498"/>
                  <a:pt x="179187" y="230233"/>
                  <a:pt x="197343" y="230233"/>
                </a:cubicBezTo>
                <a:cubicBezTo>
                  <a:pt x="201947" y="230233"/>
                  <a:pt x="206322" y="229296"/>
                  <a:pt x="210301" y="227569"/>
                </a:cubicBezTo>
                <a:lnTo>
                  <a:pt x="260624" y="384209"/>
                </a:lnTo>
                <a:lnTo>
                  <a:pt x="296376" y="324645"/>
                </a:lnTo>
                <a:lnTo>
                  <a:pt x="364064" y="394685"/>
                </a:lnTo>
                <a:lnTo>
                  <a:pt x="394965" y="364623"/>
                </a:lnTo>
                <a:lnTo>
                  <a:pt x="327753" y="295290"/>
                </a:lnTo>
                <a:lnTo>
                  <a:pt x="388123" y="263617"/>
                </a:lnTo>
                <a:lnTo>
                  <a:pt x="228704" y="207275"/>
                </a:lnTo>
                <a:cubicBezTo>
                  <a:pt x="229690" y="204151"/>
                  <a:pt x="230233" y="200812"/>
                  <a:pt x="230233" y="197343"/>
                </a:cubicBezTo>
                <a:cubicBezTo>
                  <a:pt x="230233" y="179187"/>
                  <a:pt x="215498" y="164452"/>
                  <a:pt x="197343" y="164452"/>
                </a:cubicBezTo>
                <a:close/>
                <a:moveTo>
                  <a:pt x="226418" y="223902"/>
                </a:moveTo>
                <a:lnTo>
                  <a:pt x="347010" y="266610"/>
                </a:lnTo>
                <a:lnTo>
                  <a:pt x="300586" y="290965"/>
                </a:lnTo>
                <a:lnTo>
                  <a:pt x="371695" y="364327"/>
                </a:lnTo>
                <a:lnTo>
                  <a:pt x="364376" y="371415"/>
                </a:lnTo>
                <a:lnTo>
                  <a:pt x="293267" y="297856"/>
                </a:lnTo>
                <a:lnTo>
                  <a:pt x="265047" y="344889"/>
                </a:lnTo>
                <a:lnTo>
                  <a:pt x="226418" y="223902"/>
                </a:lnTo>
                <a:close/>
                <a:moveTo>
                  <a:pt x="227223" y="333953"/>
                </a:moveTo>
                <a:cubicBezTo>
                  <a:pt x="217636" y="336025"/>
                  <a:pt x="207687" y="337127"/>
                  <a:pt x="197474" y="337127"/>
                </a:cubicBezTo>
                <a:cubicBezTo>
                  <a:pt x="120330" y="337127"/>
                  <a:pt x="57690" y="274487"/>
                  <a:pt x="57690" y="197343"/>
                </a:cubicBezTo>
                <a:cubicBezTo>
                  <a:pt x="57690" y="120198"/>
                  <a:pt x="120330" y="57558"/>
                  <a:pt x="197474" y="57558"/>
                </a:cubicBezTo>
                <a:cubicBezTo>
                  <a:pt x="274635" y="57558"/>
                  <a:pt x="337258" y="120198"/>
                  <a:pt x="337258" y="197343"/>
                </a:cubicBezTo>
                <a:cubicBezTo>
                  <a:pt x="337258" y="207522"/>
                  <a:pt x="336173" y="217439"/>
                  <a:pt x="334101" y="226993"/>
                </a:cubicBezTo>
                <a:lnTo>
                  <a:pt x="318330" y="221451"/>
                </a:lnTo>
                <a:cubicBezTo>
                  <a:pt x="319876" y="213656"/>
                  <a:pt x="320682" y="205598"/>
                  <a:pt x="320682" y="197343"/>
                </a:cubicBezTo>
                <a:cubicBezTo>
                  <a:pt x="320682" y="129276"/>
                  <a:pt x="265409" y="74003"/>
                  <a:pt x="197343" y="74003"/>
                </a:cubicBezTo>
                <a:cubicBezTo>
                  <a:pt x="129276" y="74003"/>
                  <a:pt x="74003" y="129276"/>
                  <a:pt x="74003" y="197343"/>
                </a:cubicBezTo>
                <a:cubicBezTo>
                  <a:pt x="74003" y="265409"/>
                  <a:pt x="129276" y="320682"/>
                  <a:pt x="197343" y="320682"/>
                </a:cubicBezTo>
                <a:cubicBezTo>
                  <a:pt x="205845" y="320682"/>
                  <a:pt x="214150" y="319826"/>
                  <a:pt x="222175" y="318182"/>
                </a:cubicBezTo>
                <a:lnTo>
                  <a:pt x="227223" y="333953"/>
                </a:lnTo>
                <a:close/>
                <a:moveTo>
                  <a:pt x="209528" y="278697"/>
                </a:moveTo>
                <a:cubicBezTo>
                  <a:pt x="205598" y="279273"/>
                  <a:pt x="201569" y="279569"/>
                  <a:pt x="197474" y="279569"/>
                </a:cubicBezTo>
                <a:cubicBezTo>
                  <a:pt x="152102" y="279569"/>
                  <a:pt x="115248" y="242731"/>
                  <a:pt x="115248" y="197343"/>
                </a:cubicBezTo>
                <a:cubicBezTo>
                  <a:pt x="115248" y="151954"/>
                  <a:pt x="152102" y="115116"/>
                  <a:pt x="197474" y="115116"/>
                </a:cubicBezTo>
                <a:cubicBezTo>
                  <a:pt x="242863" y="115116"/>
                  <a:pt x="279700" y="151954"/>
                  <a:pt x="279700" y="197343"/>
                </a:cubicBezTo>
                <a:cubicBezTo>
                  <a:pt x="279700" y="200829"/>
                  <a:pt x="279486" y="204266"/>
                  <a:pt x="279059" y="207637"/>
                </a:cubicBezTo>
                <a:lnTo>
                  <a:pt x="262959" y="201964"/>
                </a:lnTo>
                <a:lnTo>
                  <a:pt x="263123" y="197343"/>
                </a:lnTo>
                <a:cubicBezTo>
                  <a:pt x="263123" y="161031"/>
                  <a:pt x="233654" y="131562"/>
                  <a:pt x="197343" y="131562"/>
                </a:cubicBezTo>
                <a:cubicBezTo>
                  <a:pt x="161031" y="131562"/>
                  <a:pt x="131562" y="161031"/>
                  <a:pt x="131562" y="197343"/>
                </a:cubicBezTo>
                <a:cubicBezTo>
                  <a:pt x="131562" y="233654"/>
                  <a:pt x="161031" y="263123"/>
                  <a:pt x="197343" y="263123"/>
                </a:cubicBezTo>
                <a:lnTo>
                  <a:pt x="204414" y="262745"/>
                </a:lnTo>
                <a:lnTo>
                  <a:pt x="209528" y="278697"/>
                </a:lnTo>
                <a:close/>
                <a:moveTo>
                  <a:pt x="197343" y="180897"/>
                </a:moveTo>
                <a:cubicBezTo>
                  <a:pt x="206420" y="180897"/>
                  <a:pt x="213788" y="188265"/>
                  <a:pt x="213788" y="197343"/>
                </a:cubicBezTo>
                <a:cubicBezTo>
                  <a:pt x="213788" y="206420"/>
                  <a:pt x="206420" y="213788"/>
                  <a:pt x="197343" y="213788"/>
                </a:cubicBezTo>
                <a:cubicBezTo>
                  <a:pt x="188265" y="213788"/>
                  <a:pt x="180897" y="206420"/>
                  <a:pt x="180897" y="197343"/>
                </a:cubicBezTo>
                <a:cubicBezTo>
                  <a:pt x="180897" y="188265"/>
                  <a:pt x="188265" y="180897"/>
                  <a:pt x="197343" y="180897"/>
                </a:cubicBezTo>
                <a:close/>
              </a:path>
            </a:pathLst>
          </a:custGeom>
          <a:solidFill>
            <a:srgbClr val="000000">
              <a:lumMod val="85000"/>
              <a:lumOff val="15000"/>
            </a:srgbClr>
          </a:solidFill>
          <a:ln w="16272" cap="flat">
            <a:noFill/>
            <a:prstDash val="solid"/>
            <a:miter/>
          </a:ln>
        </p:spPr>
        <p:txBody>
          <a:bodyPr lIns="0" tIns="0" rIns="0" bIns="0" rtlCol="0" anchor="ctr"/>
          <a:p>
            <a:endParaRPr lang="en-US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9" name="图形 37"/>
          <p:cNvSpPr/>
          <p:nvPr>
            <p:custDataLst>
              <p:tags r:id="rId29"/>
            </p:custDataLst>
          </p:nvPr>
        </p:nvSpPr>
        <p:spPr>
          <a:xfrm>
            <a:off x="1716405" y="2052638"/>
            <a:ext cx="8759543" cy="4242701"/>
          </a:xfrm>
          <a:custGeom>
            <a:avLst/>
            <a:gdLst>
              <a:gd name="connsiteX0" fmla="*/ 1638020 w 12183485"/>
              <a:gd name="connsiteY0" fmla="*/ 3709519 h 5901094"/>
              <a:gd name="connsiteX1" fmla="*/ 117575 w 12183485"/>
              <a:gd name="connsiteY1" fmla="*/ 2189074 h 5901094"/>
              <a:gd name="connsiteX2" fmla="*/ 117575 w 12183485"/>
              <a:gd name="connsiteY2" fmla="*/ 1621431 h 5901094"/>
              <a:gd name="connsiteX3" fmla="*/ 1621431 w 12183485"/>
              <a:gd name="connsiteY3" fmla="*/ 117575 h 5901094"/>
              <a:gd name="connsiteX4" fmla="*/ 2189074 w 12183485"/>
              <a:gd name="connsiteY4" fmla="*/ 117575 h 5901094"/>
              <a:gd name="connsiteX5" fmla="*/ 3693720 w 12183485"/>
              <a:gd name="connsiteY5" fmla="*/ 1622221 h 5901094"/>
              <a:gd name="connsiteX6" fmla="*/ 3694510 w 12183485"/>
              <a:gd name="connsiteY6" fmla="*/ 2189074 h 5901094"/>
              <a:gd name="connsiteX7" fmla="*/ 3182428 w 12183485"/>
              <a:gd name="connsiteY7" fmla="*/ 2704052 h 5901094"/>
              <a:gd name="connsiteX8" fmla="*/ 3182428 w 12183485"/>
              <a:gd name="connsiteY8" fmla="*/ 3061386 h 5901094"/>
              <a:gd name="connsiteX9" fmla="*/ 3078941 w 12183485"/>
              <a:gd name="connsiteY9" fmla="*/ 3164873 h 5901094"/>
              <a:gd name="connsiteX10" fmla="*/ 2721607 w 12183485"/>
              <a:gd name="connsiteY10" fmla="*/ 3164873 h 5901094"/>
              <a:gd name="connsiteX11" fmla="*/ 2192410 w 12183485"/>
              <a:gd name="connsiteY11" fmla="*/ 3691262 h 5901094"/>
              <a:gd name="connsiteX12" fmla="*/ 2192146 w 12183485"/>
              <a:gd name="connsiteY12" fmla="*/ 4262680 h 5901094"/>
              <a:gd name="connsiteX13" fmla="*/ 3718472 w 12183485"/>
              <a:gd name="connsiteY13" fmla="*/ 5784003 h 5901094"/>
              <a:gd name="connsiteX14" fmla="*/ 4285677 w 12183485"/>
              <a:gd name="connsiteY14" fmla="*/ 5783564 h 5901094"/>
              <a:gd name="connsiteX15" fmla="*/ 5804805 w 12183485"/>
              <a:gd name="connsiteY15" fmla="*/ 4264435 h 5901094"/>
              <a:gd name="connsiteX16" fmla="*/ 5804367 w 12183485"/>
              <a:gd name="connsiteY16" fmla="*/ 3691701 h 5901094"/>
              <a:gd name="connsiteX17" fmla="*/ 5289125 w 12183485"/>
              <a:gd name="connsiteY17" fmla="*/ 3178039 h 5901094"/>
              <a:gd name="connsiteX18" fmla="*/ 5289125 w 12183485"/>
              <a:gd name="connsiteY18" fmla="*/ 2820706 h 5901094"/>
              <a:gd name="connsiteX19" fmla="*/ 5185638 w 12183485"/>
              <a:gd name="connsiteY19" fmla="*/ 2717219 h 5901094"/>
              <a:gd name="connsiteX20" fmla="*/ 4828304 w 12183485"/>
              <a:gd name="connsiteY20" fmla="*/ 2717219 h 5901094"/>
              <a:gd name="connsiteX21" fmla="*/ 4302881 w 12183485"/>
              <a:gd name="connsiteY21" fmla="*/ 2190215 h 5901094"/>
              <a:gd name="connsiteX22" fmla="*/ 4303320 w 12183485"/>
              <a:gd name="connsiteY22" fmla="*/ 1623011 h 5901094"/>
              <a:gd name="connsiteX23" fmla="*/ 5808053 w 12183485"/>
              <a:gd name="connsiteY23" fmla="*/ 118102 h 5901094"/>
              <a:gd name="connsiteX24" fmla="*/ 6375082 w 12183485"/>
              <a:gd name="connsiteY24" fmla="*/ 117487 h 5901094"/>
              <a:gd name="connsiteX25" fmla="*/ 7906323 w 12183485"/>
              <a:gd name="connsiteY25" fmla="*/ 1642321 h 5901094"/>
              <a:gd name="connsiteX26" fmla="*/ 7909132 w 12183485"/>
              <a:gd name="connsiteY26" fmla="*/ 2208385 h 5901094"/>
              <a:gd name="connsiteX27" fmla="*/ 7360536 w 12183485"/>
              <a:gd name="connsiteY27" fmla="*/ 2765583 h 5901094"/>
              <a:gd name="connsiteX28" fmla="*/ 7360536 w 12183485"/>
              <a:gd name="connsiteY28" fmla="*/ 3122916 h 5901094"/>
              <a:gd name="connsiteX29" fmla="*/ 7257049 w 12183485"/>
              <a:gd name="connsiteY29" fmla="*/ 3226404 h 5901094"/>
              <a:gd name="connsiteX30" fmla="*/ 6899715 w 12183485"/>
              <a:gd name="connsiteY30" fmla="*/ 3226404 h 5901094"/>
              <a:gd name="connsiteX31" fmla="*/ 6406243 w 12183485"/>
              <a:gd name="connsiteY31" fmla="*/ 3711714 h 5901094"/>
              <a:gd name="connsiteX32" fmla="*/ 6403872 w 12183485"/>
              <a:gd name="connsiteY32" fmla="*/ 4281727 h 5901094"/>
              <a:gd name="connsiteX33" fmla="*/ 7905358 w 12183485"/>
              <a:gd name="connsiteY33" fmla="*/ 5783213 h 5901094"/>
              <a:gd name="connsiteX34" fmla="*/ 8473001 w 12183485"/>
              <a:gd name="connsiteY34" fmla="*/ 5783213 h 5901094"/>
              <a:gd name="connsiteX35" fmla="*/ 9995465 w 12183485"/>
              <a:gd name="connsiteY35" fmla="*/ 4260749 h 5901094"/>
              <a:gd name="connsiteX36" fmla="*/ 9996518 w 12183485"/>
              <a:gd name="connsiteY36" fmla="*/ 3694158 h 5901094"/>
              <a:gd name="connsiteX37" fmla="*/ 9458368 w 12183485"/>
              <a:gd name="connsiteY37" fmla="*/ 3151795 h 5901094"/>
              <a:gd name="connsiteX38" fmla="*/ 9458368 w 12183485"/>
              <a:gd name="connsiteY38" fmla="*/ 2794461 h 5901094"/>
              <a:gd name="connsiteX39" fmla="*/ 9354881 w 12183485"/>
              <a:gd name="connsiteY39" fmla="*/ 2690974 h 5901094"/>
              <a:gd name="connsiteX40" fmla="*/ 8997547 w 12183485"/>
              <a:gd name="connsiteY40" fmla="*/ 2690974 h 5901094"/>
              <a:gd name="connsiteX41" fmla="*/ 8492838 w 12183485"/>
              <a:gd name="connsiteY41" fmla="*/ 2190303 h 5901094"/>
              <a:gd name="connsiteX42" fmla="*/ 8491697 w 12183485"/>
              <a:gd name="connsiteY42" fmla="*/ 1621518 h 5901094"/>
              <a:gd name="connsiteX43" fmla="*/ 9994412 w 12183485"/>
              <a:gd name="connsiteY43" fmla="*/ 118804 h 5901094"/>
              <a:gd name="connsiteX44" fmla="*/ 10562056 w 12183485"/>
              <a:gd name="connsiteY44" fmla="*/ 118804 h 5901094"/>
              <a:gd name="connsiteX45" fmla="*/ 12065911 w 12183485"/>
              <a:gd name="connsiteY45" fmla="*/ 1622660 h 5901094"/>
              <a:gd name="connsiteX46" fmla="*/ 12065911 w 12183485"/>
              <a:gd name="connsiteY46" fmla="*/ 2190303 h 5901094"/>
              <a:gd name="connsiteX47" fmla="*/ 10500613 w 12183485"/>
              <a:gd name="connsiteY47" fmla="*/ 3755601 h 5901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83485" h="5901094">
                <a:moveTo>
                  <a:pt x="1638020" y="3709519"/>
                </a:moveTo>
                <a:lnTo>
                  <a:pt x="117575" y="2189074"/>
                </a:lnTo>
                <a:cubicBezTo>
                  <a:pt x="-39192" y="2032307"/>
                  <a:pt x="-39192" y="1778198"/>
                  <a:pt x="117575" y="1621431"/>
                </a:cubicBezTo>
                <a:lnTo>
                  <a:pt x="1621431" y="117575"/>
                </a:lnTo>
                <a:cubicBezTo>
                  <a:pt x="1778198" y="-39192"/>
                  <a:pt x="2032307" y="-39192"/>
                  <a:pt x="2189074" y="117575"/>
                </a:cubicBezTo>
                <a:lnTo>
                  <a:pt x="3693720" y="1622221"/>
                </a:lnTo>
                <a:cubicBezTo>
                  <a:pt x="3850135" y="1778636"/>
                  <a:pt x="3850487" y="2032220"/>
                  <a:pt x="3694510" y="2189074"/>
                </a:cubicBezTo>
                <a:lnTo>
                  <a:pt x="3182428" y="2704052"/>
                </a:lnTo>
                <a:lnTo>
                  <a:pt x="3182428" y="3061386"/>
                </a:lnTo>
                <a:cubicBezTo>
                  <a:pt x="3182428" y="3118528"/>
                  <a:pt x="3136083" y="3164873"/>
                  <a:pt x="3078941" y="3164873"/>
                </a:cubicBezTo>
                <a:lnTo>
                  <a:pt x="2721607" y="3164873"/>
                </a:lnTo>
                <a:lnTo>
                  <a:pt x="2192410" y="3691262"/>
                </a:lnTo>
                <a:cubicBezTo>
                  <a:pt x="2034063" y="3848731"/>
                  <a:pt x="2033887" y="4105035"/>
                  <a:pt x="2192146" y="4262680"/>
                </a:cubicBezTo>
                <a:lnTo>
                  <a:pt x="3718472" y="5784003"/>
                </a:lnTo>
                <a:cubicBezTo>
                  <a:pt x="3875327" y="5940331"/>
                  <a:pt x="4129086" y="5940067"/>
                  <a:pt x="4285677" y="5783564"/>
                </a:cubicBezTo>
                <a:lnTo>
                  <a:pt x="5804805" y="4264435"/>
                </a:lnTo>
                <a:cubicBezTo>
                  <a:pt x="5963064" y="4106176"/>
                  <a:pt x="5962801" y="3849609"/>
                  <a:pt x="5804367" y="3691701"/>
                </a:cubicBezTo>
                <a:lnTo>
                  <a:pt x="5289125" y="3178039"/>
                </a:lnTo>
                <a:lnTo>
                  <a:pt x="5289125" y="2820706"/>
                </a:lnTo>
                <a:cubicBezTo>
                  <a:pt x="5289125" y="2763564"/>
                  <a:pt x="5242779" y="2717219"/>
                  <a:pt x="5185638" y="2717219"/>
                </a:cubicBezTo>
                <a:lnTo>
                  <a:pt x="4828304" y="2717219"/>
                </a:lnTo>
                <a:lnTo>
                  <a:pt x="4302881" y="2190215"/>
                </a:lnTo>
                <a:cubicBezTo>
                  <a:pt x="4146553" y="2033361"/>
                  <a:pt x="4146729" y="1779602"/>
                  <a:pt x="4303320" y="1623011"/>
                </a:cubicBezTo>
                <a:lnTo>
                  <a:pt x="5808053" y="118102"/>
                </a:lnTo>
                <a:cubicBezTo>
                  <a:pt x="5964557" y="-38402"/>
                  <a:pt x="6218227" y="-38665"/>
                  <a:pt x="6375082" y="117487"/>
                </a:cubicBezTo>
                <a:lnTo>
                  <a:pt x="7906323" y="1642321"/>
                </a:lnTo>
                <a:cubicBezTo>
                  <a:pt x="8062739" y="1798123"/>
                  <a:pt x="8064056" y="2051003"/>
                  <a:pt x="7909132" y="2208385"/>
                </a:cubicBezTo>
                <a:lnTo>
                  <a:pt x="7360536" y="2765583"/>
                </a:lnTo>
                <a:lnTo>
                  <a:pt x="7360536" y="3122916"/>
                </a:lnTo>
                <a:cubicBezTo>
                  <a:pt x="7360536" y="3180058"/>
                  <a:pt x="7314191" y="3226404"/>
                  <a:pt x="7257049" y="3226404"/>
                </a:cubicBezTo>
                <a:lnTo>
                  <a:pt x="6899715" y="3226404"/>
                </a:lnTo>
                <a:lnTo>
                  <a:pt x="6406243" y="3711714"/>
                </a:lnTo>
                <a:cubicBezTo>
                  <a:pt x="6247281" y="3868042"/>
                  <a:pt x="6246140" y="4124082"/>
                  <a:pt x="6403872" y="4281727"/>
                </a:cubicBezTo>
                <a:lnTo>
                  <a:pt x="7905358" y="5783213"/>
                </a:lnTo>
                <a:cubicBezTo>
                  <a:pt x="8062125" y="5939979"/>
                  <a:pt x="8316235" y="5939979"/>
                  <a:pt x="8473001" y="5783213"/>
                </a:cubicBezTo>
                <a:lnTo>
                  <a:pt x="9995465" y="4260749"/>
                </a:lnTo>
                <a:cubicBezTo>
                  <a:pt x="10151794" y="4104421"/>
                  <a:pt x="10152232" y="3851101"/>
                  <a:pt x="9996518" y="3694158"/>
                </a:cubicBezTo>
                <a:lnTo>
                  <a:pt x="9458368" y="3151795"/>
                </a:lnTo>
                <a:lnTo>
                  <a:pt x="9458368" y="2794461"/>
                </a:lnTo>
                <a:cubicBezTo>
                  <a:pt x="9458368" y="2737319"/>
                  <a:pt x="9412022" y="2690974"/>
                  <a:pt x="9354881" y="2690974"/>
                </a:cubicBezTo>
                <a:lnTo>
                  <a:pt x="8997547" y="2690974"/>
                </a:lnTo>
                <a:lnTo>
                  <a:pt x="8492838" y="2190303"/>
                </a:lnTo>
                <a:cubicBezTo>
                  <a:pt x="8335019" y="2033712"/>
                  <a:pt x="8334492" y="1778724"/>
                  <a:pt x="8491697" y="1621518"/>
                </a:cubicBezTo>
                <a:lnTo>
                  <a:pt x="9994412" y="118804"/>
                </a:lnTo>
                <a:cubicBezTo>
                  <a:pt x="10151178" y="-37963"/>
                  <a:pt x="10405288" y="-37963"/>
                  <a:pt x="10562056" y="118804"/>
                </a:cubicBezTo>
                <a:lnTo>
                  <a:pt x="12065911" y="1622660"/>
                </a:lnTo>
                <a:cubicBezTo>
                  <a:pt x="12222677" y="1779426"/>
                  <a:pt x="12222677" y="2033536"/>
                  <a:pt x="12065911" y="2190303"/>
                </a:cubicBezTo>
                <a:lnTo>
                  <a:pt x="10500613" y="3755601"/>
                </a:lnTo>
              </a:path>
            </a:pathLst>
          </a:custGeom>
          <a:noFill/>
          <a:ln w="15875" cap="flat">
            <a:solidFill>
              <a:srgbClr val="000000">
                <a:lumMod val="85000"/>
                <a:lumOff val="15000"/>
              </a:srgbClr>
            </a:solidFill>
            <a:prstDash val="solid"/>
            <a:miter/>
          </a:ln>
        </p:spPr>
        <p:txBody>
          <a:bodyPr lIns="0" tIns="0" rIns="0" bIns="0"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CODE</a:t>
            </a:r>
            <a:endParaRPr lang="en-US" dirty="0">
              <a:sym typeface="+mn-ea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(A SIMPLE ONE THAT PRINTS HELLO WORLD)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+mn-lt"/>
              <a:sym typeface="+mn-ea"/>
            </a:endParaRPr>
          </a:p>
          <a:p>
            <a:pPr marL="0" indent="0">
              <a:buNone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#include&lt;stdio.h&gt;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0" indent="0">
              <a:buNone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//this  is a comment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0" indent="0">
              <a:buNone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int main(){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0" indent="0">
              <a:buNone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printf(“hello world”);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0" indent="0">
              <a:buNone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return 0;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0" indent="0">
              <a:buNone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}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endParaRPr lang="en-US"/>
          </a:p>
        </p:txBody>
      </p:sp>
      <p:sp>
        <p:nvSpPr>
          <p:cNvPr id="6" name="Content Placeholder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+mn-ea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+mn-ea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+mn-ea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+mn-ea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endParaRPr lang="en-US" sz="28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PREPROCESSING</a:t>
            </a:r>
            <a:endParaRPr lang="en-US" dirty="0">
              <a:sym typeface="+mn-ea"/>
            </a:endParaRPr>
          </a:p>
        </p:txBody>
      </p:sp>
      <p:sp>
        <p:nvSpPr>
          <p:cNvPr id="22" name="矩形 9"/>
          <p:cNvSpPr/>
          <p:nvPr>
            <p:custDataLst>
              <p:tags r:id="rId2"/>
            </p:custDataLst>
          </p:nvPr>
        </p:nvSpPr>
        <p:spPr>
          <a:xfrm>
            <a:off x="694690" y="4344035"/>
            <a:ext cx="2848610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830FE">
              <a:shade val="15000"/>
            </a:srgbClr>
          </a:lnRef>
          <a:fillRef idx="1">
            <a:srgbClr val="8830FE"/>
          </a:fillRef>
          <a:effectRef idx="0">
            <a:srgbClr val="8830FE"/>
          </a:effectRef>
          <a:fontRef idx="minor">
            <a:srgbClr val="FFFFFF"/>
          </a:fontRef>
        </p:style>
        <p:txBody>
          <a:bodyPr wrap="square" lIns="0" tIns="0" rIns="0" bIns="0" rtlCol="0" anchor="t">
            <a:normAutofit fontScale="60000"/>
          </a:bodyPr>
          <a:p>
            <a:pPr>
              <a:lnSpc>
                <a:spcPct val="150000"/>
              </a:lnSpc>
            </a:pPr>
            <a:r>
              <a:rPr lang="en-US" b="1" kern="0" dirty="0">
                <a:ln>
                  <a:noFill/>
                  <a:prstDash val="sysDot"/>
                </a:ln>
                <a:solidFill>
                  <a:schemeClr val="tx1"/>
                </a:solidFill>
                <a:sym typeface="Microsoft YaHei" panose="020B0503020204020204" charset="-122"/>
              </a:rPr>
              <a:t>Strips out comments: It deletes all your notes (// and /* */) because the computer does not need them.</a:t>
            </a:r>
            <a:endParaRPr lang="en-US" b="1" kern="0" dirty="0">
              <a:ln>
                <a:noFill/>
                <a:prstDash val="sysDot"/>
              </a:ln>
              <a:solidFill>
                <a:schemeClr val="tx1"/>
              </a:solidFill>
              <a:sym typeface="Microsoft YaHei" panose="020B0503020204020204" charset="-122"/>
            </a:endParaRPr>
          </a:p>
        </p:txBody>
      </p:sp>
      <p:sp>
        <p:nvSpPr>
          <p:cNvPr id="23" name="矩形 15"/>
          <p:cNvSpPr/>
          <p:nvPr>
            <p:custDataLst>
              <p:tags r:id="rId3"/>
            </p:custDataLst>
          </p:nvPr>
        </p:nvSpPr>
        <p:spPr>
          <a:xfrm>
            <a:off x="8734743" y="4343718"/>
            <a:ext cx="2762860" cy="963476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830FE">
              <a:shade val="15000"/>
            </a:srgbClr>
          </a:lnRef>
          <a:fillRef idx="1">
            <a:srgbClr val="8830FE"/>
          </a:fillRef>
          <a:effectRef idx="0">
            <a:srgbClr val="8830FE"/>
          </a:effectRef>
          <a:fontRef idx="minor">
            <a:srgbClr val="FFFFFF"/>
          </a:fontRef>
        </p:style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</a:pPr>
            <a:r>
              <a:rPr lang="en-US" sz="1555" b="1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sym typeface="Microsoft YaHei" panose="020B0503020204020204" charset="-122"/>
              </a:rPr>
              <a:t>Output Format: The .c file is converted into .i file.</a:t>
            </a:r>
            <a:endParaRPr lang="en-US" sz="1555" b="1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sym typeface="Microsoft YaHei" panose="020B0503020204020204" charset="-122"/>
            </a:endParaRPr>
          </a:p>
        </p:txBody>
      </p:sp>
      <p:sp>
        <p:nvSpPr>
          <p:cNvPr id="26" name="矩形 14"/>
          <p:cNvSpPr/>
          <p:nvPr>
            <p:custDataLst>
              <p:tags r:id="rId4"/>
            </p:custDataLst>
          </p:nvPr>
        </p:nvSpPr>
        <p:spPr>
          <a:xfrm>
            <a:off x="6775450" y="2684145"/>
            <a:ext cx="2796540" cy="1014095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830FE">
              <a:shade val="15000"/>
            </a:srgbClr>
          </a:lnRef>
          <a:fillRef idx="1">
            <a:srgbClr val="8830FE"/>
          </a:fillRef>
          <a:effectRef idx="0">
            <a:srgbClr val="8830FE"/>
          </a:effectRef>
          <a:fontRef idx="minor">
            <a:srgbClr val="FFFFFF"/>
          </a:fontRef>
        </p:style>
        <p:txBody>
          <a:bodyPr wrap="square" lIns="0" tIns="0" rIns="0" bIns="0" rtlCol="0" anchor="t">
            <a:normAutofit fontScale="60000"/>
          </a:bodyPr>
          <a:p>
            <a:pPr>
              <a:lnSpc>
                <a:spcPct val="150000"/>
              </a:lnSpc>
            </a:pPr>
            <a:r>
              <a:rPr lang="en-US" b="1" kern="0" dirty="0">
                <a:ln>
                  <a:noFill/>
                  <a:prstDash val="sysDot"/>
                </a:ln>
                <a:solidFill>
                  <a:schemeClr val="tx1"/>
                </a:solidFill>
                <a:sym typeface="Microsoft YaHei" panose="020B0503020204020204" charset="-122"/>
              </a:rPr>
              <a:t>Swaps out shortcuts: If you defined a shortcut like #define PI 3.14, it searches your entire file and swaps the word PI with the number 3.14.</a:t>
            </a:r>
            <a:endParaRPr lang="en-US" b="1" kern="0" dirty="0">
              <a:ln>
                <a:noFill/>
                <a:prstDash val="sysDot"/>
              </a:ln>
              <a:solidFill>
                <a:schemeClr val="tx1"/>
              </a:solidFill>
              <a:sym typeface="Microsoft YaHei" panose="020B0503020204020204" charset="-122"/>
            </a:endParaRPr>
          </a:p>
        </p:txBody>
      </p:sp>
      <p:sp>
        <p:nvSpPr>
          <p:cNvPr id="27" name="矩形 17"/>
          <p:cNvSpPr/>
          <p:nvPr>
            <p:custDataLst>
              <p:tags r:id="rId5"/>
            </p:custDataLst>
          </p:nvPr>
        </p:nvSpPr>
        <p:spPr>
          <a:xfrm>
            <a:off x="6775133" y="2105978"/>
            <a:ext cx="654579" cy="578441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830FE">
              <a:shade val="15000"/>
            </a:srgbClr>
          </a:lnRef>
          <a:fillRef idx="1">
            <a:srgbClr val="8830FE"/>
          </a:fillRef>
          <a:effectRef idx="0">
            <a:srgbClr val="8830FE"/>
          </a:effectRef>
          <a:fontRef idx="minor">
            <a:srgbClr val="FFFFFF"/>
          </a:fontRef>
        </p:style>
        <p:txBody>
          <a:bodyPr wrap="square" lIns="0" tIns="0" rIns="0" bIns="0" rtlCol="0" anchor="b">
            <a:normAutofit/>
          </a:bodyPr>
          <a:p>
            <a:r>
              <a:rPr lang="en-US" sz="2800" b="1" kern="0" dirty="0">
                <a:solidFill>
                  <a:schemeClr val="accent3">
                    <a:lumMod val="70000"/>
                    <a:lumOff val="30000"/>
                  </a:schemeClr>
                </a:solidFill>
                <a:sym typeface="Arial" panose="020B0604020202020204" pitchFamily="34" charset="0"/>
              </a:rPr>
              <a:t>03</a:t>
            </a:r>
            <a:endParaRPr lang="en-US" sz="2800" b="1" kern="0" dirty="0">
              <a:solidFill>
                <a:schemeClr val="accent3">
                  <a:lumMod val="70000"/>
                  <a:lumOff val="3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28" name="矩形 13"/>
          <p:cNvSpPr/>
          <p:nvPr>
            <p:custDataLst>
              <p:tags r:id="rId6"/>
            </p:custDataLst>
          </p:nvPr>
        </p:nvSpPr>
        <p:spPr>
          <a:xfrm>
            <a:off x="2884805" y="2750820"/>
            <a:ext cx="2700020" cy="1064895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830FE">
              <a:shade val="15000"/>
            </a:srgbClr>
          </a:lnRef>
          <a:fillRef idx="1">
            <a:srgbClr val="8830FE"/>
          </a:fillRef>
          <a:effectRef idx="0">
            <a:srgbClr val="8830FE"/>
          </a:effectRef>
          <a:fontRef idx="minor">
            <a:srgbClr val="FFFFFF"/>
          </a:fontRef>
        </p:style>
        <p:txBody>
          <a:bodyPr wrap="square" lIns="0" tIns="0" rIns="0" bIns="0" rtlCol="0" anchor="t">
            <a:normAutofit fontScale="60000"/>
          </a:bodyPr>
          <a:p>
            <a:pPr>
              <a:lnSpc>
                <a:spcPct val="150000"/>
              </a:lnSpc>
            </a:pPr>
            <a:r>
              <a:rPr lang="en-US" b="1" kern="0" dirty="0">
                <a:ln>
                  <a:noFill/>
                  <a:prstDash val="sysDot"/>
                </a:ln>
                <a:solidFill>
                  <a:schemeClr val="tx1"/>
                </a:solidFill>
                <a:sym typeface="Microsoft YaHei" panose="020B0503020204020204" charset="-122"/>
              </a:rPr>
              <a:t>Pastes header files: When it sees #include &lt;stdio.h&gt;, it copies the entire text of that file and pastes it directly at the top of your document.</a:t>
            </a:r>
            <a:endParaRPr lang="en-US" b="1" kern="0" dirty="0">
              <a:ln>
                <a:noFill/>
                <a:prstDash val="sysDot"/>
              </a:ln>
              <a:solidFill>
                <a:schemeClr val="tx1"/>
              </a:solidFill>
              <a:sym typeface="Microsoft YaHei" panose="020B0503020204020204" charset="-122"/>
            </a:endParaRPr>
          </a:p>
        </p:txBody>
      </p:sp>
      <p:sp>
        <p:nvSpPr>
          <p:cNvPr id="29" name="矩形 18"/>
          <p:cNvSpPr/>
          <p:nvPr>
            <p:custDataLst>
              <p:tags r:id="rId7"/>
            </p:custDataLst>
          </p:nvPr>
        </p:nvSpPr>
        <p:spPr>
          <a:xfrm>
            <a:off x="2884488" y="2171383"/>
            <a:ext cx="654579" cy="578441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830FE">
              <a:shade val="15000"/>
            </a:srgbClr>
          </a:lnRef>
          <a:fillRef idx="1">
            <a:srgbClr val="8830FE"/>
          </a:fillRef>
          <a:effectRef idx="0">
            <a:srgbClr val="8830FE"/>
          </a:effectRef>
          <a:fontRef idx="minor">
            <a:srgbClr val="FFFFFF"/>
          </a:fontRef>
        </p:style>
        <p:txBody>
          <a:bodyPr wrap="square" lIns="0" tIns="0" rIns="0" bIns="0" rtlCol="0" anchor="b">
            <a:normAutofit/>
          </a:bodyPr>
          <a:p>
            <a:r>
              <a:rPr lang="en-US" sz="2800" b="1" kern="0" dirty="0">
                <a:solidFill>
                  <a:schemeClr val="accent2">
                    <a:lumMod val="40000"/>
                    <a:lumOff val="60000"/>
                  </a:schemeClr>
                </a:solidFill>
                <a:sym typeface="Arial" panose="020B0604020202020204" pitchFamily="34" charset="0"/>
              </a:rPr>
              <a:t>02</a:t>
            </a:r>
            <a:endParaRPr lang="en-US" sz="2800" b="1" kern="0" dirty="0">
              <a:solidFill>
                <a:schemeClr val="accent2">
                  <a:lumMod val="40000"/>
                  <a:lumOff val="6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30" name="矩形 19"/>
          <p:cNvSpPr/>
          <p:nvPr>
            <p:custDataLst>
              <p:tags r:id="rId8"/>
            </p:custDataLst>
          </p:nvPr>
        </p:nvSpPr>
        <p:spPr>
          <a:xfrm>
            <a:off x="695643" y="3759518"/>
            <a:ext cx="654579" cy="578441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830FE">
              <a:shade val="15000"/>
            </a:srgbClr>
          </a:lnRef>
          <a:fillRef idx="1">
            <a:srgbClr val="8830FE"/>
          </a:fillRef>
          <a:effectRef idx="0">
            <a:srgbClr val="8830FE"/>
          </a:effectRef>
          <a:fontRef idx="minor">
            <a:srgbClr val="FFFFFF"/>
          </a:fontRef>
        </p:style>
        <p:txBody>
          <a:bodyPr wrap="square" lIns="0" tIns="0" rIns="0" bIns="0" rtlCol="0" anchor="b">
            <a:normAutofit/>
          </a:bodyPr>
          <a:p>
            <a:r>
              <a:rPr lang="en-US" sz="2800" b="1" kern="0" dirty="0">
                <a:solidFill>
                  <a:schemeClr val="accent1">
                    <a:lumMod val="25000"/>
                    <a:lumOff val="75000"/>
                  </a:schemeClr>
                </a:solidFill>
                <a:sym typeface="Arial" panose="020B0604020202020204" pitchFamily="34" charset="0"/>
              </a:rPr>
              <a:t>01</a:t>
            </a:r>
            <a:endParaRPr lang="en-US" sz="2800" b="1" kern="0" dirty="0">
              <a:solidFill>
                <a:schemeClr val="accent1">
                  <a:lumMod val="25000"/>
                  <a:lumOff val="75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31" name="矩形 20"/>
          <p:cNvSpPr/>
          <p:nvPr>
            <p:custDataLst>
              <p:tags r:id="rId9"/>
            </p:custDataLst>
          </p:nvPr>
        </p:nvSpPr>
        <p:spPr>
          <a:xfrm>
            <a:off x="8734743" y="3759518"/>
            <a:ext cx="654579" cy="578441"/>
          </a:xfrm>
          <a:prstGeom prst="rect">
            <a:avLst/>
          </a:prstGeom>
          <a:noFill/>
          <a:ln>
            <a:noFill/>
          </a:ln>
        </p:spPr>
        <p:style>
          <a:lnRef idx="2">
            <a:srgbClr val="8830FE">
              <a:shade val="15000"/>
            </a:srgbClr>
          </a:lnRef>
          <a:fillRef idx="1">
            <a:srgbClr val="8830FE"/>
          </a:fillRef>
          <a:effectRef idx="0">
            <a:srgbClr val="8830FE"/>
          </a:effectRef>
          <a:fontRef idx="minor">
            <a:srgbClr val="FFFFFF"/>
          </a:fontRef>
        </p:style>
        <p:txBody>
          <a:bodyPr wrap="square" lIns="0" tIns="0" rIns="0" bIns="0" rtlCol="0" anchor="b">
            <a:normAutofit/>
          </a:bodyPr>
          <a:p>
            <a:r>
              <a:rPr lang="en-US" sz="2800" b="1" kern="0" dirty="0">
                <a:solidFill>
                  <a:schemeClr val="accent4">
                    <a:lumMod val="70000"/>
                    <a:lumOff val="30000"/>
                  </a:schemeClr>
                </a:solidFill>
                <a:sym typeface="Arial" panose="020B0604020202020204" pitchFamily="34" charset="0"/>
              </a:rPr>
              <a:t>04</a:t>
            </a:r>
            <a:endParaRPr lang="en-US" sz="2800" b="1" kern="0" dirty="0">
              <a:solidFill>
                <a:schemeClr val="accent4">
                  <a:lumMod val="70000"/>
                  <a:lumOff val="3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32" name="任意多边形: 形状 8"/>
          <p:cNvSpPr/>
          <p:nvPr>
            <p:custDataLst>
              <p:tags r:id="rId10"/>
            </p:custDataLst>
          </p:nvPr>
        </p:nvSpPr>
        <p:spPr>
          <a:xfrm>
            <a:off x="3613468" y="3791268"/>
            <a:ext cx="4968875" cy="2318385"/>
          </a:xfrm>
          <a:custGeom>
            <a:avLst/>
            <a:gdLst>
              <a:gd name="connsiteX0" fmla="*/ 2484360 w 4968848"/>
              <a:gd name="connsiteY0" fmla="*/ 0 h 2318615"/>
              <a:gd name="connsiteX1" fmla="*/ 4965501 w 4968848"/>
              <a:gd name="connsiteY1" fmla="*/ 2253065 h 2318615"/>
              <a:gd name="connsiteX2" fmla="*/ 4968849 w 4968848"/>
              <a:gd name="connsiteY2" fmla="*/ 2318616 h 2318615"/>
              <a:gd name="connsiteX3" fmla="*/ 3839676 w 4968848"/>
              <a:gd name="connsiteY3" fmla="*/ 2318616 h 2318615"/>
              <a:gd name="connsiteX4" fmla="*/ 3833366 w 4968848"/>
              <a:gd name="connsiteY4" fmla="*/ 2192537 h 2318615"/>
              <a:gd name="connsiteX5" fmla="*/ 2122221 w 4968848"/>
              <a:gd name="connsiteY5" fmla="*/ 638637 h 2318615"/>
              <a:gd name="connsiteX6" fmla="*/ 410819 w 4968848"/>
              <a:gd name="connsiteY6" fmla="*/ 2192537 h 2318615"/>
              <a:gd name="connsiteX7" fmla="*/ 404509 w 4968848"/>
              <a:gd name="connsiteY7" fmla="*/ 2318616 h 2318615"/>
              <a:gd name="connsiteX8" fmla="*/ 0 w 4968848"/>
              <a:gd name="connsiteY8" fmla="*/ 2318616 h 2318615"/>
              <a:gd name="connsiteX9" fmla="*/ 3348 w 4968848"/>
              <a:gd name="connsiteY9" fmla="*/ 2253065 h 2318615"/>
              <a:gd name="connsiteX10" fmla="*/ 2484360 w 4968848"/>
              <a:gd name="connsiteY10" fmla="*/ 0 h 231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68848" h="2318615">
                <a:moveTo>
                  <a:pt x="2484360" y="0"/>
                </a:moveTo>
                <a:cubicBezTo>
                  <a:pt x="3775671" y="0"/>
                  <a:pt x="4837747" y="987511"/>
                  <a:pt x="4965501" y="2253065"/>
                </a:cubicBezTo>
                <a:lnTo>
                  <a:pt x="4968849" y="2318616"/>
                </a:lnTo>
                <a:lnTo>
                  <a:pt x="3839676" y="2318616"/>
                </a:lnTo>
                <a:lnTo>
                  <a:pt x="3833366" y="2192537"/>
                </a:lnTo>
                <a:cubicBezTo>
                  <a:pt x="3745278" y="1319772"/>
                  <a:pt x="3012758" y="638637"/>
                  <a:pt x="2122221" y="638637"/>
                </a:cubicBezTo>
                <a:cubicBezTo>
                  <a:pt x="1231684" y="638637"/>
                  <a:pt x="498907" y="1319772"/>
                  <a:pt x="410819" y="2192537"/>
                </a:cubicBezTo>
                <a:lnTo>
                  <a:pt x="404509" y="2318616"/>
                </a:lnTo>
                <a:lnTo>
                  <a:pt x="0" y="2318616"/>
                </a:lnTo>
                <a:lnTo>
                  <a:pt x="3348" y="2253065"/>
                </a:lnTo>
                <a:cubicBezTo>
                  <a:pt x="130973" y="987511"/>
                  <a:pt x="1193049" y="0"/>
                  <a:pt x="2484360" y="0"/>
                </a:cubicBezTo>
              </a:path>
            </a:pathLst>
          </a:custGeom>
          <a:solidFill>
            <a:schemeClr val="accent4"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10"/>
          <p:cNvSpPr/>
          <p:nvPr>
            <p:custDataLst>
              <p:tags r:id="rId11"/>
            </p:custDataLst>
          </p:nvPr>
        </p:nvSpPr>
        <p:spPr>
          <a:xfrm>
            <a:off x="3613468" y="3791268"/>
            <a:ext cx="4033520" cy="2318385"/>
          </a:xfrm>
          <a:custGeom>
            <a:avLst/>
            <a:gdLst>
              <a:gd name="connsiteX0" fmla="*/ 2484360 w 4033495"/>
              <a:gd name="connsiteY0" fmla="*/ 0 h 2318615"/>
              <a:gd name="connsiteX1" fmla="*/ 3850623 w 4033495"/>
              <a:gd name="connsiteY1" fmla="*/ 409789 h 2318615"/>
              <a:gd name="connsiteX2" fmla="*/ 3948112 w 4033495"/>
              <a:gd name="connsiteY2" fmla="*/ 482294 h 2318615"/>
              <a:gd name="connsiteX3" fmla="*/ 4033495 w 4033495"/>
              <a:gd name="connsiteY3" fmla="*/ 1170383 h 2318615"/>
              <a:gd name="connsiteX4" fmla="*/ 3420744 w 4033495"/>
              <a:gd name="connsiteY4" fmla="*/ 1236964 h 2318615"/>
              <a:gd name="connsiteX5" fmla="*/ 3388291 w 4033495"/>
              <a:gd name="connsiteY5" fmla="*/ 1198072 h 2318615"/>
              <a:gd name="connsiteX6" fmla="*/ 2122092 w 4033495"/>
              <a:gd name="connsiteY6" fmla="*/ 638637 h 2318615"/>
              <a:gd name="connsiteX7" fmla="*/ 410948 w 4033495"/>
              <a:gd name="connsiteY7" fmla="*/ 2192537 h 2318615"/>
              <a:gd name="connsiteX8" fmla="*/ 404637 w 4033495"/>
              <a:gd name="connsiteY8" fmla="*/ 2318616 h 2318615"/>
              <a:gd name="connsiteX9" fmla="*/ 0 w 4033495"/>
              <a:gd name="connsiteY9" fmla="*/ 2318616 h 2318615"/>
              <a:gd name="connsiteX10" fmla="*/ 3348 w 4033495"/>
              <a:gd name="connsiteY10" fmla="*/ 2253065 h 2318615"/>
              <a:gd name="connsiteX11" fmla="*/ 2484360 w 4033495"/>
              <a:gd name="connsiteY11" fmla="*/ 0 h 231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33495" h="2318615">
                <a:moveTo>
                  <a:pt x="2484360" y="0"/>
                </a:moveTo>
                <a:cubicBezTo>
                  <a:pt x="2988805" y="0"/>
                  <a:pt x="3458220" y="150677"/>
                  <a:pt x="3850623" y="409789"/>
                </a:cubicBezTo>
                <a:lnTo>
                  <a:pt x="3948112" y="482294"/>
                </a:lnTo>
                <a:lnTo>
                  <a:pt x="4033495" y="1170383"/>
                </a:lnTo>
                <a:lnTo>
                  <a:pt x="3420744" y="1236964"/>
                </a:lnTo>
                <a:lnTo>
                  <a:pt x="3388291" y="1198072"/>
                </a:lnTo>
                <a:cubicBezTo>
                  <a:pt x="3073930" y="854220"/>
                  <a:pt x="2623060" y="638637"/>
                  <a:pt x="2122092" y="638637"/>
                </a:cubicBezTo>
                <a:cubicBezTo>
                  <a:pt x="1231555" y="638637"/>
                  <a:pt x="499036" y="1319772"/>
                  <a:pt x="410948" y="2192537"/>
                </a:cubicBezTo>
                <a:lnTo>
                  <a:pt x="404637" y="2318616"/>
                </a:lnTo>
                <a:lnTo>
                  <a:pt x="0" y="2318616"/>
                </a:lnTo>
                <a:lnTo>
                  <a:pt x="3348" y="2253065"/>
                </a:lnTo>
                <a:cubicBezTo>
                  <a:pt x="130973" y="987511"/>
                  <a:pt x="1193049" y="0"/>
                  <a:pt x="2484360" y="0"/>
                </a:cubicBezTo>
              </a:path>
            </a:pathLst>
          </a:custGeom>
          <a:solidFill>
            <a:schemeClr val="accent3">
              <a:lumMod val="60000"/>
              <a:lumOff val="4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任意多边形: 形状 11"/>
          <p:cNvSpPr/>
          <p:nvPr>
            <p:custDataLst>
              <p:tags r:id="rId12"/>
            </p:custDataLst>
          </p:nvPr>
        </p:nvSpPr>
        <p:spPr>
          <a:xfrm>
            <a:off x="3613468" y="3816033"/>
            <a:ext cx="2414905" cy="2293620"/>
          </a:xfrm>
          <a:custGeom>
            <a:avLst/>
            <a:gdLst>
              <a:gd name="connsiteX0" fmla="*/ 2152099 w 2414945"/>
              <a:gd name="connsiteY0" fmla="*/ 0 h 2293889"/>
              <a:gd name="connsiteX1" fmla="*/ 2414946 w 2414945"/>
              <a:gd name="connsiteY1" fmla="*/ 306504 h 2293889"/>
              <a:gd name="connsiteX2" fmla="*/ 2173091 w 2414945"/>
              <a:gd name="connsiteY2" fmla="*/ 616615 h 2293889"/>
              <a:gd name="connsiteX3" fmla="*/ 2122092 w 2414945"/>
              <a:gd name="connsiteY3" fmla="*/ 613910 h 2293889"/>
              <a:gd name="connsiteX4" fmla="*/ 410948 w 2414945"/>
              <a:gd name="connsiteY4" fmla="*/ 2167811 h 2293889"/>
              <a:gd name="connsiteX5" fmla="*/ 404637 w 2414945"/>
              <a:gd name="connsiteY5" fmla="*/ 2293889 h 2293889"/>
              <a:gd name="connsiteX6" fmla="*/ 0 w 2414945"/>
              <a:gd name="connsiteY6" fmla="*/ 2293889 h 2293889"/>
              <a:gd name="connsiteX7" fmla="*/ 3348 w 2414945"/>
              <a:gd name="connsiteY7" fmla="*/ 2228339 h 2293889"/>
              <a:gd name="connsiteX8" fmla="*/ 2012369 w 2414945"/>
              <a:gd name="connsiteY8" fmla="*/ 20219 h 2293889"/>
              <a:gd name="connsiteX9" fmla="*/ 2152099 w 2414945"/>
              <a:gd name="connsiteY9" fmla="*/ 0 h 2293889"/>
              <a:gd name="connsiteX10" fmla="*/ 2152099 w 2414945"/>
              <a:gd name="connsiteY10" fmla="*/ 0 h 2293889"/>
              <a:gd name="connsiteX11" fmla="*/ 2152099 w 2414945"/>
              <a:gd name="connsiteY11" fmla="*/ 0 h 229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14945" h="2293889">
                <a:moveTo>
                  <a:pt x="2152099" y="0"/>
                </a:moveTo>
                <a:lnTo>
                  <a:pt x="2414946" y="306504"/>
                </a:lnTo>
                <a:lnTo>
                  <a:pt x="2173091" y="616615"/>
                </a:lnTo>
                <a:lnTo>
                  <a:pt x="2122092" y="613910"/>
                </a:lnTo>
                <a:cubicBezTo>
                  <a:pt x="1231555" y="613910"/>
                  <a:pt x="499036" y="1295046"/>
                  <a:pt x="410948" y="2167811"/>
                </a:cubicBezTo>
                <a:lnTo>
                  <a:pt x="404637" y="2293889"/>
                </a:lnTo>
                <a:lnTo>
                  <a:pt x="0" y="2293889"/>
                </a:lnTo>
                <a:lnTo>
                  <a:pt x="3348" y="2228339"/>
                </a:lnTo>
                <a:cubicBezTo>
                  <a:pt x="115132" y="1121059"/>
                  <a:pt x="942179" y="226530"/>
                  <a:pt x="2012369" y="20219"/>
                </a:cubicBezTo>
                <a:lnTo>
                  <a:pt x="2152099" y="0"/>
                </a:lnTo>
                <a:lnTo>
                  <a:pt x="2152099" y="0"/>
                </a:lnTo>
                <a:lnTo>
                  <a:pt x="215209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12"/>
          <p:cNvSpPr/>
          <p:nvPr>
            <p:custDataLst>
              <p:tags r:id="rId13"/>
            </p:custDataLst>
          </p:nvPr>
        </p:nvSpPr>
        <p:spPr>
          <a:xfrm>
            <a:off x="3613468" y="4488498"/>
            <a:ext cx="1022350" cy="1621155"/>
          </a:xfrm>
          <a:custGeom>
            <a:avLst/>
            <a:gdLst>
              <a:gd name="connsiteX0" fmla="*/ 759564 w 1022539"/>
              <a:gd name="connsiteY0" fmla="*/ 0 h 1620867"/>
              <a:gd name="connsiteX1" fmla="*/ 990859 w 1022539"/>
              <a:gd name="connsiteY1" fmla="*/ 0 h 1620867"/>
              <a:gd name="connsiteX2" fmla="*/ 1022540 w 1022539"/>
              <a:gd name="connsiteY2" fmla="*/ 342950 h 1620867"/>
              <a:gd name="connsiteX3" fmla="*/ 965489 w 1022539"/>
              <a:gd name="connsiteY3" fmla="*/ 390600 h 1620867"/>
              <a:gd name="connsiteX4" fmla="*/ 410819 w 1022539"/>
              <a:gd name="connsiteY4" fmla="*/ 1494789 h 1620867"/>
              <a:gd name="connsiteX5" fmla="*/ 404509 w 1022539"/>
              <a:gd name="connsiteY5" fmla="*/ 1620868 h 1620867"/>
              <a:gd name="connsiteX6" fmla="*/ 0 w 1022539"/>
              <a:gd name="connsiteY6" fmla="*/ 1620868 h 1620867"/>
              <a:gd name="connsiteX7" fmla="*/ 3348 w 1022539"/>
              <a:gd name="connsiteY7" fmla="*/ 1555317 h 1620867"/>
              <a:gd name="connsiteX8" fmla="*/ 751322 w 1022539"/>
              <a:gd name="connsiteY8" fmla="*/ 7341 h 1620867"/>
              <a:gd name="connsiteX9" fmla="*/ 759564 w 1022539"/>
              <a:gd name="connsiteY9" fmla="*/ 0 h 1620867"/>
              <a:gd name="connsiteX10" fmla="*/ 759564 w 1022539"/>
              <a:gd name="connsiteY10" fmla="*/ 0 h 1620867"/>
              <a:gd name="connsiteX11" fmla="*/ 759564 w 1022539"/>
              <a:gd name="connsiteY11" fmla="*/ 0 h 162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2539" h="1620867">
                <a:moveTo>
                  <a:pt x="759564" y="0"/>
                </a:moveTo>
                <a:lnTo>
                  <a:pt x="990859" y="0"/>
                </a:lnTo>
                <a:lnTo>
                  <a:pt x="1022540" y="342950"/>
                </a:lnTo>
                <a:lnTo>
                  <a:pt x="965489" y="390600"/>
                </a:lnTo>
                <a:cubicBezTo>
                  <a:pt x="660015" y="669931"/>
                  <a:pt x="454863" y="1058471"/>
                  <a:pt x="410819" y="1494789"/>
                </a:cubicBezTo>
                <a:lnTo>
                  <a:pt x="404509" y="1620868"/>
                </a:lnTo>
                <a:lnTo>
                  <a:pt x="0" y="1620868"/>
                </a:lnTo>
                <a:lnTo>
                  <a:pt x="3348" y="1555317"/>
                </a:lnTo>
                <a:cubicBezTo>
                  <a:pt x="64520" y="949777"/>
                  <a:pt x="339473" y="407857"/>
                  <a:pt x="751322" y="7341"/>
                </a:cubicBezTo>
                <a:lnTo>
                  <a:pt x="759564" y="0"/>
                </a:lnTo>
                <a:lnTo>
                  <a:pt x="759564" y="0"/>
                </a:lnTo>
                <a:lnTo>
                  <a:pt x="75956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16"/>
          <p:cNvSpPr/>
          <p:nvPr>
            <p:custDataLst>
              <p:tags r:id="rId14"/>
            </p:custDataLst>
          </p:nvPr>
        </p:nvSpPr>
        <p:spPr>
          <a:xfrm>
            <a:off x="3606483" y="6106478"/>
            <a:ext cx="412106" cy="51513"/>
          </a:xfrm>
          <a:custGeom>
            <a:avLst/>
            <a:gdLst>
              <a:gd name="connsiteX0" fmla="*/ 0 w 412106"/>
              <a:gd name="connsiteY0" fmla="*/ 0 h 51513"/>
              <a:gd name="connsiteX1" fmla="*/ 412107 w 412106"/>
              <a:gd name="connsiteY1" fmla="*/ 0 h 51513"/>
              <a:gd name="connsiteX2" fmla="*/ 412107 w 412106"/>
              <a:gd name="connsiteY2" fmla="*/ 51513 h 51513"/>
              <a:gd name="connsiteX3" fmla="*/ 0 w 412106"/>
              <a:gd name="connsiteY3" fmla="*/ 51513 h 5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06" h="51513">
                <a:moveTo>
                  <a:pt x="0" y="0"/>
                </a:moveTo>
                <a:lnTo>
                  <a:pt x="412107" y="0"/>
                </a:lnTo>
                <a:lnTo>
                  <a:pt x="412107" y="51513"/>
                </a:lnTo>
                <a:lnTo>
                  <a:pt x="0" y="515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21"/>
          <p:cNvSpPr/>
          <p:nvPr>
            <p:custDataLst>
              <p:tags r:id="rId15"/>
            </p:custDataLst>
          </p:nvPr>
        </p:nvSpPr>
        <p:spPr>
          <a:xfrm>
            <a:off x="7450138" y="6093778"/>
            <a:ext cx="1133293" cy="51513"/>
          </a:xfrm>
          <a:custGeom>
            <a:avLst/>
            <a:gdLst>
              <a:gd name="connsiteX0" fmla="*/ 0 w 1133293"/>
              <a:gd name="connsiteY0" fmla="*/ 0 h 51513"/>
              <a:gd name="connsiteX1" fmla="*/ 1133294 w 1133293"/>
              <a:gd name="connsiteY1" fmla="*/ 0 h 51513"/>
              <a:gd name="connsiteX2" fmla="*/ 1133294 w 1133293"/>
              <a:gd name="connsiteY2" fmla="*/ 51513 h 51513"/>
              <a:gd name="connsiteX3" fmla="*/ 0 w 1133293"/>
              <a:gd name="connsiteY3" fmla="*/ 51513 h 5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293" h="51513">
                <a:moveTo>
                  <a:pt x="0" y="0"/>
                </a:moveTo>
                <a:lnTo>
                  <a:pt x="1133294" y="0"/>
                </a:lnTo>
                <a:lnTo>
                  <a:pt x="1133294" y="51513"/>
                </a:lnTo>
                <a:lnTo>
                  <a:pt x="0" y="51513"/>
                </a:lnTo>
                <a:close/>
              </a:path>
            </a:pathLst>
          </a:custGeom>
          <a:solidFill>
            <a:schemeClr val="accent4"/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8" name="图形 2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5583238" y="4111943"/>
            <a:ext cx="1315720" cy="2130213"/>
          </a:xfrm>
          <a:custGeom>
            <a:avLst/>
            <a:gdLst>
              <a:gd name="connsiteX0" fmla="*/ 209551 w 1315720"/>
              <a:gd name="connsiteY0" fmla="*/ 1769534 h 2130213"/>
              <a:gd name="connsiteX1" fmla="*/ 71121 w 1315720"/>
              <a:gd name="connsiteY1" fmla="*/ 1907964 h 2130213"/>
              <a:gd name="connsiteX2" fmla="*/ 209551 w 1315720"/>
              <a:gd name="connsiteY2" fmla="*/ 2046394 h 2130213"/>
              <a:gd name="connsiteX3" fmla="*/ 347981 w 1315720"/>
              <a:gd name="connsiteY3" fmla="*/ 1907964 h 2130213"/>
              <a:gd name="connsiteX4" fmla="*/ 209551 w 1315720"/>
              <a:gd name="connsiteY4" fmla="*/ 1769534 h 2130213"/>
              <a:gd name="connsiteX5" fmla="*/ 0 w 1315720"/>
              <a:gd name="connsiteY5" fmla="*/ 0 h 2130213"/>
              <a:gd name="connsiteX6" fmla="*/ 1315720 w 1315720"/>
              <a:gd name="connsiteY6" fmla="*/ 0 h 2130213"/>
              <a:gd name="connsiteX7" fmla="*/ 1315720 w 1315720"/>
              <a:gd name="connsiteY7" fmla="*/ 2130213 h 2130213"/>
              <a:gd name="connsiteX8" fmla="*/ 0 w 1315720"/>
              <a:gd name="connsiteY8" fmla="*/ 2130213 h 213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5720" h="2130213">
                <a:moveTo>
                  <a:pt x="209551" y="1769534"/>
                </a:moveTo>
                <a:cubicBezTo>
                  <a:pt x="133098" y="1769534"/>
                  <a:pt x="71121" y="1831511"/>
                  <a:pt x="71121" y="1907964"/>
                </a:cubicBezTo>
                <a:cubicBezTo>
                  <a:pt x="71121" y="1984417"/>
                  <a:pt x="133098" y="2046394"/>
                  <a:pt x="209551" y="2046394"/>
                </a:cubicBezTo>
                <a:cubicBezTo>
                  <a:pt x="286004" y="2046394"/>
                  <a:pt x="347981" y="1984417"/>
                  <a:pt x="347981" y="1907964"/>
                </a:cubicBezTo>
                <a:cubicBezTo>
                  <a:pt x="347981" y="1831511"/>
                  <a:pt x="286004" y="1769534"/>
                  <a:pt x="209551" y="1769534"/>
                </a:cubicBezTo>
                <a:close/>
                <a:moveTo>
                  <a:pt x="0" y="0"/>
                </a:moveTo>
                <a:lnTo>
                  <a:pt x="1315720" y="0"/>
                </a:lnTo>
                <a:lnTo>
                  <a:pt x="1315720" y="2130213"/>
                </a:lnTo>
                <a:lnTo>
                  <a:pt x="0" y="2130213"/>
                </a:lnTo>
                <a:close/>
              </a:path>
            </a:pathLst>
          </a:custGeom>
        </p:spPr>
      </p:pic>
    </p:spTree>
    <p:custDataLst>
      <p:tags r:id="rId1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COMPILATION</a:t>
            </a:r>
            <a:endParaRPr lang="en-US" dirty="0">
              <a:sym typeface="+mn-ea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1276668" y="2559686"/>
            <a:ext cx="0" cy="718157"/>
          </a:xfrm>
          <a:prstGeom prst="line">
            <a:avLst/>
          </a:prstGeom>
          <a:ln w="19050">
            <a:solidFill>
              <a:srgbClr val="000000">
                <a:lumMod val="40000"/>
                <a:lumOff val="60000"/>
                <a:alpha val="20000"/>
              </a:srgbClr>
            </a:solidFill>
          </a:ln>
        </p:spPr>
        <p:style>
          <a:lnRef idx="1">
            <a:srgbClr val="F84949"/>
          </a:lnRef>
          <a:fillRef idx="0">
            <a:srgbClr val="F84949"/>
          </a:fillRef>
          <a:effectRef idx="0">
            <a:srgbClr val="F84949"/>
          </a:effectRef>
          <a:fontRef idx="minor">
            <a:srgbClr val="000000"/>
          </a:fontRef>
        </p:style>
      </p:cxnSp>
      <p:sp>
        <p:nvSpPr>
          <p:cNvPr id="41" name="圆角矩形 9"/>
          <p:cNvSpPr/>
          <p:nvPr>
            <p:custDataLst>
              <p:tags r:id="rId3"/>
            </p:custDataLst>
          </p:nvPr>
        </p:nvSpPr>
        <p:spPr>
          <a:xfrm>
            <a:off x="1658303" y="1847215"/>
            <a:ext cx="9525000" cy="888698"/>
          </a:xfrm>
          <a:prstGeom prst="roundRect">
            <a:avLst>
              <a:gd name="adj" fmla="val 50000"/>
            </a:avLst>
          </a:prstGeom>
          <a:solidFill>
            <a:srgbClr val="000000">
              <a:lumMod val="75000"/>
              <a:lumOff val="25000"/>
              <a:alpha val="15000"/>
            </a:srgb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圆角矩形 71"/>
          <p:cNvSpPr/>
          <p:nvPr>
            <p:custDataLst>
              <p:tags r:id="rId4"/>
            </p:custDataLst>
          </p:nvPr>
        </p:nvSpPr>
        <p:spPr>
          <a:xfrm flipH="1">
            <a:off x="1832928" y="1966596"/>
            <a:ext cx="1989455" cy="6499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 fontScale="90000"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sym typeface="Microsoft YaHei" panose="020B0503020204020204" charset="-122"/>
              </a:rPr>
              <a:t>Syntax Checking:</a:t>
            </a:r>
            <a:endParaRPr lang="en-US" b="1" dirty="0">
              <a:solidFill>
                <a:srgbClr val="FFFFFF"/>
              </a:solidFill>
              <a:sym typeface="Microsoft YaHei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4198938" y="1887220"/>
            <a:ext cx="6696206" cy="8082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 lnSpcReduction="2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>
                    <a:lumMod val="85000"/>
                    <a:lumOff val="15000"/>
                  </a:srgbClr>
                </a:solidFill>
              </a:rPr>
              <a:t>It reads your code like an English teacher checking grammar. If you forgot a semicolon (;) or misspelled a variable name, the process stops here and throws a Compile-time Error.</a:t>
            </a:r>
            <a:endParaRPr lang="en-US" sz="1400" dirty="0">
              <a:solidFill>
                <a:srgbClr val="000000">
                  <a:lumMod val="85000"/>
                  <a:lumOff val="15000"/>
                </a:srgbClr>
              </a:solidFill>
            </a:endParaRPr>
          </a:p>
        </p:txBody>
      </p:sp>
      <p:sp>
        <p:nvSpPr>
          <p:cNvPr id="15" name="序号"/>
          <p:cNvSpPr/>
          <p:nvPr>
            <p:custDataLst>
              <p:tags r:id="rId6"/>
            </p:custDataLst>
          </p:nvPr>
        </p:nvSpPr>
        <p:spPr>
          <a:xfrm>
            <a:off x="1008063" y="2023111"/>
            <a:ext cx="536400" cy="536400"/>
          </a:xfrm>
          <a:prstGeom prst="ellipse">
            <a:avLst/>
          </a:prstGeom>
          <a:solidFill>
            <a:srgbClr val="000000">
              <a:lumMod val="75000"/>
              <a:lumOff val="25000"/>
              <a:alpha val="15000"/>
            </a:srgb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80000"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  <a:sym typeface="Arial" panose="020B0604020202020204" pitchFamily="34" charset="0"/>
              </a:rPr>
              <a:t>1</a:t>
            </a:r>
            <a:endParaRPr lang="en-US" dirty="0">
              <a:solidFill>
                <a:srgbClr val="000000">
                  <a:lumMod val="75000"/>
                  <a:lumOff val="25000"/>
                </a:srgbClr>
              </a:solidFill>
              <a:sym typeface="Arial" panose="020B0604020202020204" pitchFamily="34" charset="0"/>
            </a:endParaRPr>
          </a:p>
        </p:txBody>
      </p:sp>
      <p:sp>
        <p:nvSpPr>
          <p:cNvPr id="3" name="圆角矩形 9"/>
          <p:cNvSpPr/>
          <p:nvPr>
            <p:custDataLst>
              <p:tags r:id="rId7"/>
            </p:custDataLst>
          </p:nvPr>
        </p:nvSpPr>
        <p:spPr>
          <a:xfrm>
            <a:off x="1658303" y="3101341"/>
            <a:ext cx="9525000" cy="888698"/>
          </a:xfrm>
          <a:prstGeom prst="roundRect">
            <a:avLst>
              <a:gd name="adj" fmla="val 50000"/>
            </a:avLst>
          </a:prstGeom>
          <a:solidFill>
            <a:srgbClr val="000000">
              <a:lumMod val="75000"/>
              <a:lumOff val="25000"/>
              <a:alpha val="15000"/>
            </a:srgb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圆角矩形 6"/>
          <p:cNvSpPr/>
          <p:nvPr>
            <p:custDataLst>
              <p:tags r:id="rId8"/>
            </p:custDataLst>
          </p:nvPr>
        </p:nvSpPr>
        <p:spPr>
          <a:xfrm flipH="1">
            <a:off x="1832928" y="3220721"/>
            <a:ext cx="1989455" cy="6499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 fontScale="80000"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b="1">
                <a:solidFill>
                  <a:srgbClr val="FFFFFF"/>
                </a:solidFill>
                <a:sym typeface="Microsoft YaHei" panose="020B0503020204020204" charset="-122"/>
              </a:rPr>
              <a:t>Code Optimization:</a:t>
            </a:r>
            <a:endParaRPr lang="en-US" b="1">
              <a:solidFill>
                <a:srgbClr val="FFFFFF"/>
              </a:solidFill>
              <a:sym typeface="Microsoft YaHei" panose="020B0503020204020204" charset="-122"/>
            </a:endParaRPr>
          </a:p>
        </p:txBody>
      </p:sp>
      <p:sp>
        <p:nvSpPr>
          <p:cNvPr id="6" name="矩形 2"/>
          <p:cNvSpPr/>
          <p:nvPr>
            <p:custDataLst>
              <p:tags r:id="rId9"/>
            </p:custDataLst>
          </p:nvPr>
        </p:nvSpPr>
        <p:spPr>
          <a:xfrm>
            <a:off x="4198938" y="3141981"/>
            <a:ext cx="6696206" cy="8082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 lnSpcReduction="2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>
                    <a:lumMod val="85000"/>
                    <a:lumOff val="15000"/>
                  </a:srgbClr>
                </a:solidFill>
              </a:rPr>
              <a:t>It rewrites your logic to make it run faster or use less battery. For example, if you wrote int x = 2 + 2;, the compiler optimizes it to int x = 4; so the computer doesn't waste time doing math while running.</a:t>
            </a:r>
            <a:endParaRPr lang="en-US" sz="1400">
              <a:solidFill>
                <a:srgbClr val="000000">
                  <a:lumMod val="85000"/>
                  <a:lumOff val="15000"/>
                </a:srgbClr>
              </a:solidFill>
            </a:endParaRPr>
          </a:p>
        </p:txBody>
      </p:sp>
      <p:sp>
        <p:nvSpPr>
          <p:cNvPr id="22" name="序号"/>
          <p:cNvSpPr/>
          <p:nvPr>
            <p:custDataLst>
              <p:tags r:id="rId10"/>
            </p:custDataLst>
          </p:nvPr>
        </p:nvSpPr>
        <p:spPr>
          <a:xfrm>
            <a:off x="1008063" y="3277871"/>
            <a:ext cx="536400" cy="536400"/>
          </a:xfrm>
          <a:prstGeom prst="ellipse">
            <a:avLst/>
          </a:prstGeom>
          <a:solidFill>
            <a:srgbClr val="000000">
              <a:lumMod val="75000"/>
              <a:lumOff val="25000"/>
              <a:alpha val="15000"/>
            </a:srgb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80000"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>
                <a:solidFill>
                  <a:srgbClr val="000000">
                    <a:lumMod val="75000"/>
                    <a:lumOff val="25000"/>
                  </a:srgbClr>
                </a:solidFill>
                <a:sym typeface="Arial" panose="020B0604020202020204" pitchFamily="34" charset="0"/>
              </a:rPr>
              <a:t>2</a:t>
            </a:r>
            <a:endParaRPr lang="en-US">
              <a:solidFill>
                <a:srgbClr val="000000">
                  <a:lumMod val="75000"/>
                  <a:lumOff val="25000"/>
                </a:srgbClr>
              </a:solidFill>
              <a:sym typeface="Arial" panose="020B0604020202020204" pitchFamily="34" charset="0"/>
            </a:endParaRPr>
          </a:p>
        </p:txBody>
      </p:sp>
      <p:sp>
        <p:nvSpPr>
          <p:cNvPr id="10" name="圆角矩形 9"/>
          <p:cNvSpPr/>
          <p:nvPr>
            <p:custDataLst>
              <p:tags r:id="rId11"/>
            </p:custDataLst>
          </p:nvPr>
        </p:nvSpPr>
        <p:spPr>
          <a:xfrm>
            <a:off x="1658303" y="4356101"/>
            <a:ext cx="9525000" cy="888698"/>
          </a:xfrm>
          <a:prstGeom prst="roundRect">
            <a:avLst>
              <a:gd name="adj" fmla="val 50000"/>
            </a:avLst>
          </a:prstGeom>
          <a:solidFill>
            <a:srgbClr val="000000">
              <a:lumMod val="75000"/>
              <a:lumOff val="25000"/>
              <a:alpha val="15000"/>
            </a:srgb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圆角矩形 11"/>
          <p:cNvSpPr/>
          <p:nvPr>
            <p:custDataLst>
              <p:tags r:id="rId12"/>
            </p:custDataLst>
          </p:nvPr>
        </p:nvSpPr>
        <p:spPr>
          <a:xfrm flipH="1">
            <a:off x="1832928" y="4475481"/>
            <a:ext cx="1989455" cy="64990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b="1">
                <a:solidFill>
                  <a:srgbClr val="FFFFFF"/>
                </a:solidFill>
                <a:sym typeface="Microsoft YaHei" panose="020B0503020204020204" charset="-122"/>
              </a:rPr>
              <a:t>Translation:</a:t>
            </a:r>
            <a:endParaRPr lang="en-US" b="1">
              <a:solidFill>
                <a:srgbClr val="FFFFFF"/>
              </a:solidFill>
              <a:sym typeface="Microsoft YaHei" panose="020B0503020204020204" charset="-122"/>
            </a:endParaRPr>
          </a:p>
        </p:txBody>
      </p:sp>
      <p:sp>
        <p:nvSpPr>
          <p:cNvPr id="8" name="矩形 3"/>
          <p:cNvSpPr/>
          <p:nvPr>
            <p:custDataLst>
              <p:tags r:id="rId13"/>
            </p:custDataLst>
          </p:nvPr>
        </p:nvSpPr>
        <p:spPr>
          <a:xfrm>
            <a:off x="4198938" y="4396106"/>
            <a:ext cx="6696206" cy="8082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>
                    <a:lumMod val="85000"/>
                    <a:lumOff val="15000"/>
                  </a:srgbClr>
                </a:solidFill>
              </a:rPr>
              <a:t>It translates human-friendly commands (like if, while, and for) into low-level CPU text instructions (like CMP for compare, or JMP for jump).</a:t>
            </a:r>
            <a:endParaRPr lang="en-US" sz="1400">
              <a:solidFill>
                <a:srgbClr val="000000">
                  <a:lumMod val="85000"/>
                  <a:lumOff val="15000"/>
                </a:srgbClr>
              </a:solidFill>
            </a:endParaRPr>
          </a:p>
        </p:txBody>
      </p:sp>
      <p:sp>
        <p:nvSpPr>
          <p:cNvPr id="23" name="序号"/>
          <p:cNvSpPr/>
          <p:nvPr>
            <p:custDataLst>
              <p:tags r:id="rId14"/>
            </p:custDataLst>
          </p:nvPr>
        </p:nvSpPr>
        <p:spPr>
          <a:xfrm>
            <a:off x="1008063" y="4531996"/>
            <a:ext cx="536400" cy="536400"/>
          </a:xfrm>
          <a:prstGeom prst="ellipse">
            <a:avLst/>
          </a:prstGeom>
          <a:solidFill>
            <a:srgbClr val="000000">
              <a:lumMod val="75000"/>
              <a:lumOff val="25000"/>
              <a:alpha val="15000"/>
            </a:srgb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80000"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>
                <a:solidFill>
                  <a:srgbClr val="000000">
                    <a:lumMod val="75000"/>
                    <a:lumOff val="25000"/>
                  </a:srgbClr>
                </a:solidFill>
                <a:sym typeface="Arial" panose="020B0604020202020204" pitchFamily="34" charset="0"/>
              </a:rPr>
              <a:t>3</a:t>
            </a:r>
            <a:endParaRPr lang="en-US">
              <a:solidFill>
                <a:srgbClr val="000000">
                  <a:lumMod val="75000"/>
                  <a:lumOff val="25000"/>
                </a:srgbClr>
              </a:solidFill>
              <a:sym typeface="Arial" panose="020B0604020202020204" pitchFamily="34" charset="0"/>
            </a:endParaRPr>
          </a:p>
        </p:txBody>
      </p:sp>
      <p:sp>
        <p:nvSpPr>
          <p:cNvPr id="18" name="圆角矩形 17"/>
          <p:cNvSpPr/>
          <p:nvPr>
            <p:custDataLst>
              <p:tags r:id="rId15"/>
            </p:custDataLst>
          </p:nvPr>
        </p:nvSpPr>
        <p:spPr>
          <a:xfrm>
            <a:off x="1658303" y="5610860"/>
            <a:ext cx="9525000" cy="888698"/>
          </a:xfrm>
          <a:prstGeom prst="roundRect">
            <a:avLst>
              <a:gd name="adj" fmla="val 50000"/>
            </a:avLst>
          </a:prstGeom>
          <a:solidFill>
            <a:srgbClr val="000000">
              <a:lumMod val="75000"/>
              <a:lumOff val="25000"/>
              <a:alpha val="15000"/>
            </a:srgb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圆角矩形 19"/>
          <p:cNvSpPr/>
          <p:nvPr>
            <p:custDataLst>
              <p:tags r:id="rId16"/>
            </p:custDataLst>
          </p:nvPr>
        </p:nvSpPr>
        <p:spPr>
          <a:xfrm flipH="1">
            <a:off x="1832928" y="5730241"/>
            <a:ext cx="1989455" cy="64990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 fontScale="90000"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b="1">
                <a:solidFill>
                  <a:srgbClr val="FFFFFF"/>
                </a:solidFill>
                <a:sym typeface="Microsoft YaHei" panose="020B0503020204020204" charset="-122"/>
              </a:rPr>
              <a:t>Output Format:</a:t>
            </a:r>
            <a:endParaRPr lang="en-US" b="1">
              <a:solidFill>
                <a:srgbClr val="FFFFFF"/>
              </a:solidFill>
              <a:sym typeface="Microsoft YaHei" panose="020B0503020204020204" charset="-122"/>
            </a:endParaRPr>
          </a:p>
        </p:txBody>
      </p:sp>
      <p:sp>
        <p:nvSpPr>
          <p:cNvPr id="9" name="矩形 5"/>
          <p:cNvSpPr/>
          <p:nvPr>
            <p:custDataLst>
              <p:tags r:id="rId17"/>
            </p:custDataLst>
          </p:nvPr>
        </p:nvSpPr>
        <p:spPr>
          <a:xfrm>
            <a:off x="4198938" y="5650866"/>
            <a:ext cx="6696206" cy="8082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>
                    <a:lumMod val="85000"/>
                    <a:lumOff val="15000"/>
                  </a:srgbClr>
                </a:solidFill>
              </a:rPr>
              <a:t>The .i file is converted into .s file.</a:t>
            </a:r>
            <a:endParaRPr lang="en-US" sz="1400">
              <a:solidFill>
                <a:srgbClr val="000000">
                  <a:lumMod val="85000"/>
                  <a:lumOff val="15000"/>
                </a:srgbClr>
              </a:solidFill>
            </a:endParaRPr>
          </a:p>
        </p:txBody>
      </p:sp>
      <p:sp>
        <p:nvSpPr>
          <p:cNvPr id="24" name="序号"/>
          <p:cNvSpPr/>
          <p:nvPr>
            <p:custDataLst>
              <p:tags r:id="rId18"/>
            </p:custDataLst>
          </p:nvPr>
        </p:nvSpPr>
        <p:spPr>
          <a:xfrm>
            <a:off x="1008063" y="5786755"/>
            <a:ext cx="536400" cy="536400"/>
          </a:xfrm>
          <a:prstGeom prst="ellipse">
            <a:avLst/>
          </a:prstGeom>
          <a:solidFill>
            <a:srgbClr val="000000">
              <a:lumMod val="75000"/>
              <a:lumOff val="25000"/>
              <a:alpha val="15000"/>
            </a:srgb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80000"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>
                <a:solidFill>
                  <a:srgbClr val="000000">
                    <a:lumMod val="75000"/>
                    <a:lumOff val="25000"/>
                  </a:srgbClr>
                </a:solidFill>
                <a:sym typeface="Arial" panose="020B0604020202020204" pitchFamily="34" charset="0"/>
              </a:rPr>
              <a:t>4</a:t>
            </a:r>
            <a:endParaRPr lang="en-US">
              <a:solidFill>
                <a:srgbClr val="000000">
                  <a:lumMod val="75000"/>
                  <a:lumOff val="25000"/>
                </a:srgbClr>
              </a:solidFill>
              <a:sym typeface="Arial" panose="020B0604020202020204" pitchFamily="34" charset="0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9"/>
            </p:custDataLst>
          </p:nvPr>
        </p:nvCxnSpPr>
        <p:spPr>
          <a:xfrm>
            <a:off x="1276668" y="3813811"/>
            <a:ext cx="0" cy="718157"/>
          </a:xfrm>
          <a:prstGeom prst="line">
            <a:avLst/>
          </a:prstGeom>
          <a:ln w="19050">
            <a:solidFill>
              <a:srgbClr val="000000">
                <a:lumMod val="40000"/>
                <a:lumOff val="60000"/>
                <a:alpha val="20000"/>
              </a:srgbClr>
            </a:solidFill>
          </a:ln>
        </p:spPr>
        <p:style>
          <a:lnRef idx="1">
            <a:srgbClr val="F84949"/>
          </a:lnRef>
          <a:fillRef idx="0">
            <a:srgbClr val="F84949"/>
          </a:fillRef>
          <a:effectRef idx="0">
            <a:srgbClr val="F84949"/>
          </a:effectRef>
          <a:fontRef idx="minor">
            <a:srgbClr val="000000"/>
          </a:fontRef>
        </p:style>
      </p:cxnSp>
      <p:cxnSp>
        <p:nvCxnSpPr>
          <p:cNvPr id="27" name="直接连接符 26"/>
          <p:cNvCxnSpPr/>
          <p:nvPr>
            <p:custDataLst>
              <p:tags r:id="rId20"/>
            </p:custDataLst>
          </p:nvPr>
        </p:nvCxnSpPr>
        <p:spPr>
          <a:xfrm>
            <a:off x="1276668" y="5068571"/>
            <a:ext cx="0" cy="718157"/>
          </a:xfrm>
          <a:prstGeom prst="line">
            <a:avLst/>
          </a:prstGeom>
          <a:ln w="19050">
            <a:solidFill>
              <a:srgbClr val="000000">
                <a:lumMod val="40000"/>
                <a:lumOff val="60000"/>
                <a:alpha val="20000"/>
              </a:srgbClr>
            </a:solidFill>
          </a:ln>
        </p:spPr>
        <p:style>
          <a:lnRef idx="1">
            <a:srgbClr val="F84949"/>
          </a:lnRef>
          <a:fillRef idx="0">
            <a:srgbClr val="F84949"/>
          </a:fillRef>
          <a:effectRef idx="0">
            <a:srgbClr val="F84949"/>
          </a:effectRef>
          <a:fontRef idx="minor">
            <a:srgbClr val="000000"/>
          </a:fontRef>
        </p:style>
      </p:cxnSp>
    </p:spTree>
    <p:custDataLst>
      <p:tags r:id="rId2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ASSEMBLY</a:t>
            </a:r>
            <a:endParaRPr lang="en-US" dirty="0">
              <a:sym typeface="+mn-ea"/>
            </a:endParaRPr>
          </a:p>
        </p:txBody>
      </p:sp>
      <p:sp>
        <p:nvSpPr>
          <p:cNvPr id="67" name="椭圆 45"/>
          <p:cNvSpPr/>
          <p:nvPr>
            <p:custDataLst>
              <p:tags r:id="rId2"/>
            </p:custDataLst>
          </p:nvPr>
        </p:nvSpPr>
        <p:spPr>
          <a:xfrm rot="20825450">
            <a:off x="4491038" y="3964623"/>
            <a:ext cx="3208517" cy="93523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椭圆 33"/>
          <p:cNvSpPr/>
          <p:nvPr>
            <p:custDataLst>
              <p:tags r:id="rId3"/>
            </p:custDataLst>
          </p:nvPr>
        </p:nvSpPr>
        <p:spPr>
          <a:xfrm rot="20825450">
            <a:off x="3440113" y="3573463"/>
            <a:ext cx="5310407" cy="1717638"/>
          </a:xfrm>
          <a:prstGeom prst="ellipse">
            <a:avLst/>
          </a:prstGeom>
          <a:noFill/>
          <a:ln w="28575">
            <a:gradFill>
              <a:gsLst>
                <a:gs pos="43800">
                  <a:schemeClr val="accent1">
                    <a:alpha val="70000"/>
                  </a:schemeClr>
                </a:gs>
                <a:gs pos="0">
                  <a:schemeClr val="accent1">
                    <a:lumMod val="51000"/>
                    <a:lumOff val="49000"/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4200000" scaled="0"/>
            </a:gradFill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直接连接符 12"/>
          <p:cNvSpPr/>
          <p:nvPr>
            <p:custDataLst>
              <p:tags r:id="rId4"/>
            </p:custDataLst>
          </p:nvPr>
        </p:nvSpPr>
        <p:spPr>
          <a:xfrm rot="20825450">
            <a:off x="4071303" y="3842068"/>
            <a:ext cx="4047490" cy="1179830"/>
          </a:xfrm>
          <a:prstGeom prst="arc">
            <a:avLst>
              <a:gd name="adj1" fmla="val 20527655"/>
              <a:gd name="adj2" fmla="val 873588"/>
            </a:avLst>
          </a:prstGeom>
          <a:noFill/>
          <a:ln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 scaled="1"/>
              <a:tileRect/>
            </a:gradFill>
            <a:headEnd type="none"/>
            <a:tailEnd type="arrow"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椭圆 1"/>
          <p:cNvSpPr/>
          <p:nvPr>
            <p:custDataLst>
              <p:tags r:id="rId5"/>
            </p:custDataLst>
          </p:nvPr>
        </p:nvSpPr>
        <p:spPr>
          <a:xfrm rot="20825450">
            <a:off x="3809683" y="3765868"/>
            <a:ext cx="4570917" cy="1332356"/>
          </a:xfrm>
          <a:prstGeom prst="arc">
            <a:avLst>
              <a:gd name="adj1" fmla="val 8633663"/>
              <a:gd name="adj2" fmla="val 11845791"/>
            </a:avLst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56000">
                  <a:schemeClr val="accent1">
                    <a:alpha val="28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headEnd type="none"/>
            <a:tailEnd type="arrow"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椭圆 1"/>
          <p:cNvSpPr/>
          <p:nvPr>
            <p:custDataLst>
              <p:tags r:id="rId6"/>
            </p:custDataLst>
          </p:nvPr>
        </p:nvSpPr>
        <p:spPr bwMode="auto">
          <a:xfrm>
            <a:off x="8231823" y="3402013"/>
            <a:ext cx="436567" cy="43656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rgbClr val="FF7429"/>
          </a:lnRef>
          <a:fillRef idx="2">
            <a:srgbClr val="FF7429"/>
          </a:fillRef>
          <a:effectRef idx="1">
            <a:srgbClr val="FF7429"/>
          </a:effectRef>
          <a:fontRef idx="minor">
            <a:srgbClr val="000000"/>
          </a:fontRef>
        </p:style>
        <p:txBody>
          <a:bodyPr rtlCol="0" anchor="ctr">
            <a:normAutofit fontScale="77500"/>
          </a:bodyPr>
          <a:lstStyle/>
          <a:p>
            <a:pPr algn="ctr"/>
            <a:endParaRPr lang="en-US" dirty="0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Oval 41"/>
          <p:cNvSpPr/>
          <p:nvPr>
            <p:custDataLst>
              <p:tags r:id="rId7"/>
            </p:custDataLst>
          </p:nvPr>
        </p:nvSpPr>
        <p:spPr>
          <a:xfrm>
            <a:off x="8352473" y="3522663"/>
            <a:ext cx="195299" cy="195005"/>
          </a:xfrm>
          <a:custGeom>
            <a:avLst/>
            <a:gdLst>
              <a:gd name="connsiteX0" fmla="*/ 241805 w 609191"/>
              <a:gd name="connsiteY0" fmla="*/ 126251 h 608274"/>
              <a:gd name="connsiteX1" fmla="*/ 37679 w 609191"/>
              <a:gd name="connsiteY1" fmla="*/ 348029 h 608274"/>
              <a:gd name="connsiteX2" fmla="*/ 260645 w 609191"/>
              <a:gd name="connsiteY2" fmla="*/ 570653 h 608274"/>
              <a:gd name="connsiteX3" fmla="*/ 482764 w 609191"/>
              <a:gd name="connsiteY3" fmla="*/ 366839 h 608274"/>
              <a:gd name="connsiteX4" fmla="*/ 373117 w 609191"/>
              <a:gd name="connsiteY4" fmla="*/ 366839 h 608274"/>
              <a:gd name="connsiteX5" fmla="*/ 260645 w 609191"/>
              <a:gd name="connsiteY5" fmla="*/ 461927 h 608274"/>
              <a:gd name="connsiteX6" fmla="*/ 146571 w 609191"/>
              <a:gd name="connsiteY6" fmla="*/ 348029 h 608274"/>
              <a:gd name="connsiteX7" fmla="*/ 241805 w 609191"/>
              <a:gd name="connsiteY7" fmla="*/ 235635 h 608274"/>
              <a:gd name="connsiteX8" fmla="*/ 260645 w 609191"/>
              <a:gd name="connsiteY8" fmla="*/ 87783 h 608274"/>
              <a:gd name="connsiteX9" fmla="*/ 279484 w 609191"/>
              <a:gd name="connsiteY9" fmla="*/ 87783 h 608274"/>
              <a:gd name="connsiteX10" fmla="*/ 279484 w 609191"/>
              <a:gd name="connsiteY10" fmla="*/ 271752 h 608274"/>
              <a:gd name="connsiteX11" fmla="*/ 260645 w 609191"/>
              <a:gd name="connsiteY11" fmla="*/ 271752 h 608274"/>
              <a:gd name="connsiteX12" fmla="*/ 184251 w 609191"/>
              <a:gd name="connsiteY12" fmla="*/ 348029 h 608274"/>
              <a:gd name="connsiteX13" fmla="*/ 260645 w 609191"/>
              <a:gd name="connsiteY13" fmla="*/ 424306 h 608274"/>
              <a:gd name="connsiteX14" fmla="*/ 337040 w 609191"/>
              <a:gd name="connsiteY14" fmla="*/ 348029 h 608274"/>
              <a:gd name="connsiteX15" fmla="*/ 337040 w 609191"/>
              <a:gd name="connsiteY15" fmla="*/ 329218 h 608274"/>
              <a:gd name="connsiteX16" fmla="*/ 521196 w 609191"/>
              <a:gd name="connsiteY16" fmla="*/ 329218 h 608274"/>
              <a:gd name="connsiteX17" fmla="*/ 521196 w 609191"/>
              <a:gd name="connsiteY17" fmla="*/ 348029 h 608274"/>
              <a:gd name="connsiteX18" fmla="*/ 260645 w 609191"/>
              <a:gd name="connsiteY18" fmla="*/ 608274 h 608274"/>
              <a:gd name="connsiteX19" fmla="*/ 0 w 609191"/>
              <a:gd name="connsiteY19" fmla="*/ 348029 h 608274"/>
              <a:gd name="connsiteX20" fmla="*/ 260645 w 609191"/>
              <a:gd name="connsiteY20" fmla="*/ 87783 h 608274"/>
              <a:gd name="connsiteX21" fmla="*/ 367364 w 609191"/>
              <a:gd name="connsiteY21" fmla="*/ 38378 h 608274"/>
              <a:gd name="connsiteX22" fmla="*/ 367364 w 609191"/>
              <a:gd name="connsiteY22" fmla="*/ 147868 h 608274"/>
              <a:gd name="connsiteX23" fmla="*/ 461099 w 609191"/>
              <a:gd name="connsiteY23" fmla="*/ 241461 h 608274"/>
              <a:gd name="connsiteX24" fmla="*/ 570661 w 609191"/>
              <a:gd name="connsiteY24" fmla="*/ 241461 h 608274"/>
              <a:gd name="connsiteX25" fmla="*/ 367364 w 609191"/>
              <a:gd name="connsiteY25" fmla="*/ 38378 h 608274"/>
              <a:gd name="connsiteX26" fmla="*/ 329681 w 609191"/>
              <a:gd name="connsiteY26" fmla="*/ 0 h 608274"/>
              <a:gd name="connsiteX27" fmla="*/ 348523 w 609191"/>
              <a:gd name="connsiteY27" fmla="*/ 0 h 608274"/>
              <a:gd name="connsiteX28" fmla="*/ 609191 w 609191"/>
              <a:gd name="connsiteY28" fmla="*/ 260274 h 608274"/>
              <a:gd name="connsiteX29" fmla="*/ 609191 w 609191"/>
              <a:gd name="connsiteY29" fmla="*/ 279086 h 608274"/>
              <a:gd name="connsiteX30" fmla="*/ 424924 w 609191"/>
              <a:gd name="connsiteY30" fmla="*/ 279086 h 608274"/>
              <a:gd name="connsiteX31" fmla="*/ 424924 w 609191"/>
              <a:gd name="connsiteY31" fmla="*/ 260274 h 608274"/>
              <a:gd name="connsiteX32" fmla="*/ 348523 w 609191"/>
              <a:gd name="connsiteY32" fmla="*/ 183988 h 608274"/>
              <a:gd name="connsiteX33" fmla="*/ 329681 w 609191"/>
              <a:gd name="connsiteY33" fmla="*/ 183988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9191" h="608274">
                <a:moveTo>
                  <a:pt x="241805" y="126251"/>
                </a:moveTo>
                <a:cubicBezTo>
                  <a:pt x="127638" y="135844"/>
                  <a:pt x="37679" y="231591"/>
                  <a:pt x="37679" y="348029"/>
                </a:cubicBezTo>
                <a:cubicBezTo>
                  <a:pt x="37679" y="470768"/>
                  <a:pt x="137717" y="570653"/>
                  <a:pt x="260645" y="570653"/>
                </a:cubicBezTo>
                <a:cubicBezTo>
                  <a:pt x="377168" y="570653"/>
                  <a:pt x="473155" y="480832"/>
                  <a:pt x="482764" y="366839"/>
                </a:cubicBezTo>
                <a:lnTo>
                  <a:pt x="373117" y="366839"/>
                </a:lnTo>
                <a:cubicBezTo>
                  <a:pt x="364169" y="420732"/>
                  <a:pt x="317069" y="461927"/>
                  <a:pt x="260645" y="461927"/>
                </a:cubicBezTo>
                <a:cubicBezTo>
                  <a:pt x="197721" y="461927"/>
                  <a:pt x="146571" y="410856"/>
                  <a:pt x="146571" y="348029"/>
                </a:cubicBezTo>
                <a:cubicBezTo>
                  <a:pt x="146571" y="291597"/>
                  <a:pt x="187830" y="244664"/>
                  <a:pt x="241805" y="235635"/>
                </a:cubicBezTo>
                <a:close/>
                <a:moveTo>
                  <a:pt x="260645" y="87783"/>
                </a:moveTo>
                <a:lnTo>
                  <a:pt x="279484" y="87783"/>
                </a:lnTo>
                <a:lnTo>
                  <a:pt x="279484" y="271752"/>
                </a:lnTo>
                <a:lnTo>
                  <a:pt x="260645" y="271752"/>
                </a:lnTo>
                <a:cubicBezTo>
                  <a:pt x="218444" y="271752"/>
                  <a:pt x="184251" y="305987"/>
                  <a:pt x="184251" y="348029"/>
                </a:cubicBezTo>
                <a:cubicBezTo>
                  <a:pt x="184251" y="390071"/>
                  <a:pt x="218444" y="424306"/>
                  <a:pt x="260645" y="424306"/>
                </a:cubicBezTo>
                <a:cubicBezTo>
                  <a:pt x="302751" y="424306"/>
                  <a:pt x="337040" y="390071"/>
                  <a:pt x="337040" y="348029"/>
                </a:cubicBezTo>
                <a:lnTo>
                  <a:pt x="337040" y="329218"/>
                </a:lnTo>
                <a:lnTo>
                  <a:pt x="521196" y="329218"/>
                </a:lnTo>
                <a:lnTo>
                  <a:pt x="521196" y="348029"/>
                </a:lnTo>
                <a:cubicBezTo>
                  <a:pt x="521196" y="491554"/>
                  <a:pt x="404297" y="608274"/>
                  <a:pt x="260645" y="608274"/>
                </a:cubicBezTo>
                <a:cubicBezTo>
                  <a:pt x="116899" y="608274"/>
                  <a:pt x="0" y="491554"/>
                  <a:pt x="0" y="348029"/>
                </a:cubicBezTo>
                <a:cubicBezTo>
                  <a:pt x="0" y="204503"/>
                  <a:pt x="116899" y="87783"/>
                  <a:pt x="260645" y="87783"/>
                </a:cubicBezTo>
                <a:close/>
                <a:moveTo>
                  <a:pt x="367364" y="38378"/>
                </a:moveTo>
                <a:lnTo>
                  <a:pt x="367364" y="147868"/>
                </a:lnTo>
                <a:cubicBezTo>
                  <a:pt x="415221" y="155863"/>
                  <a:pt x="453091" y="193677"/>
                  <a:pt x="461099" y="241461"/>
                </a:cubicBezTo>
                <a:lnTo>
                  <a:pt x="570661" y="241461"/>
                </a:lnTo>
                <a:cubicBezTo>
                  <a:pt x="561617" y="133664"/>
                  <a:pt x="475324" y="47502"/>
                  <a:pt x="367364" y="38378"/>
                </a:cubicBezTo>
                <a:close/>
                <a:moveTo>
                  <a:pt x="329681" y="0"/>
                </a:moveTo>
                <a:lnTo>
                  <a:pt x="348523" y="0"/>
                </a:lnTo>
                <a:cubicBezTo>
                  <a:pt x="492281" y="0"/>
                  <a:pt x="609191" y="116733"/>
                  <a:pt x="609191" y="260274"/>
                </a:cubicBezTo>
                <a:lnTo>
                  <a:pt x="609191" y="279086"/>
                </a:lnTo>
                <a:lnTo>
                  <a:pt x="424924" y="279086"/>
                </a:lnTo>
                <a:lnTo>
                  <a:pt x="424924" y="260274"/>
                </a:lnTo>
                <a:cubicBezTo>
                  <a:pt x="424924" y="218133"/>
                  <a:pt x="390633" y="183988"/>
                  <a:pt x="348523" y="183988"/>
                </a:cubicBezTo>
                <a:lnTo>
                  <a:pt x="329681" y="183988"/>
                </a:lnTo>
                <a:close/>
              </a:path>
            </a:pathLst>
          </a:custGeom>
          <a:solidFill>
            <a:srgbClr val="FFFFFF">
              <a:lumMod val="100000"/>
            </a:srgbClr>
          </a:soli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>
              <a:solidFill>
                <a:srgbClr val="FFFFFF"/>
              </a:solidFill>
              <a:latin typeface="+mn-lt"/>
              <a:sym typeface="Arial" panose="020B0604020202020204" pitchFamily="34" charset="0"/>
            </a:endParaRPr>
          </a:p>
        </p:txBody>
      </p:sp>
      <p:sp>
        <p:nvSpPr>
          <p:cNvPr id="73" name="椭圆 3"/>
          <p:cNvSpPr/>
          <p:nvPr>
            <p:custDataLst>
              <p:tags r:id="rId8"/>
            </p:custDataLst>
          </p:nvPr>
        </p:nvSpPr>
        <p:spPr bwMode="auto">
          <a:xfrm>
            <a:off x="6988493" y="4758373"/>
            <a:ext cx="436567" cy="436567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rgbClr val="FF7429"/>
          </a:lnRef>
          <a:fillRef idx="2">
            <a:srgbClr val="FF7429"/>
          </a:fillRef>
          <a:effectRef idx="1">
            <a:srgbClr val="FF7429"/>
          </a:effectRef>
          <a:fontRef idx="minor">
            <a:srgbClr val="000000"/>
          </a:fontRef>
        </p:style>
        <p:txBody>
          <a:bodyPr rtlCol="0" anchor="ctr">
            <a:normAutofit fontScale="77500"/>
          </a:bodyPr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Oval 42"/>
          <p:cNvSpPr/>
          <p:nvPr>
            <p:custDataLst>
              <p:tags r:id="rId9"/>
            </p:custDataLst>
          </p:nvPr>
        </p:nvSpPr>
        <p:spPr>
          <a:xfrm>
            <a:off x="7109143" y="4882198"/>
            <a:ext cx="195299" cy="188773"/>
          </a:xfrm>
          <a:custGeom>
            <a:avLst/>
            <a:gdLst>
              <a:gd name="T0" fmla="*/ 8000 w 9600"/>
              <a:gd name="T1" fmla="*/ 960 h 9280"/>
              <a:gd name="T2" fmla="*/ 7360 w 9600"/>
              <a:gd name="T3" fmla="*/ 960 h 9280"/>
              <a:gd name="T4" fmla="*/ 7360 w 9600"/>
              <a:gd name="T5" fmla="*/ 320 h 9280"/>
              <a:gd name="T6" fmla="*/ 7040 w 9600"/>
              <a:gd name="T7" fmla="*/ 0 h 9280"/>
              <a:gd name="T8" fmla="*/ 6720 w 9600"/>
              <a:gd name="T9" fmla="*/ 320 h 9280"/>
              <a:gd name="T10" fmla="*/ 6720 w 9600"/>
              <a:gd name="T11" fmla="*/ 960 h 9280"/>
              <a:gd name="T12" fmla="*/ 2880 w 9600"/>
              <a:gd name="T13" fmla="*/ 960 h 9280"/>
              <a:gd name="T14" fmla="*/ 2880 w 9600"/>
              <a:gd name="T15" fmla="*/ 320 h 9280"/>
              <a:gd name="T16" fmla="*/ 2560 w 9600"/>
              <a:gd name="T17" fmla="*/ 0 h 9280"/>
              <a:gd name="T18" fmla="*/ 2240 w 9600"/>
              <a:gd name="T19" fmla="*/ 320 h 9280"/>
              <a:gd name="T20" fmla="*/ 2240 w 9600"/>
              <a:gd name="T21" fmla="*/ 960 h 9280"/>
              <a:gd name="T22" fmla="*/ 1600 w 9600"/>
              <a:gd name="T23" fmla="*/ 960 h 9280"/>
              <a:gd name="T24" fmla="*/ 0 w 9600"/>
              <a:gd name="T25" fmla="*/ 2560 h 9280"/>
              <a:gd name="T26" fmla="*/ 0 w 9600"/>
              <a:gd name="T27" fmla="*/ 7680 h 9280"/>
              <a:gd name="T28" fmla="*/ 1600 w 9600"/>
              <a:gd name="T29" fmla="*/ 9280 h 9280"/>
              <a:gd name="T30" fmla="*/ 8000 w 9600"/>
              <a:gd name="T31" fmla="*/ 9280 h 9280"/>
              <a:gd name="T32" fmla="*/ 9600 w 9600"/>
              <a:gd name="T33" fmla="*/ 7680 h 9280"/>
              <a:gd name="T34" fmla="*/ 9600 w 9600"/>
              <a:gd name="T35" fmla="*/ 2560 h 9280"/>
              <a:gd name="T36" fmla="*/ 8000 w 9600"/>
              <a:gd name="T37" fmla="*/ 960 h 9280"/>
              <a:gd name="T38" fmla="*/ 640 w 9600"/>
              <a:gd name="T39" fmla="*/ 2560 h 9280"/>
              <a:gd name="T40" fmla="*/ 1600 w 9600"/>
              <a:gd name="T41" fmla="*/ 1600 h 9280"/>
              <a:gd name="T42" fmla="*/ 2240 w 9600"/>
              <a:gd name="T43" fmla="*/ 1600 h 9280"/>
              <a:gd name="T44" fmla="*/ 2240 w 9600"/>
              <a:gd name="T45" fmla="*/ 3520 h 9280"/>
              <a:gd name="T46" fmla="*/ 2560 w 9600"/>
              <a:gd name="T47" fmla="*/ 3840 h 9280"/>
              <a:gd name="T48" fmla="*/ 2880 w 9600"/>
              <a:gd name="T49" fmla="*/ 3520 h 9280"/>
              <a:gd name="T50" fmla="*/ 2880 w 9600"/>
              <a:gd name="T51" fmla="*/ 1600 h 9280"/>
              <a:gd name="T52" fmla="*/ 6720 w 9600"/>
              <a:gd name="T53" fmla="*/ 1600 h 9280"/>
              <a:gd name="T54" fmla="*/ 6720 w 9600"/>
              <a:gd name="T55" fmla="*/ 3520 h 9280"/>
              <a:gd name="T56" fmla="*/ 7040 w 9600"/>
              <a:gd name="T57" fmla="*/ 3840 h 9280"/>
              <a:gd name="T58" fmla="*/ 7360 w 9600"/>
              <a:gd name="T59" fmla="*/ 3520 h 9280"/>
              <a:gd name="T60" fmla="*/ 7360 w 9600"/>
              <a:gd name="T61" fmla="*/ 1600 h 9280"/>
              <a:gd name="T62" fmla="*/ 8000 w 9600"/>
              <a:gd name="T63" fmla="*/ 1600 h 9280"/>
              <a:gd name="T64" fmla="*/ 8960 w 9600"/>
              <a:gd name="T65" fmla="*/ 2560 h 9280"/>
              <a:gd name="T66" fmla="*/ 8960 w 9600"/>
              <a:gd name="T67" fmla="*/ 4480 h 9280"/>
              <a:gd name="T68" fmla="*/ 640 w 9600"/>
              <a:gd name="T69" fmla="*/ 4480 h 9280"/>
              <a:gd name="T70" fmla="*/ 640 w 9600"/>
              <a:gd name="T71" fmla="*/ 2560 h 9280"/>
              <a:gd name="T72" fmla="*/ 8960 w 9600"/>
              <a:gd name="T73" fmla="*/ 7680 h 9280"/>
              <a:gd name="T74" fmla="*/ 8000 w 9600"/>
              <a:gd name="T75" fmla="*/ 8640 h 9280"/>
              <a:gd name="T76" fmla="*/ 1600 w 9600"/>
              <a:gd name="T77" fmla="*/ 8640 h 9280"/>
              <a:gd name="T78" fmla="*/ 640 w 9600"/>
              <a:gd name="T79" fmla="*/ 7680 h 9280"/>
              <a:gd name="T80" fmla="*/ 640 w 9600"/>
              <a:gd name="T81" fmla="*/ 5120 h 9280"/>
              <a:gd name="T82" fmla="*/ 8960 w 9600"/>
              <a:gd name="T83" fmla="*/ 5120 h 9280"/>
              <a:gd name="T84" fmla="*/ 8960 w 9600"/>
              <a:gd name="T85" fmla="*/ 7680 h 9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600" h="9280">
                <a:moveTo>
                  <a:pt x="8000" y="960"/>
                </a:moveTo>
                <a:lnTo>
                  <a:pt x="7360" y="960"/>
                </a:lnTo>
                <a:lnTo>
                  <a:pt x="7360" y="320"/>
                </a:lnTo>
                <a:cubicBezTo>
                  <a:pt x="7360" y="144"/>
                  <a:pt x="7217" y="0"/>
                  <a:pt x="7040" y="0"/>
                </a:cubicBezTo>
                <a:cubicBezTo>
                  <a:pt x="6863" y="0"/>
                  <a:pt x="6720" y="144"/>
                  <a:pt x="6720" y="320"/>
                </a:cubicBezTo>
                <a:lnTo>
                  <a:pt x="6720" y="960"/>
                </a:lnTo>
                <a:lnTo>
                  <a:pt x="2880" y="960"/>
                </a:lnTo>
                <a:lnTo>
                  <a:pt x="2880" y="320"/>
                </a:lnTo>
                <a:cubicBezTo>
                  <a:pt x="2880" y="144"/>
                  <a:pt x="2737" y="0"/>
                  <a:pt x="2560" y="0"/>
                </a:cubicBezTo>
                <a:cubicBezTo>
                  <a:pt x="2383" y="0"/>
                  <a:pt x="2240" y="144"/>
                  <a:pt x="2240" y="320"/>
                </a:cubicBezTo>
                <a:lnTo>
                  <a:pt x="2240" y="960"/>
                </a:lnTo>
                <a:lnTo>
                  <a:pt x="1600" y="960"/>
                </a:lnTo>
                <a:cubicBezTo>
                  <a:pt x="716" y="960"/>
                  <a:pt x="0" y="1677"/>
                  <a:pt x="0" y="2560"/>
                </a:cubicBezTo>
                <a:lnTo>
                  <a:pt x="0" y="7680"/>
                </a:lnTo>
                <a:cubicBezTo>
                  <a:pt x="0" y="8564"/>
                  <a:pt x="716" y="9280"/>
                  <a:pt x="1600" y="9280"/>
                </a:cubicBezTo>
                <a:lnTo>
                  <a:pt x="8000" y="9280"/>
                </a:lnTo>
                <a:cubicBezTo>
                  <a:pt x="8884" y="9280"/>
                  <a:pt x="9600" y="8564"/>
                  <a:pt x="9600" y="7680"/>
                </a:cubicBezTo>
                <a:lnTo>
                  <a:pt x="9600" y="2560"/>
                </a:lnTo>
                <a:cubicBezTo>
                  <a:pt x="9600" y="1677"/>
                  <a:pt x="8884" y="960"/>
                  <a:pt x="8000" y="960"/>
                </a:cubicBezTo>
                <a:close/>
                <a:moveTo>
                  <a:pt x="640" y="2560"/>
                </a:moveTo>
                <a:cubicBezTo>
                  <a:pt x="640" y="2030"/>
                  <a:pt x="1070" y="1600"/>
                  <a:pt x="1600" y="1600"/>
                </a:cubicBezTo>
                <a:lnTo>
                  <a:pt x="2240" y="1600"/>
                </a:lnTo>
                <a:lnTo>
                  <a:pt x="2240" y="3520"/>
                </a:lnTo>
                <a:cubicBezTo>
                  <a:pt x="2240" y="3697"/>
                  <a:pt x="2383" y="3840"/>
                  <a:pt x="2560" y="3840"/>
                </a:cubicBezTo>
                <a:cubicBezTo>
                  <a:pt x="2737" y="3840"/>
                  <a:pt x="2880" y="3697"/>
                  <a:pt x="2880" y="3520"/>
                </a:cubicBezTo>
                <a:lnTo>
                  <a:pt x="2880" y="1600"/>
                </a:lnTo>
                <a:lnTo>
                  <a:pt x="6720" y="1600"/>
                </a:lnTo>
                <a:lnTo>
                  <a:pt x="6720" y="3520"/>
                </a:lnTo>
                <a:cubicBezTo>
                  <a:pt x="6720" y="3697"/>
                  <a:pt x="6863" y="3840"/>
                  <a:pt x="7040" y="3840"/>
                </a:cubicBezTo>
                <a:cubicBezTo>
                  <a:pt x="7217" y="3840"/>
                  <a:pt x="7360" y="3697"/>
                  <a:pt x="7360" y="3520"/>
                </a:cubicBezTo>
                <a:lnTo>
                  <a:pt x="7360" y="1600"/>
                </a:lnTo>
                <a:lnTo>
                  <a:pt x="8000" y="1600"/>
                </a:lnTo>
                <a:cubicBezTo>
                  <a:pt x="8530" y="1600"/>
                  <a:pt x="8960" y="2030"/>
                  <a:pt x="8960" y="2560"/>
                </a:cubicBezTo>
                <a:lnTo>
                  <a:pt x="8960" y="4480"/>
                </a:lnTo>
                <a:lnTo>
                  <a:pt x="640" y="4480"/>
                </a:lnTo>
                <a:lnTo>
                  <a:pt x="640" y="2560"/>
                </a:lnTo>
                <a:close/>
                <a:moveTo>
                  <a:pt x="8960" y="7680"/>
                </a:moveTo>
                <a:cubicBezTo>
                  <a:pt x="8960" y="8211"/>
                  <a:pt x="8530" y="8640"/>
                  <a:pt x="8000" y="8640"/>
                </a:cubicBezTo>
                <a:lnTo>
                  <a:pt x="1600" y="8640"/>
                </a:lnTo>
                <a:cubicBezTo>
                  <a:pt x="1070" y="8640"/>
                  <a:pt x="640" y="8211"/>
                  <a:pt x="640" y="7680"/>
                </a:cubicBezTo>
                <a:lnTo>
                  <a:pt x="640" y="5120"/>
                </a:lnTo>
                <a:lnTo>
                  <a:pt x="8960" y="5120"/>
                </a:lnTo>
                <a:lnTo>
                  <a:pt x="8960" y="7680"/>
                </a:lnTo>
                <a:close/>
              </a:path>
            </a:pathLst>
          </a:custGeom>
          <a:solidFill>
            <a:srgbClr val="FFFFFF">
              <a:lumMod val="100000"/>
            </a:srgbClr>
          </a:soli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>
              <a:solidFill>
                <a:srgbClr val="FFFFFF"/>
              </a:solidFill>
              <a:latin typeface="+mn-lt"/>
              <a:sym typeface="Arial" panose="020B0604020202020204" pitchFamily="34" charset="0"/>
            </a:endParaRPr>
          </a:p>
        </p:txBody>
      </p:sp>
      <p:sp>
        <p:nvSpPr>
          <p:cNvPr id="75" name="椭圆 5"/>
          <p:cNvSpPr/>
          <p:nvPr>
            <p:custDataLst>
              <p:tags r:id="rId10"/>
            </p:custDataLst>
          </p:nvPr>
        </p:nvSpPr>
        <p:spPr bwMode="auto">
          <a:xfrm>
            <a:off x="4833303" y="5208588"/>
            <a:ext cx="436567" cy="436567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rgbClr val="FF7429"/>
          </a:lnRef>
          <a:fillRef idx="2">
            <a:srgbClr val="FF7429"/>
          </a:fillRef>
          <a:effectRef idx="1">
            <a:srgbClr val="FF7429"/>
          </a:effectRef>
          <a:fontRef idx="minor">
            <a:srgbClr val="000000"/>
          </a:fontRef>
        </p:style>
        <p:txBody>
          <a:bodyPr rtlCol="0" anchor="ctr">
            <a:normAutofit fontScale="77500"/>
          </a:bodyPr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Oval 43"/>
          <p:cNvSpPr/>
          <p:nvPr>
            <p:custDataLst>
              <p:tags r:id="rId11"/>
            </p:custDataLst>
          </p:nvPr>
        </p:nvSpPr>
        <p:spPr>
          <a:xfrm>
            <a:off x="4958398" y="5329238"/>
            <a:ext cx="187012" cy="195299"/>
          </a:xfrm>
          <a:custGeom>
            <a:avLst/>
            <a:gdLst>
              <a:gd name="T0" fmla="*/ 10185 w 10671"/>
              <a:gd name="T1" fmla="*/ 3987 h 11145"/>
              <a:gd name="T2" fmla="*/ 10185 w 10671"/>
              <a:gd name="T3" fmla="*/ 2746 h 11145"/>
              <a:gd name="T4" fmla="*/ 7848 w 10671"/>
              <a:gd name="T5" fmla="*/ 408 h 11145"/>
              <a:gd name="T6" fmla="*/ 4449 w 10671"/>
              <a:gd name="T7" fmla="*/ 408 h 11145"/>
              <a:gd name="T8" fmla="*/ 4348 w 10671"/>
              <a:gd name="T9" fmla="*/ 200 h 11145"/>
              <a:gd name="T10" fmla="*/ 4030 w 10671"/>
              <a:gd name="T11" fmla="*/ 0 h 11145"/>
              <a:gd name="T12" fmla="*/ 2544 w 10671"/>
              <a:gd name="T13" fmla="*/ 0 h 11145"/>
              <a:gd name="T14" fmla="*/ 0 w 10671"/>
              <a:gd name="T15" fmla="*/ 2543 h 11145"/>
              <a:gd name="T16" fmla="*/ 0 w 10671"/>
              <a:gd name="T17" fmla="*/ 8601 h 11145"/>
              <a:gd name="T18" fmla="*/ 2544 w 10671"/>
              <a:gd name="T19" fmla="*/ 11145 h 11145"/>
              <a:gd name="T20" fmla="*/ 8128 w 10671"/>
              <a:gd name="T21" fmla="*/ 11145 h 11145"/>
              <a:gd name="T22" fmla="*/ 10671 w 10671"/>
              <a:gd name="T23" fmla="*/ 8601 h 11145"/>
              <a:gd name="T24" fmla="*/ 10671 w 10671"/>
              <a:gd name="T25" fmla="*/ 4612 h 11145"/>
              <a:gd name="T26" fmla="*/ 10185 w 10671"/>
              <a:gd name="T27" fmla="*/ 3987 h 11145"/>
              <a:gd name="T28" fmla="*/ 7848 w 10671"/>
              <a:gd name="T29" fmla="*/ 1115 h 11145"/>
              <a:gd name="T30" fmla="*/ 9479 w 10671"/>
              <a:gd name="T31" fmla="*/ 2746 h 11145"/>
              <a:gd name="T32" fmla="*/ 9479 w 10671"/>
              <a:gd name="T33" fmla="*/ 3966 h 11145"/>
              <a:gd name="T34" fmla="*/ 6166 w 10671"/>
              <a:gd name="T35" fmla="*/ 3966 h 11145"/>
              <a:gd name="T36" fmla="*/ 4790 w 10671"/>
              <a:gd name="T37" fmla="*/ 1115 h 11145"/>
              <a:gd name="T38" fmla="*/ 7848 w 10671"/>
              <a:gd name="T39" fmla="*/ 1115 h 11145"/>
              <a:gd name="T40" fmla="*/ 9964 w 10671"/>
              <a:gd name="T41" fmla="*/ 8601 h 11145"/>
              <a:gd name="T42" fmla="*/ 8126 w 10671"/>
              <a:gd name="T43" fmla="*/ 10438 h 11145"/>
              <a:gd name="T44" fmla="*/ 2544 w 10671"/>
              <a:gd name="T45" fmla="*/ 10438 h 11145"/>
              <a:gd name="T46" fmla="*/ 706 w 10671"/>
              <a:gd name="T47" fmla="*/ 8601 h 11145"/>
              <a:gd name="T48" fmla="*/ 706 w 10671"/>
              <a:gd name="T49" fmla="*/ 2543 h 11145"/>
              <a:gd name="T50" fmla="*/ 2544 w 10671"/>
              <a:gd name="T51" fmla="*/ 706 h 11145"/>
              <a:gd name="T52" fmla="*/ 3809 w 10671"/>
              <a:gd name="T53" fmla="*/ 706 h 11145"/>
              <a:gd name="T54" fmla="*/ 5626 w 10671"/>
              <a:gd name="T55" fmla="*/ 4472 h 11145"/>
              <a:gd name="T56" fmla="*/ 5944 w 10671"/>
              <a:gd name="T57" fmla="*/ 4672 h 11145"/>
              <a:gd name="T58" fmla="*/ 9964 w 10671"/>
              <a:gd name="T59" fmla="*/ 4672 h 11145"/>
              <a:gd name="T60" fmla="*/ 9964 w 10671"/>
              <a:gd name="T61" fmla="*/ 8601 h 11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671" h="11145">
                <a:moveTo>
                  <a:pt x="10185" y="3987"/>
                </a:moveTo>
                <a:lnTo>
                  <a:pt x="10185" y="2746"/>
                </a:lnTo>
                <a:cubicBezTo>
                  <a:pt x="10185" y="1457"/>
                  <a:pt x="9136" y="408"/>
                  <a:pt x="7848" y="408"/>
                </a:cubicBezTo>
                <a:lnTo>
                  <a:pt x="4449" y="408"/>
                </a:lnTo>
                <a:lnTo>
                  <a:pt x="4348" y="200"/>
                </a:lnTo>
                <a:cubicBezTo>
                  <a:pt x="4289" y="77"/>
                  <a:pt x="4165" y="0"/>
                  <a:pt x="4030" y="0"/>
                </a:cubicBezTo>
                <a:lnTo>
                  <a:pt x="2544" y="0"/>
                </a:lnTo>
                <a:cubicBezTo>
                  <a:pt x="1141" y="0"/>
                  <a:pt x="0" y="1141"/>
                  <a:pt x="0" y="2543"/>
                </a:cubicBezTo>
                <a:lnTo>
                  <a:pt x="0" y="8601"/>
                </a:lnTo>
                <a:cubicBezTo>
                  <a:pt x="0" y="10003"/>
                  <a:pt x="1141" y="11145"/>
                  <a:pt x="2544" y="11145"/>
                </a:cubicBezTo>
                <a:lnTo>
                  <a:pt x="8128" y="11145"/>
                </a:lnTo>
                <a:cubicBezTo>
                  <a:pt x="9530" y="11145"/>
                  <a:pt x="10671" y="10003"/>
                  <a:pt x="10671" y="8601"/>
                </a:cubicBezTo>
                <a:lnTo>
                  <a:pt x="10671" y="4612"/>
                </a:lnTo>
                <a:cubicBezTo>
                  <a:pt x="10670" y="4311"/>
                  <a:pt x="10464" y="4058"/>
                  <a:pt x="10185" y="3987"/>
                </a:cubicBezTo>
                <a:close/>
                <a:moveTo>
                  <a:pt x="7848" y="1115"/>
                </a:moveTo>
                <a:cubicBezTo>
                  <a:pt x="8748" y="1115"/>
                  <a:pt x="9479" y="1846"/>
                  <a:pt x="9479" y="2746"/>
                </a:cubicBezTo>
                <a:lnTo>
                  <a:pt x="9479" y="3966"/>
                </a:lnTo>
                <a:lnTo>
                  <a:pt x="6166" y="3966"/>
                </a:lnTo>
                <a:lnTo>
                  <a:pt x="4790" y="1115"/>
                </a:lnTo>
                <a:lnTo>
                  <a:pt x="7848" y="1115"/>
                </a:lnTo>
                <a:close/>
                <a:moveTo>
                  <a:pt x="9964" y="8601"/>
                </a:moveTo>
                <a:cubicBezTo>
                  <a:pt x="9964" y="9615"/>
                  <a:pt x="9140" y="10438"/>
                  <a:pt x="8126" y="10438"/>
                </a:cubicBezTo>
                <a:lnTo>
                  <a:pt x="2544" y="10438"/>
                </a:lnTo>
                <a:cubicBezTo>
                  <a:pt x="1530" y="10438"/>
                  <a:pt x="706" y="9615"/>
                  <a:pt x="706" y="8601"/>
                </a:cubicBezTo>
                <a:lnTo>
                  <a:pt x="706" y="2543"/>
                </a:lnTo>
                <a:cubicBezTo>
                  <a:pt x="706" y="1530"/>
                  <a:pt x="1530" y="706"/>
                  <a:pt x="2544" y="706"/>
                </a:cubicBezTo>
                <a:lnTo>
                  <a:pt x="3809" y="706"/>
                </a:lnTo>
                <a:lnTo>
                  <a:pt x="5626" y="4472"/>
                </a:lnTo>
                <a:cubicBezTo>
                  <a:pt x="5685" y="4595"/>
                  <a:pt x="5809" y="4672"/>
                  <a:pt x="5944" y="4672"/>
                </a:cubicBezTo>
                <a:lnTo>
                  <a:pt x="9964" y="4672"/>
                </a:lnTo>
                <a:lnTo>
                  <a:pt x="9964" y="8601"/>
                </a:lnTo>
                <a:close/>
              </a:path>
            </a:pathLst>
          </a:custGeom>
          <a:solidFill>
            <a:srgbClr val="FFFFFF">
              <a:lumMod val="100000"/>
            </a:srgbClr>
          </a:soli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>
              <a:solidFill>
                <a:srgbClr val="FFFFFF"/>
              </a:solidFill>
              <a:latin typeface="+mn-lt"/>
              <a:sym typeface="Arial" panose="020B0604020202020204" pitchFamily="34" charset="0"/>
            </a:endParaRPr>
          </a:p>
        </p:txBody>
      </p:sp>
      <p:sp>
        <p:nvSpPr>
          <p:cNvPr id="77" name="椭圆 7"/>
          <p:cNvSpPr/>
          <p:nvPr>
            <p:custDataLst>
              <p:tags r:id="rId12"/>
            </p:custDataLst>
          </p:nvPr>
        </p:nvSpPr>
        <p:spPr bwMode="auto">
          <a:xfrm>
            <a:off x="3605213" y="4155123"/>
            <a:ext cx="436567" cy="436567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rgbClr val="FF7429"/>
          </a:lnRef>
          <a:fillRef idx="2">
            <a:srgbClr val="FF7429"/>
          </a:fillRef>
          <a:effectRef idx="1">
            <a:srgbClr val="FF7429"/>
          </a:effectRef>
          <a:fontRef idx="minor">
            <a:srgbClr val="000000"/>
          </a:fontRef>
        </p:style>
        <p:txBody>
          <a:bodyPr rtlCol="0" anchor="ctr">
            <a:normAutofit fontScale="77500"/>
          </a:bodyPr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Oval 44"/>
          <p:cNvSpPr/>
          <p:nvPr>
            <p:custDataLst>
              <p:tags r:id="rId13"/>
            </p:custDataLst>
          </p:nvPr>
        </p:nvSpPr>
        <p:spPr>
          <a:xfrm>
            <a:off x="3725863" y="4279583"/>
            <a:ext cx="195299" cy="187613"/>
          </a:xfrm>
          <a:custGeom>
            <a:avLst/>
            <a:gdLst>
              <a:gd name="T0" fmla="*/ 9664 w 9792"/>
              <a:gd name="T1" fmla="*/ 8800 h 9408"/>
              <a:gd name="T2" fmla="*/ 7168 w 9792"/>
              <a:gd name="T3" fmla="*/ 6304 h 9408"/>
              <a:gd name="T4" fmla="*/ 6944 w 9792"/>
              <a:gd name="T5" fmla="*/ 1120 h 9408"/>
              <a:gd name="T6" fmla="*/ 4224 w 9792"/>
              <a:gd name="T7" fmla="*/ 0 h 9408"/>
              <a:gd name="T8" fmla="*/ 1504 w 9792"/>
              <a:gd name="T9" fmla="*/ 1120 h 9408"/>
              <a:gd name="T10" fmla="*/ 1504 w 9792"/>
              <a:gd name="T11" fmla="*/ 6560 h 9408"/>
              <a:gd name="T12" fmla="*/ 4224 w 9792"/>
              <a:gd name="T13" fmla="*/ 7680 h 9408"/>
              <a:gd name="T14" fmla="*/ 6688 w 9792"/>
              <a:gd name="T15" fmla="*/ 6784 h 9408"/>
              <a:gd name="T16" fmla="*/ 9184 w 9792"/>
              <a:gd name="T17" fmla="*/ 9280 h 9408"/>
              <a:gd name="T18" fmla="*/ 9632 w 9792"/>
              <a:gd name="T19" fmla="*/ 9280 h 9408"/>
              <a:gd name="T20" fmla="*/ 9664 w 9792"/>
              <a:gd name="T21" fmla="*/ 8800 h 9408"/>
              <a:gd name="T22" fmla="*/ 1952 w 9792"/>
              <a:gd name="T23" fmla="*/ 6080 h 9408"/>
              <a:gd name="T24" fmla="*/ 1952 w 9792"/>
              <a:gd name="T25" fmla="*/ 1568 h 9408"/>
              <a:gd name="T26" fmla="*/ 4224 w 9792"/>
              <a:gd name="T27" fmla="*/ 640 h 9408"/>
              <a:gd name="T28" fmla="*/ 6496 w 9792"/>
              <a:gd name="T29" fmla="*/ 1568 h 9408"/>
              <a:gd name="T30" fmla="*/ 7424 w 9792"/>
              <a:gd name="T31" fmla="*/ 3840 h 9408"/>
              <a:gd name="T32" fmla="*/ 6496 w 9792"/>
              <a:gd name="T33" fmla="*/ 6112 h 9408"/>
              <a:gd name="T34" fmla="*/ 4224 w 9792"/>
              <a:gd name="T35" fmla="*/ 7040 h 9408"/>
              <a:gd name="T36" fmla="*/ 1952 w 9792"/>
              <a:gd name="T37" fmla="*/ 6080 h 9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792" h="9408">
                <a:moveTo>
                  <a:pt x="9664" y="8800"/>
                </a:moveTo>
                <a:lnTo>
                  <a:pt x="7168" y="6304"/>
                </a:lnTo>
                <a:cubicBezTo>
                  <a:pt x="8448" y="4800"/>
                  <a:pt x="8384" y="2528"/>
                  <a:pt x="6944" y="1120"/>
                </a:cubicBezTo>
                <a:cubicBezTo>
                  <a:pt x="6208" y="384"/>
                  <a:pt x="5216" y="0"/>
                  <a:pt x="4224" y="0"/>
                </a:cubicBezTo>
                <a:cubicBezTo>
                  <a:pt x="3232" y="0"/>
                  <a:pt x="2272" y="384"/>
                  <a:pt x="1504" y="1120"/>
                </a:cubicBezTo>
                <a:cubicBezTo>
                  <a:pt x="0" y="2624"/>
                  <a:pt x="0" y="5056"/>
                  <a:pt x="1504" y="6560"/>
                </a:cubicBezTo>
                <a:cubicBezTo>
                  <a:pt x="2240" y="7296"/>
                  <a:pt x="3232" y="7680"/>
                  <a:pt x="4224" y="7680"/>
                </a:cubicBezTo>
                <a:cubicBezTo>
                  <a:pt x="5120" y="7680"/>
                  <a:pt x="5984" y="7360"/>
                  <a:pt x="6688" y="6784"/>
                </a:cubicBezTo>
                <a:lnTo>
                  <a:pt x="9184" y="9280"/>
                </a:lnTo>
                <a:cubicBezTo>
                  <a:pt x="9312" y="9408"/>
                  <a:pt x="9504" y="9408"/>
                  <a:pt x="9632" y="9280"/>
                </a:cubicBezTo>
                <a:cubicBezTo>
                  <a:pt x="9760" y="9152"/>
                  <a:pt x="9792" y="8896"/>
                  <a:pt x="9664" y="8800"/>
                </a:cubicBezTo>
                <a:close/>
                <a:moveTo>
                  <a:pt x="1952" y="6080"/>
                </a:moveTo>
                <a:cubicBezTo>
                  <a:pt x="704" y="4832"/>
                  <a:pt x="704" y="2816"/>
                  <a:pt x="1952" y="1568"/>
                </a:cubicBezTo>
                <a:cubicBezTo>
                  <a:pt x="2560" y="960"/>
                  <a:pt x="3360" y="640"/>
                  <a:pt x="4224" y="640"/>
                </a:cubicBezTo>
                <a:cubicBezTo>
                  <a:pt x="5088" y="640"/>
                  <a:pt x="5888" y="960"/>
                  <a:pt x="6496" y="1568"/>
                </a:cubicBezTo>
                <a:cubicBezTo>
                  <a:pt x="7104" y="2176"/>
                  <a:pt x="7424" y="2976"/>
                  <a:pt x="7424" y="3840"/>
                </a:cubicBezTo>
                <a:cubicBezTo>
                  <a:pt x="7424" y="4704"/>
                  <a:pt x="7104" y="5504"/>
                  <a:pt x="6496" y="6112"/>
                </a:cubicBezTo>
                <a:cubicBezTo>
                  <a:pt x="5888" y="6720"/>
                  <a:pt x="5088" y="7040"/>
                  <a:pt x="4224" y="7040"/>
                </a:cubicBezTo>
                <a:cubicBezTo>
                  <a:pt x="3360" y="7008"/>
                  <a:pt x="2560" y="6688"/>
                  <a:pt x="1952" y="6080"/>
                </a:cubicBezTo>
                <a:close/>
              </a:path>
            </a:pathLst>
          </a:custGeom>
          <a:solidFill>
            <a:srgbClr val="FFFFFF">
              <a:lumMod val="100000"/>
            </a:srgbClr>
          </a:soli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>
              <a:solidFill>
                <a:srgbClr val="FFFFFF"/>
              </a:solidFill>
              <a:latin typeface="+mn-lt"/>
              <a:sym typeface="Arial" panose="020B0604020202020204" pitchFamily="34" charset="0"/>
            </a:endParaRPr>
          </a:p>
        </p:txBody>
      </p:sp>
      <p:sp>
        <p:nvSpPr>
          <p:cNvPr id="79" name="矩形 13"/>
          <p:cNvSpPr/>
          <p:nvPr>
            <p:custDataLst>
              <p:tags r:id="rId14"/>
            </p:custDataLst>
          </p:nvPr>
        </p:nvSpPr>
        <p:spPr>
          <a:xfrm>
            <a:off x="8901748" y="3532823"/>
            <a:ext cx="2476800" cy="6704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>
                    <a:lumMod val="85000"/>
                    <a:lumOff val="15000"/>
                  </a:srgbClr>
                </a:solidFill>
              </a:rPr>
              <a:t> It builds a blueprint layout of where your variables and functions will live in memory once the program starts.</a:t>
            </a:r>
            <a:endParaRPr lang="en-US" sz="1200" dirty="0">
              <a:solidFill>
                <a:srgbClr val="000000">
                  <a:lumMod val="85000"/>
                  <a:lumOff val="15000"/>
                </a:srgbClr>
              </a:solidFill>
            </a:endParaRPr>
          </a:p>
        </p:txBody>
      </p:sp>
      <p:sp>
        <p:nvSpPr>
          <p:cNvPr id="80" name="矩形 14"/>
          <p:cNvSpPr/>
          <p:nvPr>
            <p:custDataLst>
              <p:tags r:id="rId15"/>
            </p:custDataLst>
          </p:nvPr>
        </p:nvSpPr>
        <p:spPr>
          <a:xfrm>
            <a:off x="8901748" y="3100388"/>
            <a:ext cx="2475231" cy="36740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0000" lnSpcReduction="2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accent2"/>
                </a:solidFill>
                <a:sym typeface="+mn-ea"/>
              </a:rPr>
              <a:t>Memory Mapping:</a:t>
            </a:r>
            <a:endParaRPr lang="en-US" sz="2200" b="1" dirty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81" name="矩形 28"/>
          <p:cNvSpPr/>
          <p:nvPr>
            <p:custDataLst>
              <p:tags r:id="rId16"/>
            </p:custDataLst>
          </p:nvPr>
        </p:nvSpPr>
        <p:spPr>
          <a:xfrm>
            <a:off x="6426518" y="5762943"/>
            <a:ext cx="2476800" cy="6704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>
                    <a:lumMod val="85000"/>
                    <a:lumOff val="15000"/>
                  </a:srgbClr>
                </a:solidFill>
              </a:rPr>
              <a:t> It wraps all this binary data into a standard file format that your operating system understands.</a:t>
            </a:r>
            <a:endParaRPr lang="en-US" sz="1200" dirty="0">
              <a:solidFill>
                <a:srgbClr val="000000">
                  <a:lumMod val="85000"/>
                  <a:lumOff val="15000"/>
                </a:srgbClr>
              </a:solidFill>
            </a:endParaRPr>
          </a:p>
        </p:txBody>
      </p:sp>
      <p:sp>
        <p:nvSpPr>
          <p:cNvPr id="82" name="矩形 29"/>
          <p:cNvSpPr/>
          <p:nvPr>
            <p:custDataLst>
              <p:tags r:id="rId17"/>
            </p:custDataLst>
          </p:nvPr>
        </p:nvSpPr>
        <p:spPr>
          <a:xfrm>
            <a:off x="6426518" y="5320983"/>
            <a:ext cx="2475230" cy="36740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7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accent3"/>
                </a:solidFill>
                <a:sym typeface="+mn-ea"/>
              </a:rPr>
              <a:t>Creating Object Code:</a:t>
            </a:r>
            <a:endParaRPr lang="en-US" sz="2200" b="1" dirty="0">
              <a:solidFill>
                <a:schemeClr val="accent3"/>
              </a:solidFill>
              <a:sym typeface="+mn-ea"/>
            </a:endParaRPr>
          </a:p>
        </p:txBody>
      </p:sp>
      <p:sp>
        <p:nvSpPr>
          <p:cNvPr id="83" name="矩形 30"/>
          <p:cNvSpPr/>
          <p:nvPr>
            <p:custDataLst>
              <p:tags r:id="rId18"/>
            </p:custDataLst>
          </p:nvPr>
        </p:nvSpPr>
        <p:spPr>
          <a:xfrm>
            <a:off x="2793048" y="5862003"/>
            <a:ext cx="2476800" cy="6704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>
                    <a:lumMod val="85000"/>
                    <a:lumOff val="15000"/>
                  </a:srgbClr>
                </a:solidFill>
              </a:rPr>
              <a:t> The .s file is converted into .o or .obj file according to the operating system your using.</a:t>
            </a:r>
            <a:endParaRPr lang="en-US" sz="1200" dirty="0">
              <a:solidFill>
                <a:srgbClr val="000000">
                  <a:lumMod val="85000"/>
                  <a:lumOff val="15000"/>
                </a:srgbClr>
              </a:solidFill>
            </a:endParaRPr>
          </a:p>
        </p:txBody>
      </p:sp>
      <p:sp>
        <p:nvSpPr>
          <p:cNvPr id="84" name="矩形 31"/>
          <p:cNvSpPr/>
          <p:nvPr>
            <p:custDataLst>
              <p:tags r:id="rId19"/>
            </p:custDataLst>
          </p:nvPr>
        </p:nvSpPr>
        <p:spPr>
          <a:xfrm>
            <a:off x="2483168" y="5607368"/>
            <a:ext cx="2475230" cy="36740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0000" lnSpcReduction="20000"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accent4"/>
                </a:solidFill>
                <a:sym typeface="+mn-ea"/>
              </a:rPr>
              <a:t>Output format:</a:t>
            </a:r>
            <a:endParaRPr lang="en-US" sz="2200" b="1" dirty="0">
              <a:solidFill>
                <a:schemeClr val="accent4"/>
              </a:solidFill>
              <a:sym typeface="+mn-ea"/>
            </a:endParaRPr>
          </a:p>
        </p:txBody>
      </p:sp>
      <p:sp>
        <p:nvSpPr>
          <p:cNvPr id="85" name="矩形 32"/>
          <p:cNvSpPr/>
          <p:nvPr>
            <p:custDataLst>
              <p:tags r:id="rId20"/>
            </p:custDataLst>
          </p:nvPr>
        </p:nvSpPr>
        <p:spPr>
          <a:xfrm>
            <a:off x="813435" y="4155440"/>
            <a:ext cx="2476500" cy="13525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>
                    <a:lumMod val="85000"/>
                    <a:lumOff val="15000"/>
                  </a:srgbClr>
                </a:solidFill>
              </a:rPr>
              <a:t>This file is still a "puzzle piece." If your code calls printf, this file just leaves a blank placeholder space because it does not know where printf actually lives yet.</a:t>
            </a:r>
            <a:endParaRPr lang="en-US" sz="1200" dirty="0">
              <a:solidFill>
                <a:srgbClr val="000000">
                  <a:lumMod val="85000"/>
                  <a:lumOff val="15000"/>
                </a:srgbClr>
              </a:solidFill>
            </a:endParaRPr>
          </a:p>
        </p:txBody>
      </p:sp>
      <p:sp>
        <p:nvSpPr>
          <p:cNvPr id="86" name="矩形 33"/>
          <p:cNvSpPr/>
          <p:nvPr>
            <p:custDataLst>
              <p:tags r:id="rId21"/>
            </p:custDataLst>
          </p:nvPr>
        </p:nvSpPr>
        <p:spPr>
          <a:xfrm>
            <a:off x="813118" y="3772853"/>
            <a:ext cx="2475230" cy="36740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0000" lnSpcReduction="20000"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accent5"/>
                </a:solidFill>
                <a:sym typeface="+mn-ea"/>
              </a:rPr>
              <a:t>The Catch: </a:t>
            </a:r>
            <a:endParaRPr lang="en-US" sz="2200" b="1" dirty="0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87" name="矩形 34"/>
          <p:cNvSpPr/>
          <p:nvPr>
            <p:custDataLst>
              <p:tags r:id="rId22"/>
            </p:custDataLst>
          </p:nvPr>
        </p:nvSpPr>
        <p:spPr>
          <a:xfrm>
            <a:off x="7304405" y="2240280"/>
            <a:ext cx="2476500" cy="8604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>
                    <a:lumMod val="85000"/>
                    <a:lumOff val="15000"/>
                  </a:srgbClr>
                </a:solidFill>
              </a:rPr>
              <a:t> It converts text commands like MOV or ADD into specific binary numeric codes (called opcodes).</a:t>
            </a:r>
            <a:endParaRPr lang="en-US" sz="1200" dirty="0">
              <a:solidFill>
                <a:srgbClr val="000000">
                  <a:lumMod val="85000"/>
                  <a:lumOff val="15000"/>
                </a:srgbClr>
              </a:solidFill>
            </a:endParaRPr>
          </a:p>
        </p:txBody>
      </p:sp>
      <p:sp>
        <p:nvSpPr>
          <p:cNvPr id="88" name="矩形 35"/>
          <p:cNvSpPr/>
          <p:nvPr>
            <p:custDataLst>
              <p:tags r:id="rId23"/>
            </p:custDataLst>
          </p:nvPr>
        </p:nvSpPr>
        <p:spPr>
          <a:xfrm>
            <a:off x="7304088" y="1785303"/>
            <a:ext cx="2475230" cy="36740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7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accent1"/>
                </a:solidFill>
                <a:sym typeface="+mn-ea"/>
              </a:rPr>
              <a:t>Instruction Translation:</a:t>
            </a:r>
            <a:endParaRPr lang="en-US" sz="2200" b="1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89" name="椭圆 26"/>
          <p:cNvSpPr/>
          <p:nvPr>
            <p:custDataLst>
              <p:tags r:id="rId24"/>
            </p:custDataLst>
          </p:nvPr>
        </p:nvSpPr>
        <p:spPr bwMode="auto">
          <a:xfrm>
            <a:off x="5875338" y="3348038"/>
            <a:ext cx="436567" cy="43656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rgbClr val="FF7429"/>
          </a:lnRef>
          <a:fillRef idx="2">
            <a:srgbClr val="FF7429"/>
          </a:fillRef>
          <a:effectRef idx="1">
            <a:srgbClr val="FF7429"/>
          </a:effectRef>
          <a:fontRef idx="minor">
            <a:srgbClr val="000000"/>
          </a:fontRef>
        </p:style>
        <p:txBody>
          <a:bodyPr rtlCol="0" anchor="ctr">
            <a:normAutofit fontScale="77500"/>
          </a:bodyPr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0" name="Oval 47"/>
          <p:cNvSpPr/>
          <p:nvPr>
            <p:custDataLst>
              <p:tags r:id="rId25"/>
            </p:custDataLst>
          </p:nvPr>
        </p:nvSpPr>
        <p:spPr>
          <a:xfrm>
            <a:off x="6004243" y="3468688"/>
            <a:ext cx="179550" cy="195299"/>
          </a:xfrm>
          <a:custGeom>
            <a:avLst/>
            <a:gdLst>
              <a:gd name="T0" fmla="*/ 8640 w 10592"/>
              <a:gd name="T1" fmla="*/ 10880 h 11520"/>
              <a:gd name="T2" fmla="*/ 5600 w 10592"/>
              <a:gd name="T3" fmla="*/ 10880 h 11520"/>
              <a:gd name="T4" fmla="*/ 2560 w 10592"/>
              <a:gd name="T5" fmla="*/ 7840 h 11520"/>
              <a:gd name="T6" fmla="*/ 3520 w 10592"/>
              <a:gd name="T7" fmla="*/ 5632 h 11520"/>
              <a:gd name="T8" fmla="*/ 4000 w 10592"/>
              <a:gd name="T9" fmla="*/ 5760 h 11520"/>
              <a:gd name="T10" fmla="*/ 4384 w 10592"/>
              <a:gd name="T11" fmla="*/ 5696 h 11520"/>
              <a:gd name="T12" fmla="*/ 6176 w 10592"/>
              <a:gd name="T13" fmla="*/ 7488 h 11520"/>
              <a:gd name="T14" fmla="*/ 6624 w 10592"/>
              <a:gd name="T15" fmla="*/ 7680 h 11520"/>
              <a:gd name="T16" fmla="*/ 7072 w 10592"/>
              <a:gd name="T17" fmla="*/ 7488 h 11520"/>
              <a:gd name="T18" fmla="*/ 8768 w 10592"/>
              <a:gd name="T19" fmla="*/ 5792 h 11520"/>
              <a:gd name="T20" fmla="*/ 8960 w 10592"/>
              <a:gd name="T21" fmla="*/ 5344 h 11520"/>
              <a:gd name="T22" fmla="*/ 8768 w 10592"/>
              <a:gd name="T23" fmla="*/ 4896 h 11520"/>
              <a:gd name="T24" fmla="*/ 4384 w 10592"/>
              <a:gd name="T25" fmla="*/ 512 h 11520"/>
              <a:gd name="T26" fmla="*/ 3936 w 10592"/>
              <a:gd name="T27" fmla="*/ 320 h 11520"/>
              <a:gd name="T28" fmla="*/ 3488 w 10592"/>
              <a:gd name="T29" fmla="*/ 512 h 11520"/>
              <a:gd name="T30" fmla="*/ 1792 w 10592"/>
              <a:gd name="T31" fmla="*/ 2208 h 11520"/>
              <a:gd name="T32" fmla="*/ 1600 w 10592"/>
              <a:gd name="T33" fmla="*/ 2656 h 11520"/>
              <a:gd name="T34" fmla="*/ 1792 w 10592"/>
              <a:gd name="T35" fmla="*/ 3104 h 11520"/>
              <a:gd name="T36" fmla="*/ 2944 w 10592"/>
              <a:gd name="T37" fmla="*/ 4256 h 11520"/>
              <a:gd name="T38" fmla="*/ 2880 w 10592"/>
              <a:gd name="T39" fmla="*/ 4640 h 11520"/>
              <a:gd name="T40" fmla="*/ 3040 w 10592"/>
              <a:gd name="T41" fmla="*/ 5216 h 11520"/>
              <a:gd name="T42" fmla="*/ 1920 w 10592"/>
              <a:gd name="T43" fmla="*/ 7840 h 11520"/>
              <a:gd name="T44" fmla="*/ 3520 w 10592"/>
              <a:gd name="T45" fmla="*/ 10880 h 11520"/>
              <a:gd name="T46" fmla="*/ 320 w 10592"/>
              <a:gd name="T47" fmla="*/ 10880 h 11520"/>
              <a:gd name="T48" fmla="*/ 0 w 10592"/>
              <a:gd name="T49" fmla="*/ 11200 h 11520"/>
              <a:gd name="T50" fmla="*/ 320 w 10592"/>
              <a:gd name="T51" fmla="*/ 11520 h 11520"/>
              <a:gd name="T52" fmla="*/ 8640 w 10592"/>
              <a:gd name="T53" fmla="*/ 11520 h 11520"/>
              <a:gd name="T54" fmla="*/ 8960 w 10592"/>
              <a:gd name="T55" fmla="*/ 11200 h 11520"/>
              <a:gd name="T56" fmla="*/ 8640 w 10592"/>
              <a:gd name="T57" fmla="*/ 10880 h 11520"/>
              <a:gd name="T58" fmla="*/ 3520 w 10592"/>
              <a:gd name="T59" fmla="*/ 4640 h 11520"/>
              <a:gd name="T60" fmla="*/ 4000 w 10592"/>
              <a:gd name="T61" fmla="*/ 4160 h 11520"/>
              <a:gd name="T62" fmla="*/ 4480 w 10592"/>
              <a:gd name="T63" fmla="*/ 4640 h 11520"/>
              <a:gd name="T64" fmla="*/ 4000 w 10592"/>
              <a:gd name="T65" fmla="*/ 5120 h 11520"/>
              <a:gd name="T66" fmla="*/ 3520 w 10592"/>
              <a:gd name="T67" fmla="*/ 4640 h 11520"/>
              <a:gd name="T68" fmla="*/ 3936 w 10592"/>
              <a:gd name="T69" fmla="*/ 960 h 11520"/>
              <a:gd name="T70" fmla="*/ 8320 w 10592"/>
              <a:gd name="T71" fmla="*/ 5344 h 11520"/>
              <a:gd name="T72" fmla="*/ 6624 w 10592"/>
              <a:gd name="T73" fmla="*/ 7040 h 11520"/>
              <a:gd name="T74" fmla="*/ 4896 w 10592"/>
              <a:gd name="T75" fmla="*/ 5312 h 11520"/>
              <a:gd name="T76" fmla="*/ 5120 w 10592"/>
              <a:gd name="T77" fmla="*/ 4640 h 11520"/>
              <a:gd name="T78" fmla="*/ 4000 w 10592"/>
              <a:gd name="T79" fmla="*/ 3520 h 11520"/>
              <a:gd name="T80" fmla="*/ 3328 w 10592"/>
              <a:gd name="T81" fmla="*/ 3744 h 11520"/>
              <a:gd name="T82" fmla="*/ 2240 w 10592"/>
              <a:gd name="T83" fmla="*/ 2656 h 11520"/>
              <a:gd name="T84" fmla="*/ 3936 w 10592"/>
              <a:gd name="T85" fmla="*/ 960 h 11520"/>
              <a:gd name="T86" fmla="*/ 10464 w 10592"/>
              <a:gd name="T87" fmla="*/ 5216 h 11520"/>
              <a:gd name="T88" fmla="*/ 10240 w 10592"/>
              <a:gd name="T89" fmla="*/ 5120 h 11520"/>
              <a:gd name="T90" fmla="*/ 10016 w 10592"/>
              <a:gd name="T91" fmla="*/ 5216 h 11520"/>
              <a:gd name="T92" fmla="*/ 6496 w 10592"/>
              <a:gd name="T93" fmla="*/ 8736 h 11520"/>
              <a:gd name="T94" fmla="*/ 6496 w 10592"/>
              <a:gd name="T95" fmla="*/ 9184 h 11520"/>
              <a:gd name="T96" fmla="*/ 6720 w 10592"/>
              <a:gd name="T97" fmla="*/ 9280 h 11520"/>
              <a:gd name="T98" fmla="*/ 6944 w 10592"/>
              <a:gd name="T99" fmla="*/ 9184 h 11520"/>
              <a:gd name="T100" fmla="*/ 10464 w 10592"/>
              <a:gd name="T101" fmla="*/ 5664 h 11520"/>
              <a:gd name="T102" fmla="*/ 10464 w 10592"/>
              <a:gd name="T103" fmla="*/ 5216 h 11520"/>
              <a:gd name="T104" fmla="*/ 1600 w 10592"/>
              <a:gd name="T105" fmla="*/ 1600 h 11520"/>
              <a:gd name="T106" fmla="*/ 1824 w 10592"/>
              <a:gd name="T107" fmla="*/ 1504 h 11520"/>
              <a:gd name="T108" fmla="*/ 2784 w 10592"/>
              <a:gd name="T109" fmla="*/ 544 h 11520"/>
              <a:gd name="T110" fmla="*/ 2784 w 10592"/>
              <a:gd name="T111" fmla="*/ 96 h 11520"/>
              <a:gd name="T112" fmla="*/ 2560 w 10592"/>
              <a:gd name="T113" fmla="*/ 0 h 11520"/>
              <a:gd name="T114" fmla="*/ 2336 w 10592"/>
              <a:gd name="T115" fmla="*/ 96 h 11520"/>
              <a:gd name="T116" fmla="*/ 1376 w 10592"/>
              <a:gd name="T117" fmla="*/ 1056 h 11520"/>
              <a:gd name="T118" fmla="*/ 1376 w 10592"/>
              <a:gd name="T119" fmla="*/ 1504 h 11520"/>
              <a:gd name="T120" fmla="*/ 1600 w 10592"/>
              <a:gd name="T121" fmla="*/ 1600 h 11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92" h="11520">
                <a:moveTo>
                  <a:pt x="8640" y="10880"/>
                </a:moveTo>
                <a:lnTo>
                  <a:pt x="5600" y="10880"/>
                </a:lnTo>
                <a:cubicBezTo>
                  <a:pt x="3936" y="10880"/>
                  <a:pt x="2560" y="9504"/>
                  <a:pt x="2560" y="7840"/>
                </a:cubicBezTo>
                <a:cubicBezTo>
                  <a:pt x="2560" y="7008"/>
                  <a:pt x="2912" y="6208"/>
                  <a:pt x="3520" y="5632"/>
                </a:cubicBezTo>
                <a:cubicBezTo>
                  <a:pt x="3680" y="5696"/>
                  <a:pt x="3840" y="5760"/>
                  <a:pt x="4000" y="5760"/>
                </a:cubicBezTo>
                <a:cubicBezTo>
                  <a:pt x="4128" y="5760"/>
                  <a:pt x="4256" y="5728"/>
                  <a:pt x="4384" y="5696"/>
                </a:cubicBezTo>
                <a:lnTo>
                  <a:pt x="6176" y="7488"/>
                </a:lnTo>
                <a:cubicBezTo>
                  <a:pt x="6304" y="7616"/>
                  <a:pt x="6464" y="7680"/>
                  <a:pt x="6624" y="7680"/>
                </a:cubicBezTo>
                <a:cubicBezTo>
                  <a:pt x="6784" y="7680"/>
                  <a:pt x="6944" y="7616"/>
                  <a:pt x="7072" y="7488"/>
                </a:cubicBezTo>
                <a:lnTo>
                  <a:pt x="8768" y="5792"/>
                </a:lnTo>
                <a:cubicBezTo>
                  <a:pt x="8896" y="5664"/>
                  <a:pt x="8960" y="5504"/>
                  <a:pt x="8960" y="5344"/>
                </a:cubicBezTo>
                <a:cubicBezTo>
                  <a:pt x="8960" y="5184"/>
                  <a:pt x="8896" y="5024"/>
                  <a:pt x="8768" y="4896"/>
                </a:cubicBezTo>
                <a:lnTo>
                  <a:pt x="4384" y="512"/>
                </a:lnTo>
                <a:cubicBezTo>
                  <a:pt x="4256" y="384"/>
                  <a:pt x="4096" y="320"/>
                  <a:pt x="3936" y="320"/>
                </a:cubicBezTo>
                <a:cubicBezTo>
                  <a:pt x="3776" y="320"/>
                  <a:pt x="3616" y="384"/>
                  <a:pt x="3488" y="512"/>
                </a:cubicBezTo>
                <a:lnTo>
                  <a:pt x="1792" y="2208"/>
                </a:lnTo>
                <a:cubicBezTo>
                  <a:pt x="1664" y="2336"/>
                  <a:pt x="1600" y="2496"/>
                  <a:pt x="1600" y="2656"/>
                </a:cubicBezTo>
                <a:cubicBezTo>
                  <a:pt x="1600" y="2816"/>
                  <a:pt x="1664" y="2976"/>
                  <a:pt x="1792" y="3104"/>
                </a:cubicBezTo>
                <a:lnTo>
                  <a:pt x="2944" y="4256"/>
                </a:lnTo>
                <a:cubicBezTo>
                  <a:pt x="2912" y="4384"/>
                  <a:pt x="2880" y="4512"/>
                  <a:pt x="2880" y="4640"/>
                </a:cubicBezTo>
                <a:cubicBezTo>
                  <a:pt x="2880" y="4832"/>
                  <a:pt x="2944" y="5024"/>
                  <a:pt x="3040" y="5216"/>
                </a:cubicBezTo>
                <a:cubicBezTo>
                  <a:pt x="2336" y="5920"/>
                  <a:pt x="1920" y="6848"/>
                  <a:pt x="1920" y="7840"/>
                </a:cubicBezTo>
                <a:cubicBezTo>
                  <a:pt x="1920" y="9088"/>
                  <a:pt x="2560" y="10208"/>
                  <a:pt x="3520" y="10880"/>
                </a:cubicBezTo>
                <a:lnTo>
                  <a:pt x="320" y="10880"/>
                </a:lnTo>
                <a:cubicBezTo>
                  <a:pt x="160" y="10880"/>
                  <a:pt x="0" y="11040"/>
                  <a:pt x="0" y="11200"/>
                </a:cubicBezTo>
                <a:cubicBezTo>
                  <a:pt x="0" y="11360"/>
                  <a:pt x="160" y="11520"/>
                  <a:pt x="320" y="11520"/>
                </a:cubicBezTo>
                <a:lnTo>
                  <a:pt x="8640" y="11520"/>
                </a:lnTo>
                <a:cubicBezTo>
                  <a:pt x="8800" y="11520"/>
                  <a:pt x="8960" y="11360"/>
                  <a:pt x="8960" y="11200"/>
                </a:cubicBezTo>
                <a:cubicBezTo>
                  <a:pt x="8960" y="11040"/>
                  <a:pt x="8800" y="10880"/>
                  <a:pt x="8640" y="10880"/>
                </a:cubicBezTo>
                <a:close/>
                <a:moveTo>
                  <a:pt x="3520" y="4640"/>
                </a:moveTo>
                <a:cubicBezTo>
                  <a:pt x="3520" y="4384"/>
                  <a:pt x="3744" y="4160"/>
                  <a:pt x="4000" y="4160"/>
                </a:cubicBezTo>
                <a:cubicBezTo>
                  <a:pt x="4256" y="4160"/>
                  <a:pt x="4480" y="4384"/>
                  <a:pt x="4480" y="4640"/>
                </a:cubicBezTo>
                <a:cubicBezTo>
                  <a:pt x="4480" y="4896"/>
                  <a:pt x="4256" y="5120"/>
                  <a:pt x="4000" y="5120"/>
                </a:cubicBezTo>
                <a:cubicBezTo>
                  <a:pt x="3744" y="5120"/>
                  <a:pt x="3520" y="4896"/>
                  <a:pt x="3520" y="4640"/>
                </a:cubicBezTo>
                <a:close/>
                <a:moveTo>
                  <a:pt x="3936" y="960"/>
                </a:moveTo>
                <a:lnTo>
                  <a:pt x="8320" y="5344"/>
                </a:lnTo>
                <a:lnTo>
                  <a:pt x="6624" y="7040"/>
                </a:lnTo>
                <a:lnTo>
                  <a:pt x="4896" y="5312"/>
                </a:lnTo>
                <a:cubicBezTo>
                  <a:pt x="5024" y="5120"/>
                  <a:pt x="5120" y="4896"/>
                  <a:pt x="5120" y="4640"/>
                </a:cubicBezTo>
                <a:cubicBezTo>
                  <a:pt x="5120" y="4032"/>
                  <a:pt x="4608" y="3520"/>
                  <a:pt x="4000" y="3520"/>
                </a:cubicBezTo>
                <a:cubicBezTo>
                  <a:pt x="3744" y="3520"/>
                  <a:pt x="3520" y="3616"/>
                  <a:pt x="3328" y="3744"/>
                </a:cubicBezTo>
                <a:lnTo>
                  <a:pt x="2240" y="2656"/>
                </a:lnTo>
                <a:lnTo>
                  <a:pt x="3936" y="960"/>
                </a:lnTo>
                <a:close/>
                <a:moveTo>
                  <a:pt x="10464" y="5216"/>
                </a:moveTo>
                <a:cubicBezTo>
                  <a:pt x="10400" y="5152"/>
                  <a:pt x="10304" y="5120"/>
                  <a:pt x="10240" y="5120"/>
                </a:cubicBezTo>
                <a:cubicBezTo>
                  <a:pt x="10176" y="5120"/>
                  <a:pt x="10080" y="5152"/>
                  <a:pt x="10016" y="5216"/>
                </a:cubicBezTo>
                <a:lnTo>
                  <a:pt x="6496" y="8736"/>
                </a:lnTo>
                <a:cubicBezTo>
                  <a:pt x="6368" y="8864"/>
                  <a:pt x="6368" y="9056"/>
                  <a:pt x="6496" y="9184"/>
                </a:cubicBezTo>
                <a:cubicBezTo>
                  <a:pt x="6560" y="9248"/>
                  <a:pt x="6656" y="9280"/>
                  <a:pt x="6720" y="9280"/>
                </a:cubicBezTo>
                <a:cubicBezTo>
                  <a:pt x="6816" y="9280"/>
                  <a:pt x="6880" y="9248"/>
                  <a:pt x="6944" y="9184"/>
                </a:cubicBezTo>
                <a:lnTo>
                  <a:pt x="10464" y="5664"/>
                </a:lnTo>
                <a:cubicBezTo>
                  <a:pt x="10592" y="5536"/>
                  <a:pt x="10592" y="5344"/>
                  <a:pt x="10464" y="5216"/>
                </a:cubicBezTo>
                <a:close/>
                <a:moveTo>
                  <a:pt x="1600" y="1600"/>
                </a:moveTo>
                <a:cubicBezTo>
                  <a:pt x="1696" y="1600"/>
                  <a:pt x="1760" y="1568"/>
                  <a:pt x="1824" y="1504"/>
                </a:cubicBezTo>
                <a:lnTo>
                  <a:pt x="2784" y="544"/>
                </a:lnTo>
                <a:cubicBezTo>
                  <a:pt x="2912" y="416"/>
                  <a:pt x="2912" y="224"/>
                  <a:pt x="2784" y="96"/>
                </a:cubicBezTo>
                <a:cubicBezTo>
                  <a:pt x="2720" y="32"/>
                  <a:pt x="2624" y="0"/>
                  <a:pt x="2560" y="0"/>
                </a:cubicBezTo>
                <a:cubicBezTo>
                  <a:pt x="2496" y="0"/>
                  <a:pt x="2400" y="32"/>
                  <a:pt x="2336" y="96"/>
                </a:cubicBezTo>
                <a:lnTo>
                  <a:pt x="1376" y="1056"/>
                </a:lnTo>
                <a:cubicBezTo>
                  <a:pt x="1248" y="1184"/>
                  <a:pt x="1248" y="1376"/>
                  <a:pt x="1376" y="1504"/>
                </a:cubicBezTo>
                <a:cubicBezTo>
                  <a:pt x="1440" y="1568"/>
                  <a:pt x="1504" y="1600"/>
                  <a:pt x="1600" y="1600"/>
                </a:cubicBezTo>
                <a:close/>
              </a:path>
            </a:pathLst>
          </a:custGeom>
          <a:solidFill>
            <a:srgbClr val="FFFFFF">
              <a:lumMod val="100000"/>
            </a:srgbClr>
          </a:soli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>
              <a:solidFill>
                <a:srgbClr val="FFFFFF"/>
              </a:solidFill>
              <a:latin typeface="+mn-lt"/>
              <a:sym typeface="Arial" panose="020B0604020202020204" pitchFamily="34" charset="0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LINKING</a:t>
            </a:r>
            <a:endParaRPr lang="en-US" dirty="0">
              <a:sym typeface="+mn-ea"/>
            </a:endParaRPr>
          </a:p>
        </p:txBody>
      </p:sp>
      <p:cxnSp>
        <p:nvCxnSpPr>
          <p:cNvPr id="50" name="直接连接符 49"/>
          <p:cNvCxnSpPr/>
          <p:nvPr>
            <p:custDataLst>
              <p:tags r:id="rId2"/>
            </p:custDataLst>
          </p:nvPr>
        </p:nvCxnSpPr>
        <p:spPr>
          <a:xfrm>
            <a:off x="1784839" y="5842738"/>
            <a:ext cx="377623" cy="0"/>
          </a:xfrm>
          <a:prstGeom prst="line">
            <a:avLst/>
          </a:prstGeom>
          <a:ln w="4445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>
            <p:custDataLst>
              <p:tags r:id="rId3"/>
            </p:custDataLst>
          </p:nvPr>
        </p:nvSpPr>
        <p:spPr>
          <a:xfrm>
            <a:off x="695325" y="2068395"/>
            <a:ext cx="2557279" cy="3971637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矩形 2"/>
          <p:cNvSpPr/>
          <p:nvPr>
            <p:custDataLst>
              <p:tags r:id="rId4"/>
            </p:custDataLst>
          </p:nvPr>
        </p:nvSpPr>
        <p:spPr>
          <a:xfrm>
            <a:off x="864973" y="3225768"/>
            <a:ext cx="2217356" cy="2310976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It fills in the blanks. If your file says "I want to use printf()!", the linker finds the pre-compiled binary code for printf() inside your operating system's standard library and hooks it up to your code.</a:t>
            </a:r>
            <a:endParaRPr 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9" name="矩形 4"/>
          <p:cNvSpPr/>
          <p:nvPr>
            <p:custDataLst>
              <p:tags r:id="rId5"/>
            </p:custDataLst>
          </p:nvPr>
        </p:nvSpPr>
        <p:spPr>
          <a:xfrm>
            <a:off x="861203" y="2638914"/>
            <a:ext cx="2225524" cy="43794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9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n>
                  <a:noFill/>
                  <a:prstDash val="sysDot"/>
                </a:ln>
                <a:solidFill>
                  <a:schemeClr val="accent1"/>
                </a:solidFill>
                <a:sym typeface="+mn-ea"/>
              </a:rPr>
              <a:t>Symbol Resolution: </a:t>
            </a:r>
            <a:endParaRPr lang="en-US" sz="2000" b="1" kern="0" dirty="0">
              <a:ln>
                <a:noFill/>
                <a:prstDash val="sysDot"/>
              </a:ln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67" name="椭圆 66"/>
          <p:cNvSpPr/>
          <p:nvPr>
            <p:custDataLst>
              <p:tags r:id="rId6"/>
            </p:custDataLst>
          </p:nvPr>
        </p:nvSpPr>
        <p:spPr>
          <a:xfrm>
            <a:off x="1595085" y="1661870"/>
            <a:ext cx="757131" cy="757131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椭圆 67"/>
          <p:cNvSpPr/>
          <p:nvPr>
            <p:custDataLst>
              <p:tags r:id="rId7"/>
            </p:custDataLst>
          </p:nvPr>
        </p:nvSpPr>
        <p:spPr>
          <a:xfrm>
            <a:off x="1620846" y="1661241"/>
            <a:ext cx="705608" cy="70560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1" name="直接连接符 45"/>
          <p:cNvCxnSpPr/>
          <p:nvPr>
            <p:custDataLst>
              <p:tags r:id="rId8"/>
            </p:custDataLst>
          </p:nvPr>
        </p:nvCxnSpPr>
        <p:spPr>
          <a:xfrm>
            <a:off x="4479093" y="5842738"/>
            <a:ext cx="377623" cy="0"/>
          </a:xfrm>
          <a:prstGeom prst="line">
            <a:avLst/>
          </a:prstGeom>
          <a:ln w="44450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圆角矩形 60"/>
          <p:cNvSpPr/>
          <p:nvPr>
            <p:custDataLst>
              <p:tags r:id="rId9"/>
            </p:custDataLst>
          </p:nvPr>
        </p:nvSpPr>
        <p:spPr>
          <a:xfrm>
            <a:off x="3388950" y="2068395"/>
            <a:ext cx="2557279" cy="3971637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椭圆 73"/>
          <p:cNvSpPr/>
          <p:nvPr>
            <p:custDataLst>
              <p:tags r:id="rId10"/>
            </p:custDataLst>
          </p:nvPr>
        </p:nvSpPr>
        <p:spPr>
          <a:xfrm>
            <a:off x="4289339" y="1661870"/>
            <a:ext cx="757131" cy="757131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椭圆 74"/>
          <p:cNvSpPr/>
          <p:nvPr>
            <p:custDataLst>
              <p:tags r:id="rId11"/>
            </p:custDataLst>
          </p:nvPr>
        </p:nvSpPr>
        <p:spPr>
          <a:xfrm>
            <a:off x="4315100" y="1661241"/>
            <a:ext cx="705608" cy="705608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矩形 5"/>
          <p:cNvSpPr/>
          <p:nvPr>
            <p:custDataLst>
              <p:tags r:id="rId12"/>
            </p:custDataLst>
          </p:nvPr>
        </p:nvSpPr>
        <p:spPr>
          <a:xfrm>
            <a:off x="3559226" y="3225768"/>
            <a:ext cx="2217356" cy="2310976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It combines multiple independent object files into a single, cohesive package.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4" name="矩形 7"/>
          <p:cNvSpPr/>
          <p:nvPr>
            <p:custDataLst>
              <p:tags r:id="rId13"/>
            </p:custDataLst>
          </p:nvPr>
        </p:nvSpPr>
        <p:spPr>
          <a:xfrm>
            <a:off x="3554828" y="2638914"/>
            <a:ext cx="2225524" cy="43794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n>
                  <a:noFill/>
                  <a:prstDash val="sysDot"/>
                </a:ln>
                <a:solidFill>
                  <a:schemeClr val="accent2"/>
                </a:solidFill>
                <a:sym typeface="+mn-ea"/>
              </a:rPr>
              <a:t>File Merging: </a:t>
            </a:r>
            <a:endParaRPr lang="en-US" sz="2000" b="1" kern="0">
              <a:ln>
                <a:noFill/>
                <a:prstDash val="sysDot"/>
              </a:ln>
              <a:solidFill>
                <a:schemeClr val="accent2"/>
              </a:solidFill>
              <a:latin typeface="+mj-lt"/>
              <a:sym typeface="+mn-ea"/>
            </a:endParaRPr>
          </a:p>
        </p:txBody>
      </p:sp>
      <p:cxnSp>
        <p:nvCxnSpPr>
          <p:cNvPr id="51" name="直接连接符 50"/>
          <p:cNvCxnSpPr/>
          <p:nvPr>
            <p:custDataLst>
              <p:tags r:id="rId14"/>
            </p:custDataLst>
          </p:nvPr>
        </p:nvCxnSpPr>
        <p:spPr>
          <a:xfrm>
            <a:off x="7172718" y="5842738"/>
            <a:ext cx="377623" cy="0"/>
          </a:xfrm>
          <a:prstGeom prst="line">
            <a:avLst/>
          </a:prstGeom>
          <a:ln w="44450" cap="rnd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>
            <p:custDataLst>
              <p:tags r:id="rId15"/>
            </p:custDataLst>
          </p:nvPr>
        </p:nvSpPr>
        <p:spPr>
          <a:xfrm>
            <a:off x="6082576" y="2068395"/>
            <a:ext cx="2557279" cy="3971637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椭圆 79"/>
          <p:cNvSpPr/>
          <p:nvPr>
            <p:custDataLst>
              <p:tags r:id="rId16"/>
            </p:custDataLst>
          </p:nvPr>
        </p:nvSpPr>
        <p:spPr>
          <a:xfrm>
            <a:off x="6982964" y="1661870"/>
            <a:ext cx="757131" cy="757131"/>
          </a:xfrm>
          <a:prstGeom prst="ellipse">
            <a:avLst/>
          </a:prstGeom>
          <a:solidFill>
            <a:schemeClr val="accent3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" name="椭圆 80"/>
          <p:cNvSpPr/>
          <p:nvPr>
            <p:custDataLst>
              <p:tags r:id="rId17"/>
            </p:custDataLst>
          </p:nvPr>
        </p:nvSpPr>
        <p:spPr>
          <a:xfrm>
            <a:off x="7008725" y="1661241"/>
            <a:ext cx="705608" cy="705608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矩形 8"/>
          <p:cNvSpPr/>
          <p:nvPr>
            <p:custDataLst>
              <p:tags r:id="rId18"/>
            </p:custDataLst>
          </p:nvPr>
        </p:nvSpPr>
        <p:spPr>
          <a:xfrm>
            <a:off x="6252851" y="3225768"/>
            <a:ext cx="2217356" cy="2310976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It assigns the final, real memory addresses to your functions and variables so the CPU knows exactly where to look when the program launches.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7" name="矩形 9"/>
          <p:cNvSpPr/>
          <p:nvPr>
            <p:custDataLst>
              <p:tags r:id="rId19"/>
            </p:custDataLst>
          </p:nvPr>
        </p:nvSpPr>
        <p:spPr>
          <a:xfrm>
            <a:off x="6248453" y="2638914"/>
            <a:ext cx="2225524" cy="43794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n>
                  <a:noFill/>
                  <a:prstDash val="sysDot"/>
                </a:ln>
                <a:solidFill>
                  <a:schemeClr val="accent3"/>
                </a:solidFill>
                <a:sym typeface="+mn-ea"/>
              </a:rPr>
              <a:t>Address Fixing: </a:t>
            </a:r>
            <a:endParaRPr lang="en-US" sz="2000" b="1" kern="0" dirty="0">
              <a:ln>
                <a:noFill/>
                <a:prstDash val="sysDot"/>
              </a:ln>
              <a:solidFill>
                <a:schemeClr val="accent3"/>
              </a:solidFill>
              <a:latin typeface="+mj-lt"/>
              <a:sym typeface="+mn-ea"/>
            </a:endParaRPr>
          </a:p>
        </p:txBody>
      </p:sp>
      <p:cxnSp>
        <p:nvCxnSpPr>
          <p:cNvPr id="55" name="直接连接符 54"/>
          <p:cNvCxnSpPr/>
          <p:nvPr>
            <p:custDataLst>
              <p:tags r:id="rId20"/>
            </p:custDataLst>
          </p:nvPr>
        </p:nvCxnSpPr>
        <p:spPr>
          <a:xfrm>
            <a:off x="9866343" y="5842738"/>
            <a:ext cx="377623" cy="0"/>
          </a:xfrm>
          <a:prstGeom prst="line">
            <a:avLst/>
          </a:prstGeom>
          <a:ln w="44450" cap="rnd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圆角矩形 62"/>
          <p:cNvSpPr/>
          <p:nvPr>
            <p:custDataLst>
              <p:tags r:id="rId21"/>
            </p:custDataLst>
          </p:nvPr>
        </p:nvSpPr>
        <p:spPr>
          <a:xfrm>
            <a:off x="8776201" y="2068395"/>
            <a:ext cx="2557279" cy="3971637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6" name="椭圆 85"/>
          <p:cNvSpPr/>
          <p:nvPr>
            <p:custDataLst>
              <p:tags r:id="rId22"/>
            </p:custDataLst>
          </p:nvPr>
        </p:nvSpPr>
        <p:spPr>
          <a:xfrm>
            <a:off x="9676589" y="1661870"/>
            <a:ext cx="757131" cy="757131"/>
          </a:xfrm>
          <a:prstGeom prst="ellipse">
            <a:avLst/>
          </a:prstGeom>
          <a:solidFill>
            <a:schemeClr val="accent4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7" name="椭圆 86"/>
          <p:cNvSpPr/>
          <p:nvPr>
            <p:custDataLst>
              <p:tags r:id="rId23"/>
            </p:custDataLst>
          </p:nvPr>
        </p:nvSpPr>
        <p:spPr>
          <a:xfrm>
            <a:off x="9702351" y="1661241"/>
            <a:ext cx="705608" cy="705608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矩形 10"/>
          <p:cNvSpPr/>
          <p:nvPr>
            <p:custDataLst>
              <p:tags r:id="rId24"/>
            </p:custDataLst>
          </p:nvPr>
        </p:nvSpPr>
        <p:spPr>
          <a:xfrm>
            <a:off x="8946477" y="3225768"/>
            <a:ext cx="2217356" cy="2310976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You get a fully functional, self-contained binary file (.exe on Windows or a.out on Mac/Linux) that you can double-click or run from your terminal.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9" name="矩形 11"/>
          <p:cNvSpPr/>
          <p:nvPr>
            <p:custDataLst>
              <p:tags r:id="rId25"/>
            </p:custDataLst>
          </p:nvPr>
        </p:nvSpPr>
        <p:spPr>
          <a:xfrm>
            <a:off x="8942079" y="2638914"/>
            <a:ext cx="2225525" cy="43794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n>
                  <a:noFill/>
                  <a:prstDash val="sysDot"/>
                </a:ln>
                <a:solidFill>
                  <a:schemeClr val="accent4"/>
                </a:solidFill>
                <a:sym typeface="+mn-ea"/>
              </a:rPr>
              <a:t>The Result: </a:t>
            </a:r>
            <a:endParaRPr lang="en-US" sz="2000" b="1" kern="0" dirty="0">
              <a:ln>
                <a:noFill/>
                <a:prstDash val="sysDot"/>
              </a:ln>
              <a:solidFill>
                <a:schemeClr val="accent4"/>
              </a:solidFill>
              <a:latin typeface="+mj-lt"/>
              <a:sym typeface="+mn-ea"/>
            </a:endParaRPr>
          </a:p>
        </p:txBody>
      </p:sp>
      <p:sp>
        <p:nvSpPr>
          <p:cNvPr id="31" name="任意多边形: 形状 3"/>
          <p:cNvSpPr/>
          <p:nvPr>
            <p:custDataLst>
              <p:tags r:id="rId26"/>
            </p:custDataLst>
          </p:nvPr>
        </p:nvSpPr>
        <p:spPr>
          <a:xfrm>
            <a:off x="1850813" y="1871730"/>
            <a:ext cx="245650" cy="285053"/>
          </a:xfrm>
          <a:custGeom>
            <a:avLst/>
            <a:gdLst>
              <a:gd name="connsiteX0" fmla="*/ 113601 w 228002"/>
              <a:gd name="connsiteY0" fmla="*/ 189619 h 189924"/>
              <a:gd name="connsiteX1" fmla="*/ 98370 w 228002"/>
              <a:gd name="connsiteY1" fmla="*/ 184343 h 189924"/>
              <a:gd name="connsiteX2" fmla="*/ 8981 w 228002"/>
              <a:gd name="connsiteY2" fmla="*/ 113888 h 189924"/>
              <a:gd name="connsiteX3" fmla="*/ -379 w 228002"/>
              <a:gd name="connsiteY3" fmla="*/ 94572 h 189924"/>
              <a:gd name="connsiteX4" fmla="*/ 8981 w 228002"/>
              <a:gd name="connsiteY4" fmla="*/ 75256 h 189924"/>
              <a:gd name="connsiteX5" fmla="*/ 98413 w 228002"/>
              <a:gd name="connsiteY5" fmla="*/ 4800 h 189924"/>
              <a:gd name="connsiteX6" fmla="*/ 128833 w 228002"/>
              <a:gd name="connsiteY6" fmla="*/ 4800 h 189924"/>
              <a:gd name="connsiteX7" fmla="*/ 218264 w 228002"/>
              <a:gd name="connsiteY7" fmla="*/ 75256 h 189924"/>
              <a:gd name="connsiteX8" fmla="*/ 227624 w 228002"/>
              <a:gd name="connsiteY8" fmla="*/ 94572 h 189924"/>
              <a:gd name="connsiteX9" fmla="*/ 218264 w 228002"/>
              <a:gd name="connsiteY9" fmla="*/ 113888 h 189924"/>
              <a:gd name="connsiteX10" fmla="*/ 128833 w 228002"/>
              <a:gd name="connsiteY10" fmla="*/ 184343 h 189924"/>
              <a:gd name="connsiteX11" fmla="*/ 113601 w 228002"/>
              <a:gd name="connsiteY11" fmla="*/ 189619 h 189924"/>
              <a:gd name="connsiteX12" fmla="*/ 113601 w 228002"/>
              <a:gd name="connsiteY12" fmla="*/ 15947 h 189924"/>
              <a:gd name="connsiteX13" fmla="*/ 108538 w 228002"/>
              <a:gd name="connsiteY13" fmla="*/ 17692 h 189924"/>
              <a:gd name="connsiteX14" fmla="*/ 19107 w 228002"/>
              <a:gd name="connsiteY14" fmla="*/ 88148 h 189924"/>
              <a:gd name="connsiteX15" fmla="*/ 16001 w 228002"/>
              <a:gd name="connsiteY15" fmla="*/ 94572 h 189924"/>
              <a:gd name="connsiteX16" fmla="*/ 19107 w 228002"/>
              <a:gd name="connsiteY16" fmla="*/ 100996 h 189924"/>
              <a:gd name="connsiteX17" fmla="*/ 108538 w 228002"/>
              <a:gd name="connsiteY17" fmla="*/ 171452 h 189924"/>
              <a:gd name="connsiteX18" fmla="*/ 118664 w 228002"/>
              <a:gd name="connsiteY18" fmla="*/ 171452 h 189924"/>
              <a:gd name="connsiteX19" fmla="*/ 208096 w 228002"/>
              <a:gd name="connsiteY19" fmla="*/ 100996 h 189924"/>
              <a:gd name="connsiteX20" fmla="*/ 211201 w 228002"/>
              <a:gd name="connsiteY20" fmla="*/ 94572 h 189924"/>
              <a:gd name="connsiteX21" fmla="*/ 208096 w 228002"/>
              <a:gd name="connsiteY21" fmla="*/ 88148 h 189924"/>
              <a:gd name="connsiteX22" fmla="*/ 118707 w 228002"/>
              <a:gd name="connsiteY22" fmla="*/ 17692 h 189924"/>
              <a:gd name="connsiteX23" fmla="*/ 113601 w 228002"/>
              <a:gd name="connsiteY23" fmla="*/ 15947 h 18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91" h="454">
                <a:moveTo>
                  <a:pt x="195" y="299"/>
                </a:moveTo>
                <a:cubicBezTo>
                  <a:pt x="187" y="299"/>
                  <a:pt x="178" y="296"/>
                  <a:pt x="171" y="291"/>
                </a:cubicBezTo>
                <a:lnTo>
                  <a:pt x="31" y="180"/>
                </a:lnTo>
                <a:cubicBezTo>
                  <a:pt x="21" y="172"/>
                  <a:pt x="16" y="161"/>
                  <a:pt x="16" y="149"/>
                </a:cubicBezTo>
                <a:cubicBezTo>
                  <a:pt x="16" y="137"/>
                  <a:pt x="21" y="126"/>
                  <a:pt x="31" y="119"/>
                </a:cubicBezTo>
                <a:lnTo>
                  <a:pt x="171" y="8"/>
                </a:lnTo>
                <a:cubicBezTo>
                  <a:pt x="185" y="-3"/>
                  <a:pt x="206" y="-3"/>
                  <a:pt x="219" y="8"/>
                </a:cubicBezTo>
                <a:lnTo>
                  <a:pt x="360" y="119"/>
                </a:lnTo>
                <a:cubicBezTo>
                  <a:pt x="370" y="126"/>
                  <a:pt x="375" y="137"/>
                  <a:pt x="375" y="149"/>
                </a:cubicBezTo>
                <a:cubicBezTo>
                  <a:pt x="375" y="161"/>
                  <a:pt x="370" y="172"/>
                  <a:pt x="360" y="180"/>
                </a:cubicBezTo>
                <a:lnTo>
                  <a:pt x="219" y="291"/>
                </a:lnTo>
                <a:cubicBezTo>
                  <a:pt x="213" y="296"/>
                  <a:pt x="204" y="299"/>
                  <a:pt x="195" y="299"/>
                </a:cubicBezTo>
                <a:close/>
                <a:moveTo>
                  <a:pt x="195" y="26"/>
                </a:moveTo>
                <a:cubicBezTo>
                  <a:pt x="192" y="26"/>
                  <a:pt x="190" y="27"/>
                  <a:pt x="187" y="28"/>
                </a:cubicBezTo>
                <a:lnTo>
                  <a:pt x="47" y="139"/>
                </a:lnTo>
                <a:cubicBezTo>
                  <a:pt x="43" y="142"/>
                  <a:pt x="42" y="145"/>
                  <a:pt x="42" y="149"/>
                </a:cubicBezTo>
                <a:cubicBezTo>
                  <a:pt x="42" y="153"/>
                  <a:pt x="44" y="157"/>
                  <a:pt x="47" y="160"/>
                </a:cubicBezTo>
                <a:lnTo>
                  <a:pt x="187" y="270"/>
                </a:lnTo>
                <a:cubicBezTo>
                  <a:pt x="192" y="274"/>
                  <a:pt x="199" y="274"/>
                  <a:pt x="203" y="270"/>
                </a:cubicBezTo>
                <a:lnTo>
                  <a:pt x="344" y="160"/>
                </a:lnTo>
                <a:cubicBezTo>
                  <a:pt x="347" y="157"/>
                  <a:pt x="349" y="153"/>
                  <a:pt x="349" y="149"/>
                </a:cubicBezTo>
                <a:cubicBezTo>
                  <a:pt x="349" y="145"/>
                  <a:pt x="347" y="142"/>
                  <a:pt x="344" y="139"/>
                </a:cubicBezTo>
                <a:lnTo>
                  <a:pt x="203" y="28"/>
                </a:lnTo>
                <a:cubicBezTo>
                  <a:pt x="201" y="27"/>
                  <a:pt x="198" y="26"/>
                  <a:pt x="195" y="26"/>
                </a:cubicBezTo>
                <a:close/>
                <a:moveTo>
                  <a:pt x="195" y="376"/>
                </a:moveTo>
                <a:cubicBezTo>
                  <a:pt x="187" y="376"/>
                  <a:pt x="179" y="374"/>
                  <a:pt x="171" y="368"/>
                </a:cubicBezTo>
                <a:lnTo>
                  <a:pt x="5" y="237"/>
                </a:lnTo>
                <a:cubicBezTo>
                  <a:pt x="-1" y="232"/>
                  <a:pt x="-2" y="224"/>
                  <a:pt x="3" y="219"/>
                </a:cubicBezTo>
                <a:cubicBezTo>
                  <a:pt x="7" y="213"/>
                  <a:pt x="15" y="212"/>
                  <a:pt x="21" y="216"/>
                </a:cubicBezTo>
                <a:lnTo>
                  <a:pt x="188" y="348"/>
                </a:lnTo>
                <a:cubicBezTo>
                  <a:pt x="192" y="351"/>
                  <a:pt x="199" y="351"/>
                  <a:pt x="203" y="348"/>
                </a:cubicBezTo>
                <a:lnTo>
                  <a:pt x="370" y="216"/>
                </a:lnTo>
                <a:cubicBezTo>
                  <a:pt x="376" y="212"/>
                  <a:pt x="384" y="213"/>
                  <a:pt x="388" y="219"/>
                </a:cubicBezTo>
                <a:cubicBezTo>
                  <a:pt x="393" y="224"/>
                  <a:pt x="392" y="232"/>
                  <a:pt x="386" y="237"/>
                </a:cubicBezTo>
                <a:lnTo>
                  <a:pt x="219" y="368"/>
                </a:lnTo>
                <a:cubicBezTo>
                  <a:pt x="212" y="374"/>
                  <a:pt x="204" y="376"/>
                  <a:pt x="195" y="376"/>
                </a:cubicBezTo>
                <a:close/>
                <a:moveTo>
                  <a:pt x="195" y="454"/>
                </a:moveTo>
                <a:cubicBezTo>
                  <a:pt x="187" y="454"/>
                  <a:pt x="179" y="451"/>
                  <a:pt x="171" y="445"/>
                </a:cubicBezTo>
                <a:lnTo>
                  <a:pt x="5" y="314"/>
                </a:lnTo>
                <a:cubicBezTo>
                  <a:pt x="-1" y="310"/>
                  <a:pt x="-2" y="302"/>
                  <a:pt x="3" y="296"/>
                </a:cubicBezTo>
                <a:cubicBezTo>
                  <a:pt x="7" y="290"/>
                  <a:pt x="15" y="289"/>
                  <a:pt x="21" y="294"/>
                </a:cubicBezTo>
                <a:lnTo>
                  <a:pt x="188" y="425"/>
                </a:lnTo>
                <a:cubicBezTo>
                  <a:pt x="192" y="429"/>
                  <a:pt x="199" y="429"/>
                  <a:pt x="203" y="425"/>
                </a:cubicBezTo>
                <a:lnTo>
                  <a:pt x="370" y="294"/>
                </a:lnTo>
                <a:cubicBezTo>
                  <a:pt x="376" y="289"/>
                  <a:pt x="384" y="290"/>
                  <a:pt x="388" y="296"/>
                </a:cubicBezTo>
                <a:cubicBezTo>
                  <a:pt x="393" y="302"/>
                  <a:pt x="392" y="310"/>
                  <a:pt x="386" y="314"/>
                </a:cubicBezTo>
                <a:lnTo>
                  <a:pt x="219" y="445"/>
                </a:lnTo>
                <a:cubicBezTo>
                  <a:pt x="212" y="451"/>
                  <a:pt x="204" y="454"/>
                  <a:pt x="195" y="454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2" name="任意多边形: 形状 14"/>
          <p:cNvSpPr/>
          <p:nvPr>
            <p:custDataLst>
              <p:tags r:id="rId27"/>
            </p:custDataLst>
          </p:nvPr>
        </p:nvSpPr>
        <p:spPr>
          <a:xfrm>
            <a:off x="7218586" y="1899376"/>
            <a:ext cx="284911" cy="229068"/>
          </a:xfrm>
          <a:custGeom>
            <a:avLst/>
            <a:gdLst>
              <a:gd name="connsiteX0" fmla="*/ 31388 w 63540"/>
              <a:gd name="connsiteY0" fmla="*/ 63280 h 63540"/>
              <a:gd name="connsiteX1" fmla="*/ -382 w 63540"/>
              <a:gd name="connsiteY1" fmla="*/ 31509 h 63540"/>
              <a:gd name="connsiteX2" fmla="*/ 31388 w 63540"/>
              <a:gd name="connsiteY2" fmla="*/ -261 h 63540"/>
              <a:gd name="connsiteX3" fmla="*/ 63159 w 63540"/>
              <a:gd name="connsiteY3" fmla="*/ 31509 h 63540"/>
              <a:gd name="connsiteX4" fmla="*/ 31388 w 63540"/>
              <a:gd name="connsiteY4" fmla="*/ 63280 h 63540"/>
              <a:gd name="connsiteX5" fmla="*/ 31388 w 63540"/>
              <a:gd name="connsiteY5" fmla="*/ 15197 h 63540"/>
              <a:gd name="connsiteX6" fmla="*/ 15076 w 63540"/>
              <a:gd name="connsiteY6" fmla="*/ 31509 h 63540"/>
              <a:gd name="connsiteX7" fmla="*/ 31388 w 63540"/>
              <a:gd name="connsiteY7" fmla="*/ 47822 h 63540"/>
              <a:gd name="connsiteX8" fmla="*/ 47701 w 63540"/>
              <a:gd name="connsiteY8" fmla="*/ 31509 h 63540"/>
              <a:gd name="connsiteX9" fmla="*/ 31388 w 63540"/>
              <a:gd name="connsiteY9" fmla="*/ 15197 h 6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3" h="365">
                <a:moveTo>
                  <a:pt x="112" y="314"/>
                </a:moveTo>
                <a:cubicBezTo>
                  <a:pt x="111" y="314"/>
                  <a:pt x="110" y="315"/>
                  <a:pt x="110" y="316"/>
                </a:cubicBezTo>
                <a:lnTo>
                  <a:pt x="110" y="338"/>
                </a:lnTo>
                <a:cubicBezTo>
                  <a:pt x="110" y="339"/>
                  <a:pt x="111" y="340"/>
                  <a:pt x="112" y="340"/>
                </a:cubicBezTo>
                <a:lnTo>
                  <a:pt x="339" y="340"/>
                </a:lnTo>
                <a:cubicBezTo>
                  <a:pt x="340" y="340"/>
                  <a:pt x="341" y="339"/>
                  <a:pt x="341" y="338"/>
                </a:cubicBezTo>
                <a:lnTo>
                  <a:pt x="341" y="316"/>
                </a:lnTo>
                <a:cubicBezTo>
                  <a:pt x="341" y="315"/>
                  <a:pt x="340" y="314"/>
                  <a:pt x="339" y="314"/>
                </a:cubicBezTo>
                <a:lnTo>
                  <a:pt x="112" y="314"/>
                </a:lnTo>
                <a:close/>
                <a:moveTo>
                  <a:pt x="377" y="209"/>
                </a:moveTo>
                <a:lnTo>
                  <a:pt x="377" y="236"/>
                </a:lnTo>
                <a:lnTo>
                  <a:pt x="429" y="236"/>
                </a:lnTo>
                <a:lnTo>
                  <a:pt x="429" y="209"/>
                </a:lnTo>
                <a:lnTo>
                  <a:pt x="377" y="209"/>
                </a:lnTo>
                <a:close/>
                <a:moveTo>
                  <a:pt x="24" y="209"/>
                </a:moveTo>
                <a:lnTo>
                  <a:pt x="24" y="236"/>
                </a:lnTo>
                <a:lnTo>
                  <a:pt x="77" y="236"/>
                </a:lnTo>
                <a:lnTo>
                  <a:pt x="77" y="209"/>
                </a:lnTo>
                <a:lnTo>
                  <a:pt x="24" y="209"/>
                </a:lnTo>
                <a:close/>
                <a:moveTo>
                  <a:pt x="227" y="24"/>
                </a:moveTo>
                <a:cubicBezTo>
                  <a:pt x="213" y="24"/>
                  <a:pt x="201" y="36"/>
                  <a:pt x="201" y="50"/>
                </a:cubicBezTo>
                <a:cubicBezTo>
                  <a:pt x="201" y="64"/>
                  <a:pt x="213" y="76"/>
                  <a:pt x="227" y="76"/>
                </a:cubicBezTo>
                <a:cubicBezTo>
                  <a:pt x="241" y="76"/>
                  <a:pt x="252" y="64"/>
                  <a:pt x="252" y="50"/>
                </a:cubicBezTo>
                <a:cubicBezTo>
                  <a:pt x="252" y="36"/>
                  <a:pt x="241" y="24"/>
                  <a:pt x="227" y="24"/>
                </a:cubicBezTo>
                <a:close/>
                <a:moveTo>
                  <a:pt x="227" y="0"/>
                </a:moveTo>
                <a:cubicBezTo>
                  <a:pt x="249" y="0"/>
                  <a:pt x="268" y="15"/>
                  <a:pt x="274" y="35"/>
                </a:cubicBezTo>
                <a:lnTo>
                  <a:pt x="275" y="36"/>
                </a:lnTo>
                <a:lnTo>
                  <a:pt x="380" y="36"/>
                </a:lnTo>
                <a:cubicBezTo>
                  <a:pt x="401" y="36"/>
                  <a:pt x="418" y="53"/>
                  <a:pt x="418" y="74"/>
                </a:cubicBezTo>
                <a:lnTo>
                  <a:pt x="418" y="185"/>
                </a:lnTo>
                <a:lnTo>
                  <a:pt x="429" y="185"/>
                </a:lnTo>
                <a:cubicBezTo>
                  <a:pt x="443" y="185"/>
                  <a:pt x="453" y="196"/>
                  <a:pt x="453" y="209"/>
                </a:cubicBezTo>
                <a:lnTo>
                  <a:pt x="453" y="236"/>
                </a:lnTo>
                <a:cubicBezTo>
                  <a:pt x="454" y="249"/>
                  <a:pt x="443" y="260"/>
                  <a:pt x="429" y="260"/>
                </a:cubicBezTo>
                <a:lnTo>
                  <a:pt x="377" y="260"/>
                </a:lnTo>
                <a:cubicBezTo>
                  <a:pt x="363" y="260"/>
                  <a:pt x="352" y="249"/>
                  <a:pt x="352" y="236"/>
                </a:cubicBezTo>
                <a:lnTo>
                  <a:pt x="352" y="209"/>
                </a:lnTo>
                <a:cubicBezTo>
                  <a:pt x="352" y="196"/>
                  <a:pt x="363" y="185"/>
                  <a:pt x="377" y="185"/>
                </a:cubicBezTo>
                <a:lnTo>
                  <a:pt x="393" y="185"/>
                </a:lnTo>
                <a:lnTo>
                  <a:pt x="393" y="73"/>
                </a:lnTo>
                <a:cubicBezTo>
                  <a:pt x="393" y="66"/>
                  <a:pt x="387" y="60"/>
                  <a:pt x="380" y="60"/>
                </a:cubicBezTo>
                <a:lnTo>
                  <a:pt x="276" y="60"/>
                </a:lnTo>
                <a:lnTo>
                  <a:pt x="274" y="67"/>
                </a:lnTo>
                <a:cubicBezTo>
                  <a:pt x="268" y="83"/>
                  <a:pt x="254" y="95"/>
                  <a:pt x="237" y="99"/>
                </a:cubicBezTo>
                <a:lnTo>
                  <a:pt x="237" y="99"/>
                </a:lnTo>
                <a:lnTo>
                  <a:pt x="237" y="290"/>
                </a:lnTo>
                <a:lnTo>
                  <a:pt x="339" y="290"/>
                </a:lnTo>
                <a:cubicBezTo>
                  <a:pt x="354" y="290"/>
                  <a:pt x="366" y="301"/>
                  <a:pt x="366" y="316"/>
                </a:cubicBezTo>
                <a:lnTo>
                  <a:pt x="366" y="338"/>
                </a:lnTo>
                <a:cubicBezTo>
                  <a:pt x="366" y="353"/>
                  <a:pt x="354" y="365"/>
                  <a:pt x="339" y="365"/>
                </a:cubicBezTo>
                <a:lnTo>
                  <a:pt x="112" y="365"/>
                </a:lnTo>
                <a:cubicBezTo>
                  <a:pt x="98" y="365"/>
                  <a:pt x="86" y="353"/>
                  <a:pt x="86" y="338"/>
                </a:cubicBezTo>
                <a:lnTo>
                  <a:pt x="86" y="316"/>
                </a:lnTo>
                <a:cubicBezTo>
                  <a:pt x="86" y="301"/>
                  <a:pt x="98" y="290"/>
                  <a:pt x="112" y="290"/>
                </a:cubicBezTo>
                <a:lnTo>
                  <a:pt x="213" y="290"/>
                </a:lnTo>
                <a:lnTo>
                  <a:pt x="213" y="99"/>
                </a:lnTo>
                <a:lnTo>
                  <a:pt x="216" y="99"/>
                </a:lnTo>
                <a:lnTo>
                  <a:pt x="212" y="98"/>
                </a:lnTo>
                <a:cubicBezTo>
                  <a:pt x="197" y="93"/>
                  <a:pt x="184" y="81"/>
                  <a:pt x="179" y="66"/>
                </a:cubicBezTo>
                <a:lnTo>
                  <a:pt x="178" y="60"/>
                </a:lnTo>
                <a:lnTo>
                  <a:pt x="74" y="60"/>
                </a:lnTo>
                <a:cubicBezTo>
                  <a:pt x="66" y="60"/>
                  <a:pt x="60" y="66"/>
                  <a:pt x="60" y="73"/>
                </a:cubicBezTo>
                <a:lnTo>
                  <a:pt x="60" y="185"/>
                </a:lnTo>
                <a:lnTo>
                  <a:pt x="77" y="185"/>
                </a:lnTo>
                <a:cubicBezTo>
                  <a:pt x="90" y="185"/>
                  <a:pt x="101" y="196"/>
                  <a:pt x="101" y="209"/>
                </a:cubicBezTo>
                <a:lnTo>
                  <a:pt x="101" y="236"/>
                </a:lnTo>
                <a:cubicBezTo>
                  <a:pt x="101" y="249"/>
                  <a:pt x="90" y="260"/>
                  <a:pt x="77" y="260"/>
                </a:cubicBezTo>
                <a:lnTo>
                  <a:pt x="24" y="260"/>
                </a:lnTo>
                <a:cubicBezTo>
                  <a:pt x="11" y="260"/>
                  <a:pt x="0" y="249"/>
                  <a:pt x="0" y="236"/>
                </a:cubicBezTo>
                <a:lnTo>
                  <a:pt x="0" y="209"/>
                </a:lnTo>
                <a:cubicBezTo>
                  <a:pt x="0" y="196"/>
                  <a:pt x="11" y="185"/>
                  <a:pt x="24" y="185"/>
                </a:cubicBezTo>
                <a:lnTo>
                  <a:pt x="36" y="185"/>
                </a:lnTo>
                <a:lnTo>
                  <a:pt x="36" y="74"/>
                </a:lnTo>
                <a:cubicBezTo>
                  <a:pt x="36" y="53"/>
                  <a:pt x="53" y="36"/>
                  <a:pt x="74" y="36"/>
                </a:cubicBezTo>
                <a:lnTo>
                  <a:pt x="179" y="36"/>
                </a:lnTo>
                <a:lnTo>
                  <a:pt x="179" y="35"/>
                </a:lnTo>
                <a:cubicBezTo>
                  <a:pt x="185" y="15"/>
                  <a:pt x="204" y="0"/>
                  <a:pt x="227" y="0"/>
                </a:cubicBezTo>
                <a:close/>
              </a:path>
            </a:pathLst>
          </a:custGeom>
          <a:solidFill>
            <a:srgbClr val="FFFFFF"/>
          </a:solidFill>
          <a:ln w="403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4" name="任意多边形: 形状 15"/>
          <p:cNvSpPr/>
          <p:nvPr>
            <p:custDataLst>
              <p:tags r:id="rId28"/>
            </p:custDataLst>
          </p:nvPr>
        </p:nvSpPr>
        <p:spPr>
          <a:xfrm>
            <a:off x="4528730" y="1853509"/>
            <a:ext cx="277848" cy="320446"/>
          </a:xfrm>
          <a:custGeom>
            <a:avLst/>
            <a:gdLst>
              <a:gd name="connsiteX0" fmla="*/ 131280 w 141701"/>
              <a:gd name="connsiteY0" fmla="*/ 20007 h 20395"/>
              <a:gd name="connsiteX1" fmla="*/ 9780 w 141701"/>
              <a:gd name="connsiteY1" fmla="*/ 20007 h 20395"/>
              <a:gd name="connsiteX2" fmla="*/ -321 w 141701"/>
              <a:gd name="connsiteY2" fmla="*/ 9809 h 20395"/>
              <a:gd name="connsiteX3" fmla="*/ 9780 w 141701"/>
              <a:gd name="connsiteY3" fmla="*/ -389 h 20395"/>
              <a:gd name="connsiteX4" fmla="*/ 131280 w 141701"/>
              <a:gd name="connsiteY4" fmla="*/ -389 h 20395"/>
              <a:gd name="connsiteX5" fmla="*/ 141381 w 141701"/>
              <a:gd name="connsiteY5" fmla="*/ 9809 h 20395"/>
              <a:gd name="connsiteX6" fmla="*/ 131280 w 141701"/>
              <a:gd name="connsiteY6" fmla="*/ 20007 h 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4" h="510">
                <a:moveTo>
                  <a:pt x="278" y="270"/>
                </a:moveTo>
                <a:lnTo>
                  <a:pt x="87" y="270"/>
                </a:lnTo>
                <a:cubicBezTo>
                  <a:pt x="78" y="270"/>
                  <a:pt x="71" y="263"/>
                  <a:pt x="71" y="254"/>
                </a:cubicBezTo>
                <a:cubicBezTo>
                  <a:pt x="71" y="245"/>
                  <a:pt x="78" y="238"/>
                  <a:pt x="87" y="238"/>
                </a:cubicBezTo>
                <a:lnTo>
                  <a:pt x="278" y="238"/>
                </a:lnTo>
                <a:cubicBezTo>
                  <a:pt x="287" y="238"/>
                  <a:pt x="294" y="245"/>
                  <a:pt x="294" y="254"/>
                </a:cubicBezTo>
                <a:cubicBezTo>
                  <a:pt x="294" y="263"/>
                  <a:pt x="287" y="270"/>
                  <a:pt x="278" y="270"/>
                </a:cubicBezTo>
                <a:close/>
                <a:moveTo>
                  <a:pt x="326" y="159"/>
                </a:moveTo>
                <a:lnTo>
                  <a:pt x="87" y="159"/>
                </a:lnTo>
                <a:cubicBezTo>
                  <a:pt x="78" y="159"/>
                  <a:pt x="71" y="152"/>
                  <a:pt x="71" y="143"/>
                </a:cubicBezTo>
                <a:cubicBezTo>
                  <a:pt x="71" y="134"/>
                  <a:pt x="78" y="127"/>
                  <a:pt x="87" y="127"/>
                </a:cubicBezTo>
                <a:lnTo>
                  <a:pt x="326" y="127"/>
                </a:lnTo>
                <a:cubicBezTo>
                  <a:pt x="335" y="127"/>
                  <a:pt x="342" y="134"/>
                  <a:pt x="342" y="143"/>
                </a:cubicBezTo>
                <a:cubicBezTo>
                  <a:pt x="342" y="152"/>
                  <a:pt x="335" y="159"/>
                  <a:pt x="326" y="159"/>
                </a:cubicBezTo>
                <a:close/>
                <a:moveTo>
                  <a:pt x="388" y="510"/>
                </a:moveTo>
                <a:lnTo>
                  <a:pt x="43" y="510"/>
                </a:lnTo>
                <a:cubicBezTo>
                  <a:pt x="19" y="510"/>
                  <a:pt x="0" y="492"/>
                  <a:pt x="0" y="470"/>
                </a:cubicBezTo>
                <a:lnTo>
                  <a:pt x="0" y="40"/>
                </a:lnTo>
                <a:cubicBezTo>
                  <a:pt x="0" y="18"/>
                  <a:pt x="19" y="0"/>
                  <a:pt x="43" y="0"/>
                </a:cubicBezTo>
                <a:lnTo>
                  <a:pt x="388" y="0"/>
                </a:lnTo>
                <a:cubicBezTo>
                  <a:pt x="412" y="0"/>
                  <a:pt x="431" y="18"/>
                  <a:pt x="431" y="40"/>
                </a:cubicBezTo>
                <a:lnTo>
                  <a:pt x="431" y="104"/>
                </a:lnTo>
                <a:cubicBezTo>
                  <a:pt x="431" y="113"/>
                  <a:pt x="424" y="120"/>
                  <a:pt x="415" y="120"/>
                </a:cubicBezTo>
                <a:cubicBezTo>
                  <a:pt x="406" y="120"/>
                  <a:pt x="399" y="113"/>
                  <a:pt x="399" y="104"/>
                </a:cubicBezTo>
                <a:lnTo>
                  <a:pt x="399" y="40"/>
                </a:lnTo>
                <a:cubicBezTo>
                  <a:pt x="399" y="36"/>
                  <a:pt x="394" y="32"/>
                  <a:pt x="388" y="32"/>
                </a:cubicBezTo>
                <a:lnTo>
                  <a:pt x="43" y="32"/>
                </a:lnTo>
                <a:cubicBezTo>
                  <a:pt x="37" y="32"/>
                  <a:pt x="32" y="36"/>
                  <a:pt x="32" y="40"/>
                </a:cubicBezTo>
                <a:lnTo>
                  <a:pt x="32" y="470"/>
                </a:lnTo>
                <a:cubicBezTo>
                  <a:pt x="32" y="474"/>
                  <a:pt x="37" y="478"/>
                  <a:pt x="43" y="478"/>
                </a:cubicBezTo>
                <a:lnTo>
                  <a:pt x="388" y="478"/>
                </a:lnTo>
                <a:cubicBezTo>
                  <a:pt x="394" y="478"/>
                  <a:pt x="399" y="474"/>
                  <a:pt x="399" y="470"/>
                </a:cubicBezTo>
                <a:lnTo>
                  <a:pt x="399" y="445"/>
                </a:lnTo>
                <a:cubicBezTo>
                  <a:pt x="399" y="436"/>
                  <a:pt x="406" y="429"/>
                  <a:pt x="415" y="429"/>
                </a:cubicBezTo>
                <a:cubicBezTo>
                  <a:pt x="424" y="429"/>
                  <a:pt x="431" y="436"/>
                  <a:pt x="431" y="445"/>
                </a:cubicBezTo>
                <a:lnTo>
                  <a:pt x="431" y="470"/>
                </a:lnTo>
                <a:cubicBezTo>
                  <a:pt x="431" y="492"/>
                  <a:pt x="412" y="510"/>
                  <a:pt x="388" y="510"/>
                </a:cubicBezTo>
                <a:close/>
                <a:moveTo>
                  <a:pt x="278" y="382"/>
                </a:moveTo>
                <a:lnTo>
                  <a:pt x="87" y="382"/>
                </a:lnTo>
                <a:cubicBezTo>
                  <a:pt x="78" y="382"/>
                  <a:pt x="71" y="375"/>
                  <a:pt x="71" y="366"/>
                </a:cubicBezTo>
                <a:cubicBezTo>
                  <a:pt x="71" y="357"/>
                  <a:pt x="78" y="350"/>
                  <a:pt x="87" y="350"/>
                </a:cubicBezTo>
                <a:lnTo>
                  <a:pt x="278" y="350"/>
                </a:lnTo>
                <a:cubicBezTo>
                  <a:pt x="287" y="350"/>
                  <a:pt x="294" y="357"/>
                  <a:pt x="294" y="366"/>
                </a:cubicBezTo>
                <a:cubicBezTo>
                  <a:pt x="294" y="375"/>
                  <a:pt x="287" y="382"/>
                  <a:pt x="278" y="382"/>
                </a:cubicBezTo>
                <a:close/>
                <a:moveTo>
                  <a:pt x="332" y="423"/>
                </a:moveTo>
                <a:cubicBezTo>
                  <a:pt x="329" y="423"/>
                  <a:pt x="326" y="422"/>
                  <a:pt x="324" y="421"/>
                </a:cubicBezTo>
                <a:cubicBezTo>
                  <a:pt x="316" y="416"/>
                  <a:pt x="313" y="407"/>
                  <a:pt x="318" y="399"/>
                </a:cubicBezTo>
                <a:lnTo>
                  <a:pt x="454" y="163"/>
                </a:lnTo>
                <a:cubicBezTo>
                  <a:pt x="458" y="155"/>
                  <a:pt x="468" y="153"/>
                  <a:pt x="476" y="157"/>
                </a:cubicBezTo>
                <a:cubicBezTo>
                  <a:pt x="483" y="162"/>
                  <a:pt x="486" y="171"/>
                  <a:pt x="482" y="179"/>
                </a:cubicBezTo>
                <a:lnTo>
                  <a:pt x="346" y="415"/>
                </a:lnTo>
                <a:cubicBezTo>
                  <a:pt x="343" y="420"/>
                  <a:pt x="337" y="423"/>
                  <a:pt x="332" y="423"/>
                </a:cubicBezTo>
                <a:close/>
              </a:path>
            </a:pathLst>
          </a:custGeom>
          <a:solidFill>
            <a:srgbClr val="FFFFFF"/>
          </a:solidFill>
          <a:ln w="485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3" name="任意多边形: 形状 6"/>
          <p:cNvSpPr/>
          <p:nvPr>
            <p:custDataLst>
              <p:tags r:id="rId29"/>
            </p:custDataLst>
          </p:nvPr>
        </p:nvSpPr>
        <p:spPr>
          <a:xfrm>
            <a:off x="9911583" y="1871102"/>
            <a:ext cx="285259" cy="285259"/>
          </a:xfrm>
          <a:custGeom>
            <a:avLst/>
            <a:gdLst>
              <a:gd name="connsiteX0" fmla="*/ 143768 w 288290"/>
              <a:gd name="connsiteY0" fmla="*/ 287895 h 288290"/>
              <a:gd name="connsiteX1" fmla="*/ -377 w 288290"/>
              <a:gd name="connsiteY1" fmla="*/ 143750 h 288290"/>
              <a:gd name="connsiteX2" fmla="*/ 143768 w 288290"/>
              <a:gd name="connsiteY2" fmla="*/ -395 h 288290"/>
              <a:gd name="connsiteX3" fmla="*/ 287913 w 288290"/>
              <a:gd name="connsiteY3" fmla="*/ 143750 h 288290"/>
              <a:gd name="connsiteX4" fmla="*/ 143768 w 288290"/>
              <a:gd name="connsiteY4" fmla="*/ 287895 h 288290"/>
              <a:gd name="connsiteX5" fmla="*/ 143768 w 288290"/>
              <a:gd name="connsiteY5" fmla="*/ 17012 h 288290"/>
              <a:gd name="connsiteX6" fmla="*/ 17071 w 288290"/>
              <a:gd name="connsiteY6" fmla="*/ 143709 h 288290"/>
              <a:gd name="connsiteX7" fmla="*/ 143768 w 288290"/>
              <a:gd name="connsiteY7" fmla="*/ 270407 h 288290"/>
              <a:gd name="connsiteX8" fmla="*/ 270466 w 288290"/>
              <a:gd name="connsiteY8" fmla="*/ 143709 h 288290"/>
              <a:gd name="connsiteX9" fmla="*/ 143768 w 288290"/>
              <a:gd name="connsiteY9" fmla="*/ 17012 h 288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" h="454">
                <a:moveTo>
                  <a:pt x="311" y="123"/>
                </a:moveTo>
                <a:cubicBezTo>
                  <a:pt x="318" y="123"/>
                  <a:pt x="325" y="126"/>
                  <a:pt x="330" y="131"/>
                </a:cubicBezTo>
                <a:cubicBezTo>
                  <a:pt x="338" y="139"/>
                  <a:pt x="340" y="151"/>
                  <a:pt x="336" y="162"/>
                </a:cubicBezTo>
                <a:lnTo>
                  <a:pt x="263" y="335"/>
                </a:lnTo>
                <a:cubicBezTo>
                  <a:pt x="259" y="344"/>
                  <a:pt x="252" y="350"/>
                  <a:pt x="242" y="351"/>
                </a:cubicBezTo>
                <a:cubicBezTo>
                  <a:pt x="241" y="352"/>
                  <a:pt x="239" y="352"/>
                  <a:pt x="237" y="352"/>
                </a:cubicBezTo>
                <a:cubicBezTo>
                  <a:pt x="230" y="352"/>
                  <a:pt x="223" y="349"/>
                  <a:pt x="217" y="344"/>
                </a:cubicBezTo>
                <a:lnTo>
                  <a:pt x="199" y="325"/>
                </a:lnTo>
                <a:cubicBezTo>
                  <a:pt x="193" y="320"/>
                  <a:pt x="193" y="311"/>
                  <a:pt x="199" y="306"/>
                </a:cubicBezTo>
                <a:cubicBezTo>
                  <a:pt x="204" y="300"/>
                  <a:pt x="213" y="300"/>
                  <a:pt x="218" y="306"/>
                </a:cubicBezTo>
                <a:lnTo>
                  <a:pt x="237" y="324"/>
                </a:lnTo>
                <a:lnTo>
                  <a:pt x="301" y="174"/>
                </a:lnTo>
                <a:lnTo>
                  <a:pt x="187" y="282"/>
                </a:lnTo>
                <a:lnTo>
                  <a:pt x="185" y="317"/>
                </a:lnTo>
                <a:cubicBezTo>
                  <a:pt x="185" y="324"/>
                  <a:pt x="179" y="328"/>
                  <a:pt x="172" y="328"/>
                </a:cubicBezTo>
                <a:cubicBezTo>
                  <a:pt x="172" y="328"/>
                  <a:pt x="171" y="328"/>
                  <a:pt x="171" y="328"/>
                </a:cubicBezTo>
                <a:cubicBezTo>
                  <a:pt x="164" y="328"/>
                  <a:pt x="158" y="324"/>
                  <a:pt x="158" y="316"/>
                </a:cubicBezTo>
                <a:lnTo>
                  <a:pt x="160" y="275"/>
                </a:lnTo>
                <a:cubicBezTo>
                  <a:pt x="160" y="271"/>
                  <a:pt x="162" y="267"/>
                  <a:pt x="164" y="265"/>
                </a:cubicBezTo>
                <a:lnTo>
                  <a:pt x="165" y="265"/>
                </a:lnTo>
                <a:lnTo>
                  <a:pt x="165" y="264"/>
                </a:lnTo>
                <a:lnTo>
                  <a:pt x="265" y="170"/>
                </a:lnTo>
                <a:lnTo>
                  <a:pt x="137" y="224"/>
                </a:lnTo>
                <a:lnTo>
                  <a:pt x="155" y="243"/>
                </a:lnTo>
                <a:cubicBezTo>
                  <a:pt x="160" y="248"/>
                  <a:pt x="160" y="257"/>
                  <a:pt x="155" y="262"/>
                </a:cubicBezTo>
                <a:cubicBezTo>
                  <a:pt x="150" y="268"/>
                  <a:pt x="141" y="268"/>
                  <a:pt x="136" y="262"/>
                </a:cubicBezTo>
                <a:lnTo>
                  <a:pt x="117" y="244"/>
                </a:lnTo>
                <a:cubicBezTo>
                  <a:pt x="111" y="237"/>
                  <a:pt x="108" y="228"/>
                  <a:pt x="110" y="219"/>
                </a:cubicBezTo>
                <a:cubicBezTo>
                  <a:pt x="111" y="209"/>
                  <a:pt x="117" y="202"/>
                  <a:pt x="126" y="198"/>
                </a:cubicBezTo>
                <a:lnTo>
                  <a:pt x="299" y="125"/>
                </a:lnTo>
                <a:cubicBezTo>
                  <a:pt x="303" y="124"/>
                  <a:pt x="307" y="123"/>
                  <a:pt x="311" y="123"/>
                </a:cubicBezTo>
                <a:close/>
                <a:moveTo>
                  <a:pt x="227" y="27"/>
                </a:moveTo>
                <a:cubicBezTo>
                  <a:pt x="117" y="27"/>
                  <a:pt x="27" y="117"/>
                  <a:pt x="27" y="227"/>
                </a:cubicBezTo>
                <a:cubicBezTo>
                  <a:pt x="27" y="337"/>
                  <a:pt x="117" y="426"/>
                  <a:pt x="227" y="426"/>
                </a:cubicBezTo>
                <a:cubicBezTo>
                  <a:pt x="337" y="426"/>
                  <a:pt x="427" y="337"/>
                  <a:pt x="427" y="227"/>
                </a:cubicBezTo>
                <a:cubicBezTo>
                  <a:pt x="427" y="117"/>
                  <a:pt x="337" y="27"/>
                  <a:pt x="227" y="27"/>
                </a:cubicBezTo>
                <a:close/>
                <a:moveTo>
                  <a:pt x="227" y="0"/>
                </a:moveTo>
                <a:cubicBezTo>
                  <a:pt x="352" y="0"/>
                  <a:pt x="454" y="102"/>
                  <a:pt x="454" y="227"/>
                </a:cubicBezTo>
                <a:cubicBezTo>
                  <a:pt x="454" y="352"/>
                  <a:pt x="352" y="454"/>
                  <a:pt x="227" y="454"/>
                </a:cubicBezTo>
                <a:cubicBezTo>
                  <a:pt x="102" y="454"/>
                  <a:pt x="0" y="352"/>
                  <a:pt x="0" y="227"/>
                </a:cubicBezTo>
                <a:cubicBezTo>
                  <a:pt x="0" y="102"/>
                  <a:pt x="102" y="0"/>
                  <a:pt x="227" y="0"/>
                </a:cubicBezTo>
                <a:close/>
              </a:path>
            </a:pathLst>
          </a:custGeom>
          <a:solidFill>
            <a:srgbClr val="FFFFFF"/>
          </a:solidFill>
          <a:ln w="404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80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solid&quot;:{&quot;brightness&quot;:0,&quot;colorType&quot;:2,&quot;rgb&quot;:&quot;#fab3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solid&quot;:{&quot;brightness&quot;:0,&quot;colorType&quot;:2,&quot;rgb&quot;:&quot;#fab3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solid&quot;:{&quot;brightness&quot;:0,&quot;colorType&quot;:2,&quot;rgb&quot;:&quot;#fab3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83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solid&quot;:{&quot;brightness&quot;:0,&quot;colorType&quot;:2,&quot;rgb&quot;:&quot;#fab3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84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VALUE" val="8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5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1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6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7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8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4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9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0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1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VALUE" val="8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2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3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DIAGRAM_MAX_ITEMCNT" val="5"/>
  <p:tag name="KSO_WM_DIAGRAM_MIN_ITEMCNT" val="5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4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VALUE" val="110*1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15"/>
  <p:tag name="KSO_WM_DIAGRAM_USE_COLOR_VALUE" val="{&quot;color_scheme&quot;:1,&quot;color_type&quot;:1,&quot;theme_color_indexes&quot;:[]}"/>
</p:tagLst>
</file>

<file path=ppt/tags/tag95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UNIT_VALUE" val="103*113"/>
  <p:tag name="KSO_WM_UNIT_TYPE" val="l_h_x"/>
  <p:tag name="KSO_WM_UNIT_INDEX" val="1_5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15"/>
  <p:tag name="KSO_WM_DIAGRAM_USE_COLOR_VALUE" val="{&quot;color_scheme&quot;:1,&quot;color_type&quot;:1,&quot;theme_color_indexes&quot;:[]}"/>
</p:tagLst>
</file>

<file path=ppt/tags/tag96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VALUE" val="123*1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15"/>
  <p:tag name="KSO_WM_DIAGRAM_USE_COLOR_VALUE" val="{&quot;color_scheme&quot;:1,&quot;color_type&quot;:1,&quot;theme_color_indexes&quot;:[]}"/>
</p:tagLst>
</file>

<file path=ppt/tags/tag97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UNIT_VALUE" val="113*113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15"/>
  <p:tag name="KSO_WM_DIAGRAM_USE_COLOR_VALUE" val="{&quot;color_scheme&quot;:1,&quot;color_type&quot;:1,&quot;theme_color_indexes&quot;:[]}"/>
</p:tagLst>
</file>

<file path=ppt/tags/tag98.xml><?xml version="1.0" encoding="utf-8"?>
<p:tagLst xmlns:p="http://schemas.openxmlformats.org/presentationml/2006/main">
  <p:tag name="KSO_WM_DIAGRAM_VIRTUALLY_FRAME" val="{&quot;height&quot;:334.08146093653886,&quot;left&quot;:135.1361083984375,&quot;top&quot;:161.6145233154297,&quot;width&quot;:689.741686877153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TEMPLATE_CATEGORY" val="diagram"/>
  <p:tag name="KSO_WM_TEMPLATE_INDEX" val="20233573"/>
  <p:tag name="KSO_WM_UNIT_LAYERLEVEL" val="1_1_1"/>
  <p:tag name="KSO_WM_TAG_VERSION" val="3.0"/>
  <p:tag name="KSO_WM_BEAUTIFY_FLAG" val="#wm#"/>
  <p:tag name="KSO_WM_UNIT_VALUE" val="110*110"/>
  <p:tag name="KSO_WM_UNIT_TYPE" val="l_h_x"/>
  <p:tag name="KSO_WM_UNIT_INDEX" val="1_4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COLOR_MATCH_VALUE" val="{&quot;shape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15"/>
  <p:tag name="KSO_WM_DIAGRAM_USE_COLOR_VALUE" val="{&quot;color_scheme&quot;:1,&quot;color_type&quot;:1,&quot;theme_color_indexes&quot;:[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TEMPLATE_CATEGORY" val="diagram"/>
  <p:tag name="KSO_WM_TEMPLATE_INDEX" val="20233573"/>
  <p:tag name="KSO_WM_UNIT_LAYERLEVEL" val="1_1"/>
  <p:tag name="KSO_WM_TAG_VERSION" val="3.0"/>
  <p:tag name="KSO_WM_BEAUTIFY_FLAG" val="#wm#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4.08146093653886,&quot;left&quot;:135.1361083984375,&quot;top&quot;:161.6145233154297,&quot;width&quot;:689.741686877153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DIAGRAM_USE_COLOR_VALUE" val="{&quot;color_scheme&quot;:1,&quot;color_type&quot;:1,&quot;theme_color_indexes&quot;:[]}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5092]}"/>
  <p:tag name="KSO_WM_SLIDE_TYPE" val="text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8"/>
  <p:tag name="KSO_WM_UNIT_TYPE" val="f"/>
  <p:tag name="KSO_WM_UNIT_SUBTYPE" val="a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0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</p:tagLst>
</file>

<file path=ppt/tags/tag10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</p:tagLst>
</file>

<file path=ppt/tags/tag10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</p:tagLst>
</file>

<file path=ppt/tags/tag1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7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</p:tagLst>
</file>

<file path=ppt/tags/tag1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1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solid&quot;:{&quot;brightness&quot;:0.4000000059604645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</p:tagLst>
</file>

<file path=ppt/tags/tag1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solid&quot;:{&quot;brightness&quot;:0.6000000238418579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</p:tagLst>
</file>

<file path=ppt/tags/tag1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solid&quot;:{&quot;brightness&quot;:0.800000011920929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</p:tagLst>
</file>

<file path=ppt/tags/tag1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</p:tagLst>
</file>

<file path=ppt/tags/tag1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TEMPLATE_CATEGORY" val="diagram"/>
  <p:tag name="KSO_WM_TEMPLATE_INDEX" val="20238427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25.72283935546875,&quot;left&quot;:54.670440673828125,&quot;top&quot;:165.78858032226563,&quot;width&quot;:850.6591186523438}"/>
  <p:tag name="KSO_WM_DIAGRAM_COLOR_MATCH_VALUE" val="{&quot;shape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3"/>
  <p:tag name="KSO_WM_UNIT_FILL_FORE_SCHEMECOLOR_INDEX_BRIGHTNESS" val="0.75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</p:tagLst>
</file>

<file path=ppt/tags/tag1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1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1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</p:tagLst>
</file>

<file path=ppt/tags/tag1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1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2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</p:tagLst>
</file>

<file path=ppt/tags/tag1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13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3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</p:tagLst>
</file>

<file path=ppt/tags/tag1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13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TEMPLATE_CATEGORY" val="diagram"/>
  <p:tag name="KSO_WM_TEMPLATE_INDEX" val="2023822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4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</p:tagLst>
</file>

<file path=ppt/tags/tag1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</p:tagLst>
</file>

<file path=ppt/tags/tag1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3"/>
  <p:tag name="KSO_WM_DIAGRAM_VIRTUALLY_FRAME" val="{&quot;height&quot;:366.7997741699219,&quot;left&quot;:79.37503937007874,&quot;top&quot;:145.25011291503907,&quot;width&quot;:801.2180697607806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"/>
  <p:tag name="KSO_WM_TAG_VERSION" val="3.0"/>
  <p:tag name="KSO_WM_BEAUTIFY_FLAG" val="#wm#"/>
  <p:tag name="KSO_WM_UNIT_TYPE" val="q_i"/>
  <p:tag name="KSO_WM_UNIT_INDEX" val="1_4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gradient&quot;:[{&quot;brightness&quot;:0.4000000059604645,&quot;colorType&quot;:1,&quot;foreColorIndex&quot;:5,&quot;pos&quot;:0,&quot;transparency&quot;:0.6000000238418579},{&quot;brightness&quot;:0.4000000059604645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"/>
  <p:tag name="KSO_WM_TAG_VERSION" val="3.0"/>
  <p:tag name="KSO_WM_BEAUTIFY_FLAG" val="#wm#"/>
  <p:tag name="KSO_WM_UNIT_TYPE" val="q_i"/>
  <p:tag name="KSO_WM_UNIT_INDEX" val="1_3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3799999356269836,&quot;transparency&quot;:0.30000001192092896},{&quot;brightness&quot;:0.49000000953674316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]}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"/>
  <p:tag name="KSO_WM_TAG_VERSION" val="3.0"/>
  <p:tag name="KSO_WM_BEAUTIFY_FLAG" val="#wm#"/>
  <p:tag name="KSO_WM_UNIT_TYPE" val="q_i"/>
  <p:tag name="KSO_WM_UNIT_INDEX" val="1_2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]}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"/>
  <p:tag name="KSO_WM_TAG_VERSION" val="3.0"/>
  <p:tag name="KSO_WM_BEAUTIFY_FLAG" val="#wm#"/>
  <p:tag name="KSO_WM_UNIT_TYPE" val="q_i"/>
  <p:tag name="KSO_WM_UNIT_INDEX" val="1_1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5600000023841858,&quot;transparency&quot;:0.7200000286102295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]}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UNIT_TYPE" val="q_h_i"/>
  <p:tag name="KSO_WM_UNIT_INDEX" val="1_2_1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UNIT_VALUE" val="54*54"/>
  <p:tag name="KSO_WM_UNIT_TYPE" val="q_h_x"/>
  <p:tag name="KSO_WM_UNIT_INDEX" val="1_2_1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]}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UNIT_TYPE" val="q_h_i"/>
  <p:tag name="KSO_WM_UNIT_INDEX" val="1_3_1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UNIT_VALUE" val="52*54"/>
  <p:tag name="KSO_WM_UNIT_TYPE" val="q_h_x"/>
  <p:tag name="KSO_WM_UNIT_INDEX" val="1_3_1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]}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UNIT_TYPE" val="q_h_i"/>
  <p:tag name="KSO_WM_UNIT_INDEX" val="1_4_1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UNIT_VALUE" val="54*52"/>
  <p:tag name="KSO_WM_UNIT_TYPE" val="q_h_x"/>
  <p:tag name="KSO_WM_UNIT_INDEX" val="1_4_1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]}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UNIT_TYPE" val="q_h_i"/>
  <p:tag name="KSO_WM_UNIT_INDEX" val="1_5_1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UNIT_VALUE" val="52*54"/>
  <p:tag name="KSO_WM_UNIT_TYPE" val="q_h_x"/>
  <p:tag name="KSO_WM_UNIT_INDEX" val="1_5_1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]}"/>
</p:tagLst>
</file>

<file path=ppt/tags/tag15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2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2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3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3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4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4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5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5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1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i"/>
  <p:tag name="KSO_WM_UNIT_INDEX" val="1_1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x"/>
  <p:tag name="KSO_WM_UNIT_INDEX" val="1_1_1"/>
  <p:tag name="KSO_WM_TEMPLATE_CATEGORY" val="diagram"/>
  <p:tag name="KSO_WM_TEMPLATE_INDEX" val="20238226"/>
  <p:tag name="KSO_WM_UNIT_LAYERLEVEL" val="1_1_1"/>
  <p:tag name="KSO_WM_TAG_VERSION" val="3.0"/>
  <p:tag name="KSO_WM_BEAUTIFY_FLAG" val="#wm#"/>
  <p:tag name="KSO_WM_UNIT_VALUE" val="54*50"/>
  <p:tag name="KSO_WM_DIAGRAM_GROUP_CODE" val="q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5.202525202233,&quot;left&quot;:54.4515380859375,&quot;top&quot;:136.61038818359376,&quot;width&quot;:851.09692382812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]}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19078]}"/>
  <p:tag name="KSO_WM_SLIDE_TYPE" val="text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_2*a*1"/>
  <p:tag name="KSO_WM_TEMPLATE_CATEGORY" val="diagram"/>
  <p:tag name="KSO_WM_TEMPLATE_INDEX" val="20238372"/>
  <p:tag name="KSO_WM_UNIT_LAYERLEVEL" val="1"/>
  <p:tag name="KSO_WM_TAG_VERSION" val="3.0"/>
  <p:tag name="KSO_WM_BEAUTIFY_FLAG" val="#wm#"/>
  <p:tag name="KSO_WM_UNIT_PRESET_TEXT" val="单击此处编辑母版标题样式"/>
  <p:tag name="KSO_WM_UNIT_TEXT_FILL_FORE_SCHEMECOLOR_INDEX" val="13"/>
  <p:tag name="KSO_WM_UNIT_TEXT_FILL_TYPE" val="1"/>
  <p:tag name="KSO_WM_UNIT_USESOURCEFORMAT_APPLY" val="1"/>
</p:tagLst>
</file>

<file path=ppt/tags/tag170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8372_3*l_h_i*1_1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</p:tagLst>
</file>

<file path=ppt/tags/tag171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72_3*l_h_i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72_3*l_h_f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2.591225353509,&quot;left&quot;:54.75,&quot;top&quot;:116.87938732324547,&quot;width&quot;:837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72_3*l_h_a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72_3*l_h_i*1_1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372_3*l_h_i*1_1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6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8372_3*l_h_i*1_2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6"/>
  <p:tag name="KSO_WM_UNIT_LINE_FILL_TYPE" val="2"/>
  <p:tag name="KSO_WM_UNIT_USESOURCEFORMAT_APPLY" val="1"/>
</p:tagLst>
</file>

<file path=ppt/tags/tag177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72_3*l_h_i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78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72_3*l_h_i*1_2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9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372_3*l_h_i*1_2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0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72_3*l_h_f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81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2.591225353509,&quot;left&quot;:54.75,&quot;top&quot;:116.87938732324547,&quot;width&quot;:837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72_3*l_h_a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82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8372_3*l_h_i*1_3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7"/>
  <p:tag name="KSO_WM_UNIT_LINE_FILL_TYPE" val="2"/>
  <p:tag name="KSO_WM_UNIT_USESOURCEFORMAT_APPLY" val="1"/>
</p:tagLst>
</file>

<file path=ppt/tags/tag183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72_3*l_h_i*1_3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84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72_3*l_h_i*1_3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372_3*l_h_i*1_3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6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72_3*l_h_f*1_3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87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2.591225353509,&quot;left&quot;:54.75,&quot;top&quot;:116.87938732324547,&quot;width&quot;:837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372_3*l_h_a*1_3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8372_3*l_h_i*1_4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8"/>
  <p:tag name="KSO_WM_UNIT_LINE_FILL_TYPE" val="2"/>
  <p:tag name="KSO_WM_UNIT_USESOURCEFORMAT_APPLY" val="1"/>
</p:tagLst>
</file>

<file path=ppt/tags/tag189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72_3*l_h_i*1_4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90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372_3*l_h_i*1_4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91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372_3*l_h_i*1_4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92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72_3*l_h_f*1_4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9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2.591225353509,&quot;left&quot;:54.75,&quot;top&quot;:116.87938732324547,&quot;width&quot;:837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372_3*l_h_a*1_4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94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2.591225353509,&quot;left&quot;:54.75,&quot;top&quot;:116.87938732324547,&quot;width&quot;:837.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80*6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372_3*l_h_x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9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2.591225353509,&quot;left&quot;:54.75,&quot;top&quot;:116.87938732324547,&quot;width&quot;:837.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64*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372_3*l_h_x*1_3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96.xml><?xml version="1.0" encoding="utf-8"?>
<p:tagLst xmlns:p="http://schemas.openxmlformats.org/presentationml/2006/main">
  <p:tag name="KSO_WM_DIAGRAM_VIRTUALLY_FRAME" val="{&quot;height&quot;:372.591225353509,&quot;left&quot;:54.75,&quot;top&quot;:116.87938732324547,&quot;width&quot;:837.65}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372_3*l_h_x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97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2.591225353509,&quot;left&quot;:54.75,&quot;top&quot;:116.87938732324547,&quot;width&quot;:837.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80*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372_3*l_h_x*1_4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98.xml><?xml version="1.0" encoding="utf-8"?>
<p:tagLst xmlns:p="http://schemas.openxmlformats.org/presentationml/2006/main">
  <p:tag name="KSO_WM_SPECIAL_SOURCE" val="bdnull"/>
  <p:tag name="KSO_WM_SLIDE_ID" val="diagram20238372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ASSIST_SLIDE" val="1"/>
  <p:tag name="KSO_WM_SLIDE_ITEM_CNT" val="3"/>
  <p:tag name="KSO_WM_SLIDE_INDEX" val="2"/>
  <p:tag name="KSO_WM_SLIDE_SIZE" val="837.65*364.15"/>
  <p:tag name="KSO_WM_SLIDE_POSITION" val="54.75*121.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72"/>
  <p:tag name="KSO_WM_SLIDE_LAYOUT" val="a_l"/>
  <p:tag name="KSO_WM_SLIDE_LAYOUT_CNT" val="1_1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TEMPLATE_CATEGORY" val="custom"/>
  <p:tag name="KSO_WM_TEMPLATE_INDEX" val="20233477"/>
  <p:tag name="KSO_WM_UNIT_LAYERLEVEL" val="1"/>
  <p:tag name="KSO_WM_TAG_VERSION" val="3.0"/>
  <p:tag name="KSO_WM_BEAUTIFY_FLAG" val="#wm#"/>
  <p:tag name="KSO_WM_UNIT_PRESET_TEXT" val="单击此处编辑母版标题样式"/>
  <p:tag name="KSO_WM_UNIT_VALUE" val="30"/>
</p:tagLst>
</file>

<file path=ppt/tags/tag200.xml><?xml version="1.0" encoding="utf-8"?>
<p:tagLst xmlns:p="http://schemas.openxmlformats.org/presentationml/2006/main">
  <p:tag name="KSO_WM_SPECIAL_SOURCE" val="bdnull"/>
  <p:tag name="KSO_WM_SLIDE_ID" val="custom20233477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</p:tagLst>
</file>

<file path=ppt/tags/tag201.xml><?xml version="1.0" encoding="utf-8"?>
<p:tagLst xmlns:p="http://schemas.openxmlformats.org/presentationml/2006/main">
  <p:tag name="resource_record_key" val="{&quot;65&quot;:[20205081],&quot;70&quot;:[3325092,3314082,3323870,3319078]}"/>
</p:tagLst>
</file>

<file path=ppt/theme/theme1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2650</Words>
  <Application>WPS Presentation</Application>
  <PresentationFormat>Widescreen</PresentationFormat>
  <Paragraphs>123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Lato</vt:lpstr>
      <vt:lpstr>Segoe Print</vt:lpstr>
      <vt:lpstr>Manrope ExtraBold</vt:lpstr>
      <vt:lpstr>1_Office Theme</vt:lpstr>
      <vt:lpstr>HOW DOES A CODE CONVERT TO EXECUTABLE IN 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Your title here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DOES A CODE CONVERT TO EXECUTABLE IN C </dc:title>
  <dc:creator>hp</dc:creator>
  <cp:lastModifiedBy>chatbotislive</cp:lastModifiedBy>
  <cp:revision>9</cp:revision>
  <dcterms:created xsi:type="dcterms:W3CDTF">2026-06-19T12:39:24Z</dcterms:created>
  <dcterms:modified xsi:type="dcterms:W3CDTF">2026-06-19T13:19:45Z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459D1BA4DC4047EF9C09BD26DA67E7BC_11</vt:lpwstr>
  </property>
</Properties>
</file>