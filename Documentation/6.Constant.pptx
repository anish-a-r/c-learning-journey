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57" r:id="rId5"/>
    <p:sldMasterId id="2147483660" r:id="rId6"/>
    <p:sldMasterId id="2147483663" r:id="rId7"/>
    <p:sldMasterId id="2147483666" r:id="rId8"/>
    <p:sldMasterId id="2147483669" r:id="rId9"/>
    <p:sldMasterId id="2147483672" r:id="rId10"/>
  </p:sldMasterIdLst>
  <p:notesMasterIdLst>
    <p:notesMasterId r:id="rId13"/>
  </p:notesMasterIdLst>
  <p:handoutMasterIdLst>
    <p:handoutMasterId r:id="rId27"/>
  </p:handoutMasterIdLst>
  <p:sldIdLst>
    <p:sldId id="257" r:id="rId11"/>
    <p:sldId id="262" r:id="rId12"/>
    <p:sldId id="266" r:id="rId14"/>
    <p:sldId id="267" r:id="rId15"/>
    <p:sldId id="272" r:id="rId16"/>
    <p:sldId id="268" r:id="rId17"/>
    <p:sldId id="270" r:id="rId18"/>
    <p:sldId id="271" r:id="rId19"/>
    <p:sldId id="273" r:id="rId20"/>
    <p:sldId id="274" r:id="rId21"/>
    <p:sldId id="275" r:id="rId22"/>
    <p:sldId id="276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2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6" Type="http://schemas.openxmlformats.org/officeDocument/2006/relationships/tags" Target="../tags/tag57.xml"/><Relationship Id="rId25" Type="http://schemas.openxmlformats.org/officeDocument/2006/relationships/tags" Target="../tags/tag56.xml"/><Relationship Id="rId24" Type="http://schemas.openxmlformats.org/officeDocument/2006/relationships/tags" Target="../tags/tag55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tags" Target="../tags/tag35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6" Type="http://schemas.openxmlformats.org/officeDocument/2006/relationships/tags" Target="../tags/tag91.xml"/><Relationship Id="rId25" Type="http://schemas.openxmlformats.org/officeDocument/2006/relationships/tags" Target="../tags/tag90.xml"/><Relationship Id="rId24" Type="http://schemas.openxmlformats.org/officeDocument/2006/relationships/tags" Target="../tags/tag89.xml"/><Relationship Id="rId23" Type="http://schemas.openxmlformats.org/officeDocument/2006/relationships/tags" Target="../tags/tag88.xml"/><Relationship Id="rId22" Type="http://schemas.openxmlformats.org/officeDocument/2006/relationships/tags" Target="../tags/tag87.xml"/><Relationship Id="rId21" Type="http://schemas.openxmlformats.org/officeDocument/2006/relationships/tags" Target="../tags/tag86.xml"/><Relationship Id="rId20" Type="http://schemas.openxmlformats.org/officeDocument/2006/relationships/tags" Target="../tags/tag85.xml"/><Relationship Id="rId2" Type="http://schemas.openxmlformats.org/officeDocument/2006/relationships/tags" Target="../tags/tag69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6" Type="http://schemas.openxmlformats.org/officeDocument/2006/relationships/tags" Target="../tags/tag125.xml"/><Relationship Id="rId25" Type="http://schemas.openxmlformats.org/officeDocument/2006/relationships/tags" Target="../tags/tag124.xml"/><Relationship Id="rId24" Type="http://schemas.openxmlformats.org/officeDocument/2006/relationships/tags" Target="../tags/tag123.xml"/><Relationship Id="rId23" Type="http://schemas.openxmlformats.org/officeDocument/2006/relationships/tags" Target="../tags/tag122.xml"/><Relationship Id="rId22" Type="http://schemas.openxmlformats.org/officeDocument/2006/relationships/tags" Target="../tags/tag121.xml"/><Relationship Id="rId21" Type="http://schemas.openxmlformats.org/officeDocument/2006/relationships/tags" Target="../tags/tag120.xml"/><Relationship Id="rId20" Type="http://schemas.openxmlformats.org/officeDocument/2006/relationships/tags" Target="../tags/tag119.xml"/><Relationship Id="rId2" Type="http://schemas.openxmlformats.org/officeDocument/2006/relationships/tags" Target="../tags/tag103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6" Type="http://schemas.openxmlformats.org/officeDocument/2006/relationships/tags" Target="../tags/tag159.xml"/><Relationship Id="rId25" Type="http://schemas.openxmlformats.org/officeDocument/2006/relationships/tags" Target="../tags/tag158.xml"/><Relationship Id="rId24" Type="http://schemas.openxmlformats.org/officeDocument/2006/relationships/tags" Target="../tags/tag157.xml"/><Relationship Id="rId23" Type="http://schemas.openxmlformats.org/officeDocument/2006/relationships/tags" Target="../tags/tag156.xml"/><Relationship Id="rId22" Type="http://schemas.openxmlformats.org/officeDocument/2006/relationships/tags" Target="../tags/tag155.xml"/><Relationship Id="rId21" Type="http://schemas.openxmlformats.org/officeDocument/2006/relationships/tags" Target="../tags/tag154.xml"/><Relationship Id="rId20" Type="http://schemas.openxmlformats.org/officeDocument/2006/relationships/tags" Target="../tags/tag153.xml"/><Relationship Id="rId2" Type="http://schemas.openxmlformats.org/officeDocument/2006/relationships/tags" Target="../tags/tag137.xml"/><Relationship Id="rId19" Type="http://schemas.openxmlformats.org/officeDocument/2006/relationships/tags" Target="../tags/tag152.xml"/><Relationship Id="rId18" Type="http://schemas.openxmlformats.org/officeDocument/2006/relationships/tags" Target="../tags/tag151.xml"/><Relationship Id="rId17" Type="http://schemas.openxmlformats.org/officeDocument/2006/relationships/tags" Target="../tags/tag150.xml"/><Relationship Id="rId16" Type="http://schemas.openxmlformats.org/officeDocument/2006/relationships/tags" Target="../tags/tag149.xml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6" Type="http://schemas.openxmlformats.org/officeDocument/2006/relationships/tags" Target="../tags/tag193.xml"/><Relationship Id="rId25" Type="http://schemas.openxmlformats.org/officeDocument/2006/relationships/tags" Target="../tags/tag192.xml"/><Relationship Id="rId24" Type="http://schemas.openxmlformats.org/officeDocument/2006/relationships/tags" Target="../tags/tag191.xml"/><Relationship Id="rId23" Type="http://schemas.openxmlformats.org/officeDocument/2006/relationships/tags" Target="../tags/tag190.xml"/><Relationship Id="rId22" Type="http://schemas.openxmlformats.org/officeDocument/2006/relationships/tags" Target="../tags/tag189.xml"/><Relationship Id="rId21" Type="http://schemas.openxmlformats.org/officeDocument/2006/relationships/tags" Target="../tags/tag188.xml"/><Relationship Id="rId20" Type="http://schemas.openxmlformats.org/officeDocument/2006/relationships/tags" Target="../tags/tag187.xml"/><Relationship Id="rId2" Type="http://schemas.openxmlformats.org/officeDocument/2006/relationships/tags" Target="../tags/tag171.xml"/><Relationship Id="rId19" Type="http://schemas.openxmlformats.org/officeDocument/2006/relationships/tags" Target="../tags/tag186.xml"/><Relationship Id="rId18" Type="http://schemas.openxmlformats.org/officeDocument/2006/relationships/tags" Target="../tags/tag185.xml"/><Relationship Id="rId17" Type="http://schemas.openxmlformats.org/officeDocument/2006/relationships/tags" Target="../tags/tag184.xml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6" Type="http://schemas.openxmlformats.org/officeDocument/2006/relationships/tags" Target="../tags/tag227.xml"/><Relationship Id="rId25" Type="http://schemas.openxmlformats.org/officeDocument/2006/relationships/tags" Target="../tags/tag226.xml"/><Relationship Id="rId24" Type="http://schemas.openxmlformats.org/officeDocument/2006/relationships/tags" Target="../tags/tag225.xml"/><Relationship Id="rId23" Type="http://schemas.openxmlformats.org/officeDocument/2006/relationships/tags" Target="../tags/tag224.xml"/><Relationship Id="rId22" Type="http://schemas.openxmlformats.org/officeDocument/2006/relationships/tags" Target="../tags/tag223.xml"/><Relationship Id="rId21" Type="http://schemas.openxmlformats.org/officeDocument/2006/relationships/tags" Target="../tags/tag222.xml"/><Relationship Id="rId20" Type="http://schemas.openxmlformats.org/officeDocument/2006/relationships/tags" Target="../tags/tag221.xml"/><Relationship Id="rId2" Type="http://schemas.openxmlformats.org/officeDocument/2006/relationships/tags" Target="../tags/tag205.xml"/><Relationship Id="rId19" Type="http://schemas.openxmlformats.org/officeDocument/2006/relationships/tags" Target="../tags/tag220.xml"/><Relationship Id="rId18" Type="http://schemas.openxmlformats.org/officeDocument/2006/relationships/tags" Target="../tags/tag219.xml"/><Relationship Id="rId17" Type="http://schemas.openxmlformats.org/officeDocument/2006/relationships/tags" Target="../tags/tag218.xml"/><Relationship Id="rId16" Type="http://schemas.openxmlformats.org/officeDocument/2006/relationships/tags" Target="../tags/tag217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6" Type="http://schemas.openxmlformats.org/officeDocument/2006/relationships/tags" Target="../tags/tag261.xml"/><Relationship Id="rId25" Type="http://schemas.openxmlformats.org/officeDocument/2006/relationships/tags" Target="../tags/tag260.xml"/><Relationship Id="rId24" Type="http://schemas.openxmlformats.org/officeDocument/2006/relationships/tags" Target="../tags/tag259.xml"/><Relationship Id="rId23" Type="http://schemas.openxmlformats.org/officeDocument/2006/relationships/tags" Target="../tags/tag258.xml"/><Relationship Id="rId22" Type="http://schemas.openxmlformats.org/officeDocument/2006/relationships/tags" Target="../tags/tag257.xml"/><Relationship Id="rId21" Type="http://schemas.openxmlformats.org/officeDocument/2006/relationships/tags" Target="../tags/tag256.xml"/><Relationship Id="rId20" Type="http://schemas.openxmlformats.org/officeDocument/2006/relationships/tags" Target="../tags/tag255.xml"/><Relationship Id="rId2" Type="http://schemas.openxmlformats.org/officeDocument/2006/relationships/tags" Target="../tags/tag239.xml"/><Relationship Id="rId19" Type="http://schemas.openxmlformats.org/officeDocument/2006/relationships/tags" Target="../tags/tag254.xml"/><Relationship Id="rId18" Type="http://schemas.openxmlformats.org/officeDocument/2006/relationships/tags" Target="../tags/tag253.xml"/><Relationship Id="rId17" Type="http://schemas.openxmlformats.org/officeDocument/2006/relationships/tags" Target="../tags/tag252.xml"/><Relationship Id="rId16" Type="http://schemas.openxmlformats.org/officeDocument/2006/relationships/tags" Target="../tags/tag251.xml"/><Relationship Id="rId15" Type="http://schemas.openxmlformats.org/officeDocument/2006/relationships/tags" Target="../tags/tag250.xml"/><Relationship Id="rId14" Type="http://schemas.openxmlformats.org/officeDocument/2006/relationships/tags" Target="../tags/tag249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6" Type="http://schemas.openxmlformats.org/officeDocument/2006/relationships/tags" Target="../tags/tag295.xml"/><Relationship Id="rId25" Type="http://schemas.openxmlformats.org/officeDocument/2006/relationships/tags" Target="../tags/tag294.xml"/><Relationship Id="rId24" Type="http://schemas.openxmlformats.org/officeDocument/2006/relationships/tags" Target="../tags/tag293.xml"/><Relationship Id="rId23" Type="http://schemas.openxmlformats.org/officeDocument/2006/relationships/tags" Target="../tags/tag292.xml"/><Relationship Id="rId22" Type="http://schemas.openxmlformats.org/officeDocument/2006/relationships/tags" Target="../tags/tag291.xml"/><Relationship Id="rId21" Type="http://schemas.openxmlformats.org/officeDocument/2006/relationships/tags" Target="../tags/tag290.xml"/><Relationship Id="rId20" Type="http://schemas.openxmlformats.org/officeDocument/2006/relationships/tags" Target="../tags/tag289.xml"/><Relationship Id="rId2" Type="http://schemas.openxmlformats.org/officeDocument/2006/relationships/tags" Target="../tags/tag273.xml"/><Relationship Id="rId19" Type="http://schemas.openxmlformats.org/officeDocument/2006/relationships/tags" Target="../tags/tag288.xml"/><Relationship Id="rId18" Type="http://schemas.openxmlformats.org/officeDocument/2006/relationships/tags" Target="../tags/tag287.xml"/><Relationship Id="rId17" Type="http://schemas.openxmlformats.org/officeDocument/2006/relationships/tags" Target="../tags/tag286.xml"/><Relationship Id="rId16" Type="http://schemas.openxmlformats.org/officeDocument/2006/relationships/tags" Target="../tags/tag285.xml"/><Relationship Id="rId15" Type="http://schemas.openxmlformats.org/officeDocument/2006/relationships/tags" Target="../tags/tag284.xml"/><Relationship Id="rId14" Type="http://schemas.openxmlformats.org/officeDocument/2006/relationships/tags" Target="../tags/tag283.xml"/><Relationship Id="rId13" Type="http://schemas.openxmlformats.org/officeDocument/2006/relationships/image" Target="../media/image7.svg"/><Relationship Id="rId12" Type="http://schemas.openxmlformats.org/officeDocument/2006/relationships/image" Target="../media/image1.png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slideLayout" Target="../slideLayouts/slideLayout6.xml"/><Relationship Id="rId16" Type="http://schemas.openxmlformats.org/officeDocument/2006/relationships/theme" Target="../theme/theme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slideLayout" Target="../slideLayouts/slideLayout8.xml"/><Relationship Id="rId16" Type="http://schemas.openxmlformats.org/officeDocument/2006/relationships/theme" Target="../theme/theme4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5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6.xml"/><Relationship Id="rId15" Type="http://schemas.openxmlformats.org/officeDocument/2006/relationships/tags" Target="../tags/tag204.xml"/><Relationship Id="rId14" Type="http://schemas.openxmlformats.org/officeDocument/2006/relationships/tags" Target="../tags/tag203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7.xml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8.xml"/><Relationship Id="rId15" Type="http://schemas.openxmlformats.org/officeDocument/2006/relationships/tags" Target="../tags/tag272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slideLayout" Target="../slideLayouts/slideLayout15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tags" Target="../tags/tag300.xml"/><Relationship Id="rId8" Type="http://schemas.openxmlformats.org/officeDocument/2006/relationships/image" Target="../media/image8.svg"/><Relationship Id="rId7" Type="http://schemas.openxmlformats.org/officeDocument/2006/relationships/image" Target="../media/image3.png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slideLayout" Target="../slideLayouts/slideLayout18.xml"/><Relationship Id="rId16" Type="http://schemas.openxmlformats.org/officeDocument/2006/relationships/theme" Target="../theme/theme9.xml"/><Relationship Id="rId15" Type="http://schemas.openxmlformats.org/officeDocument/2006/relationships/tags" Target="../tags/tag306.xml"/><Relationship Id="rId14" Type="http://schemas.openxmlformats.org/officeDocument/2006/relationships/tags" Target="../tags/tag305.xml"/><Relationship Id="rId13" Type="http://schemas.openxmlformats.org/officeDocument/2006/relationships/tags" Target="../tags/tag304.xml"/><Relationship Id="rId12" Type="http://schemas.openxmlformats.org/officeDocument/2006/relationships/tags" Target="../tags/tag303.xml"/><Relationship Id="rId11" Type="http://schemas.openxmlformats.org/officeDocument/2006/relationships/tags" Target="../tags/tag302.xml"/><Relationship Id="rId10" Type="http://schemas.openxmlformats.org/officeDocument/2006/relationships/tags" Target="../tags/tag301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19.xml"/><Relationship Id="rId8" Type="http://schemas.openxmlformats.org/officeDocument/2006/relationships/tags" Target="../tags/tag318.xml"/><Relationship Id="rId7" Type="http://schemas.openxmlformats.org/officeDocument/2006/relationships/tags" Target="../tags/tag317.xml"/><Relationship Id="rId6" Type="http://schemas.openxmlformats.org/officeDocument/2006/relationships/tags" Target="../tags/tag316.xml"/><Relationship Id="rId5" Type="http://schemas.openxmlformats.org/officeDocument/2006/relationships/tags" Target="../tags/tag315.xml"/><Relationship Id="rId4" Type="http://schemas.openxmlformats.org/officeDocument/2006/relationships/tags" Target="../tags/tag314.xml"/><Relationship Id="rId3" Type="http://schemas.openxmlformats.org/officeDocument/2006/relationships/tags" Target="../tags/tag313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312.xml"/><Relationship Id="rId19" Type="http://schemas.openxmlformats.org/officeDocument/2006/relationships/tags" Target="../tags/tag325.xml"/><Relationship Id="rId18" Type="http://schemas.openxmlformats.org/officeDocument/2006/relationships/image" Target="../media/image12.svg"/><Relationship Id="rId17" Type="http://schemas.openxmlformats.org/officeDocument/2006/relationships/image" Target="../media/image11.png"/><Relationship Id="rId16" Type="http://schemas.openxmlformats.org/officeDocument/2006/relationships/tags" Target="../tags/tag324.xml"/><Relationship Id="rId15" Type="http://schemas.openxmlformats.org/officeDocument/2006/relationships/image" Target="../media/image10.svg"/><Relationship Id="rId14" Type="http://schemas.openxmlformats.org/officeDocument/2006/relationships/image" Target="../media/image9.png"/><Relationship Id="rId13" Type="http://schemas.openxmlformats.org/officeDocument/2006/relationships/tags" Target="../tags/tag323.xml"/><Relationship Id="rId12" Type="http://schemas.openxmlformats.org/officeDocument/2006/relationships/tags" Target="../tags/tag322.xml"/><Relationship Id="rId11" Type="http://schemas.openxmlformats.org/officeDocument/2006/relationships/tags" Target="../tags/tag321.xml"/><Relationship Id="rId10" Type="http://schemas.openxmlformats.org/officeDocument/2006/relationships/tags" Target="../tags/tag320.xml"/><Relationship Id="rId1" Type="http://schemas.openxmlformats.org/officeDocument/2006/relationships/tags" Target="../tags/tag31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34.xml"/><Relationship Id="rId8" Type="http://schemas.openxmlformats.org/officeDocument/2006/relationships/tags" Target="../tags/tag333.xml"/><Relationship Id="rId7" Type="http://schemas.openxmlformats.org/officeDocument/2006/relationships/tags" Target="../tags/tag332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335.xml"/><Relationship Id="rId1" Type="http://schemas.openxmlformats.org/officeDocument/2006/relationships/tags" Target="../tags/tag32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4.xml"/><Relationship Id="rId8" Type="http://schemas.openxmlformats.org/officeDocument/2006/relationships/tags" Target="../tags/tag343.xml"/><Relationship Id="rId7" Type="http://schemas.openxmlformats.org/officeDocument/2006/relationships/tags" Target="../tags/tag342.xml"/><Relationship Id="rId6" Type="http://schemas.openxmlformats.org/officeDocument/2006/relationships/tags" Target="../tags/tag341.xml"/><Relationship Id="rId5" Type="http://schemas.openxmlformats.org/officeDocument/2006/relationships/tags" Target="../tags/tag340.xml"/><Relationship Id="rId4" Type="http://schemas.openxmlformats.org/officeDocument/2006/relationships/tags" Target="../tags/tag339.xml"/><Relationship Id="rId3" Type="http://schemas.openxmlformats.org/officeDocument/2006/relationships/tags" Target="../tags/tag338.xml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337.xml"/><Relationship Id="rId19" Type="http://schemas.openxmlformats.org/officeDocument/2006/relationships/tags" Target="../tags/tag354.xml"/><Relationship Id="rId18" Type="http://schemas.openxmlformats.org/officeDocument/2006/relationships/tags" Target="../tags/tag353.xml"/><Relationship Id="rId17" Type="http://schemas.openxmlformats.org/officeDocument/2006/relationships/tags" Target="../tags/tag352.xml"/><Relationship Id="rId16" Type="http://schemas.openxmlformats.org/officeDocument/2006/relationships/tags" Target="../tags/tag351.xml"/><Relationship Id="rId15" Type="http://schemas.openxmlformats.org/officeDocument/2006/relationships/tags" Target="../tags/tag350.xml"/><Relationship Id="rId14" Type="http://schemas.openxmlformats.org/officeDocument/2006/relationships/tags" Target="../tags/tag349.xml"/><Relationship Id="rId13" Type="http://schemas.openxmlformats.org/officeDocument/2006/relationships/tags" Target="../tags/tag348.xml"/><Relationship Id="rId12" Type="http://schemas.openxmlformats.org/officeDocument/2006/relationships/tags" Target="../tags/tag347.xml"/><Relationship Id="rId11" Type="http://schemas.openxmlformats.org/officeDocument/2006/relationships/tags" Target="../tags/tag346.xml"/><Relationship Id="rId10" Type="http://schemas.openxmlformats.org/officeDocument/2006/relationships/tags" Target="../tags/tag345.xml"/><Relationship Id="rId1" Type="http://schemas.openxmlformats.org/officeDocument/2006/relationships/tags" Target="../tags/tag33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5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64.xml"/><Relationship Id="rId8" Type="http://schemas.openxmlformats.org/officeDocument/2006/relationships/tags" Target="../tags/tag363.xml"/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4.xml"/><Relationship Id="rId22" Type="http://schemas.openxmlformats.org/officeDocument/2006/relationships/tags" Target="../tags/tag377.xml"/><Relationship Id="rId21" Type="http://schemas.openxmlformats.org/officeDocument/2006/relationships/tags" Target="../tags/tag376.xml"/><Relationship Id="rId20" Type="http://schemas.openxmlformats.org/officeDocument/2006/relationships/tags" Target="../tags/tag375.xml"/><Relationship Id="rId2" Type="http://schemas.openxmlformats.org/officeDocument/2006/relationships/tags" Target="../tags/tag357.xml"/><Relationship Id="rId19" Type="http://schemas.openxmlformats.org/officeDocument/2006/relationships/tags" Target="../tags/tag374.xml"/><Relationship Id="rId18" Type="http://schemas.openxmlformats.org/officeDocument/2006/relationships/tags" Target="../tags/tag373.xml"/><Relationship Id="rId17" Type="http://schemas.openxmlformats.org/officeDocument/2006/relationships/tags" Target="../tags/tag372.xml"/><Relationship Id="rId16" Type="http://schemas.openxmlformats.org/officeDocument/2006/relationships/tags" Target="../tags/tag371.xml"/><Relationship Id="rId15" Type="http://schemas.openxmlformats.org/officeDocument/2006/relationships/tags" Target="../tags/tag370.xml"/><Relationship Id="rId14" Type="http://schemas.openxmlformats.org/officeDocument/2006/relationships/tags" Target="../tags/tag369.xml"/><Relationship Id="rId13" Type="http://schemas.openxmlformats.org/officeDocument/2006/relationships/tags" Target="../tags/tag368.xml"/><Relationship Id="rId12" Type="http://schemas.openxmlformats.org/officeDocument/2006/relationships/tags" Target="../tags/tag367.xml"/><Relationship Id="rId11" Type="http://schemas.openxmlformats.org/officeDocument/2006/relationships/tags" Target="../tags/tag366.xml"/><Relationship Id="rId10" Type="http://schemas.openxmlformats.org/officeDocument/2006/relationships/tags" Target="../tags/tag365.xml"/><Relationship Id="rId1" Type="http://schemas.openxmlformats.org/officeDocument/2006/relationships/tags" Target="../tags/tag35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4" Type="http://schemas.openxmlformats.org/officeDocument/2006/relationships/tags" Target="../tags/tag381.xml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391.xml"/><Relationship Id="rId13" Type="http://schemas.openxmlformats.org/officeDocument/2006/relationships/tags" Target="../tags/tag390.xml"/><Relationship Id="rId12" Type="http://schemas.openxmlformats.org/officeDocument/2006/relationships/tags" Target="../tags/tag389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tags" Target="../tags/tag37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9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95.xml"/><Relationship Id="rId1" Type="http://schemas.openxmlformats.org/officeDocument/2006/relationships/tags" Target="../tags/tag39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9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9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9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9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CONSTANTS</a:t>
            </a:r>
            <a:endParaRPr lang="en-US"/>
          </a:p>
        </p:txBody>
      </p:sp>
      <p:sp>
        <p:nvSpPr>
          <p:cNvPr id="6" name="公司名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Click here to add text</a:t>
            </a:r>
            <a:endParaRPr 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 fontScale="90000"/>
          </a:bodyPr>
          <a:lstStyle/>
          <a:p>
            <a:r>
              <a:rPr lang="en-US" spc="0" dirty="0">
                <a:latin typeface="+mj-lt"/>
              </a:rPr>
              <a:t>Methods of introducing a constant in a program</a:t>
            </a:r>
            <a:endParaRPr lang="en-US" spc="0" dirty="0">
              <a:latin typeface="+mj-lt"/>
            </a:endParaRPr>
          </a:p>
        </p:txBody>
      </p:sp>
      <p:sp>
        <p:nvSpPr>
          <p:cNvPr id="7" name="任意多边形: 形状 7"/>
          <p:cNvSpPr/>
          <p:nvPr>
            <p:custDataLst>
              <p:tags r:id="rId2"/>
            </p:custDataLst>
          </p:nvPr>
        </p:nvSpPr>
        <p:spPr>
          <a:xfrm>
            <a:off x="1047625" y="2677083"/>
            <a:ext cx="5196801" cy="2443099"/>
          </a:xfrm>
          <a:custGeom>
            <a:avLst/>
            <a:gdLst>
              <a:gd name="connsiteX0" fmla="*/ 4268455 w 5196959"/>
              <a:gd name="connsiteY0" fmla="*/ 2443174 h 2443174"/>
              <a:gd name="connsiteX1" fmla="*/ 0 w 5196959"/>
              <a:gd name="connsiteY1" fmla="*/ 2443174 h 2443174"/>
              <a:gd name="connsiteX2" fmla="*/ 0 w 5196959"/>
              <a:gd name="connsiteY2" fmla="*/ 0 h 2443174"/>
              <a:gd name="connsiteX3" fmla="*/ 4998766 w 5196959"/>
              <a:gd name="connsiteY3" fmla="*/ 0 h 2443174"/>
              <a:gd name="connsiteX4" fmla="*/ 5188277 w 5196959"/>
              <a:gd name="connsiteY4" fmla="*/ 255708 h 2443174"/>
              <a:gd name="connsiteX5" fmla="*/ 4597293 w 5196959"/>
              <a:gd name="connsiteY5" fmla="*/ 2199517 h 2443174"/>
              <a:gd name="connsiteX6" fmla="*/ 4268455 w 5196959"/>
              <a:gd name="connsiteY6" fmla="*/ 2443174 h 2443174"/>
              <a:gd name="connsiteX0-1" fmla="*/ 0 w 5196960"/>
              <a:gd name="connsiteY0-2" fmla="*/ 0 h 2443174"/>
              <a:gd name="connsiteX1-3" fmla="*/ 4998766 w 5196960"/>
              <a:gd name="connsiteY1-4" fmla="*/ 0 h 2443174"/>
              <a:gd name="connsiteX2-5" fmla="*/ 5188277 w 5196960"/>
              <a:gd name="connsiteY2-6" fmla="*/ 255708 h 2443174"/>
              <a:gd name="connsiteX3-7" fmla="*/ 4597293 w 5196960"/>
              <a:gd name="connsiteY3-8" fmla="*/ 2199517 h 2443174"/>
              <a:gd name="connsiteX4-9" fmla="*/ 4268455 w 5196960"/>
              <a:gd name="connsiteY4-10" fmla="*/ 2443174 h 2443174"/>
              <a:gd name="connsiteX5-11" fmla="*/ 0 w 5196960"/>
              <a:gd name="connsiteY5-12" fmla="*/ 2443174 h 2443174"/>
              <a:gd name="connsiteX6-13" fmla="*/ 91440 w 5196960"/>
              <a:gd name="connsiteY6-14" fmla="*/ 91440 h 2443174"/>
              <a:gd name="connsiteX0-15" fmla="*/ 41910 w 5238870"/>
              <a:gd name="connsiteY0-16" fmla="*/ 0 h 2443174"/>
              <a:gd name="connsiteX1-17" fmla="*/ 5040676 w 5238870"/>
              <a:gd name="connsiteY1-18" fmla="*/ 0 h 2443174"/>
              <a:gd name="connsiteX2-19" fmla="*/ 5230187 w 5238870"/>
              <a:gd name="connsiteY2-20" fmla="*/ 255708 h 2443174"/>
              <a:gd name="connsiteX3-21" fmla="*/ 4639203 w 5238870"/>
              <a:gd name="connsiteY3-22" fmla="*/ 2199517 h 2443174"/>
              <a:gd name="connsiteX4-23" fmla="*/ 4310365 w 5238870"/>
              <a:gd name="connsiteY4-24" fmla="*/ 2443174 h 2443174"/>
              <a:gd name="connsiteX5-25" fmla="*/ 41910 w 5238870"/>
              <a:gd name="connsiteY5-26" fmla="*/ 2443174 h 2443174"/>
              <a:gd name="connsiteX6-27" fmla="*/ 0 w 5238870"/>
              <a:gd name="connsiteY6-28" fmla="*/ 415290 h 2443174"/>
              <a:gd name="connsiteX0-29" fmla="*/ 0 w 5196960"/>
              <a:gd name="connsiteY0-30" fmla="*/ 0 h 2443174"/>
              <a:gd name="connsiteX1-31" fmla="*/ 4998766 w 5196960"/>
              <a:gd name="connsiteY1-32" fmla="*/ 0 h 2443174"/>
              <a:gd name="connsiteX2-33" fmla="*/ 5188277 w 5196960"/>
              <a:gd name="connsiteY2-34" fmla="*/ 255708 h 2443174"/>
              <a:gd name="connsiteX3-35" fmla="*/ 4597293 w 5196960"/>
              <a:gd name="connsiteY3-36" fmla="*/ 2199517 h 2443174"/>
              <a:gd name="connsiteX4-37" fmla="*/ 4268455 w 5196960"/>
              <a:gd name="connsiteY4-38" fmla="*/ 2443174 h 2443174"/>
              <a:gd name="connsiteX5-39" fmla="*/ 0 w 5196960"/>
              <a:gd name="connsiteY5-40" fmla="*/ 2443174 h 2443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196960" h="2443174">
                <a:moveTo>
                  <a:pt x="0" y="0"/>
                </a:moveTo>
                <a:lnTo>
                  <a:pt x="4998766" y="0"/>
                </a:lnTo>
                <a:cubicBezTo>
                  <a:pt x="5131820" y="0"/>
                  <a:pt x="5226906" y="128432"/>
                  <a:pt x="5188277" y="255708"/>
                </a:cubicBezTo>
                <a:lnTo>
                  <a:pt x="4597293" y="2199517"/>
                </a:lnTo>
                <a:cubicBezTo>
                  <a:pt x="4553217" y="2344292"/>
                  <a:pt x="4419833" y="2443174"/>
                  <a:pt x="4268455" y="2443174"/>
                </a:cubicBezTo>
                <a:lnTo>
                  <a:pt x="0" y="2443174"/>
                </a:lnTo>
              </a:path>
            </a:pathLst>
          </a:custGeom>
          <a:gradFill>
            <a:gsLst>
              <a:gs pos="45000">
                <a:schemeClr val="accent1">
                  <a:alpha val="10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 w="22225" cap="flat">
            <a:gradFill>
              <a:gsLst>
                <a:gs pos="47000">
                  <a:schemeClr val="accent1">
                    <a:lumMod val="75000"/>
                    <a:alpha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74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任意多边形: 形状 8"/>
          <p:cNvSpPr/>
          <p:nvPr>
            <p:custDataLst>
              <p:tags r:id="rId3"/>
            </p:custDataLst>
          </p:nvPr>
        </p:nvSpPr>
        <p:spPr>
          <a:xfrm>
            <a:off x="5969994" y="2673273"/>
            <a:ext cx="5196801" cy="2446909"/>
          </a:xfrm>
          <a:custGeom>
            <a:avLst/>
            <a:gdLst>
              <a:gd name="connsiteX0" fmla="*/ 970270 w 5196959"/>
              <a:gd name="connsiteY0" fmla="*/ 0 h 2443174"/>
              <a:gd name="connsiteX1" fmla="*/ 5196960 w 5196959"/>
              <a:gd name="connsiteY1" fmla="*/ 0 h 2443174"/>
              <a:gd name="connsiteX2" fmla="*/ 5196960 w 5196959"/>
              <a:gd name="connsiteY2" fmla="*/ 2443174 h 2443174"/>
              <a:gd name="connsiteX3" fmla="*/ 198194 w 5196959"/>
              <a:gd name="connsiteY3" fmla="*/ 2443174 h 2443174"/>
              <a:gd name="connsiteX4" fmla="*/ 8683 w 5196959"/>
              <a:gd name="connsiteY4" fmla="*/ 2187466 h 2443174"/>
              <a:gd name="connsiteX5" fmla="*/ 587616 w 5196959"/>
              <a:gd name="connsiteY5" fmla="*/ 283606 h 2443174"/>
              <a:gd name="connsiteX6" fmla="*/ 970270 w 5196959"/>
              <a:gd name="connsiteY6" fmla="*/ 0 h 2443174"/>
              <a:gd name="connsiteX0-1" fmla="*/ 5196960 w 5288400"/>
              <a:gd name="connsiteY0-2" fmla="*/ 0 h 2443174"/>
              <a:gd name="connsiteX1-3" fmla="*/ 5196960 w 5288400"/>
              <a:gd name="connsiteY1-4" fmla="*/ 2443174 h 2443174"/>
              <a:gd name="connsiteX2-5" fmla="*/ 198194 w 5288400"/>
              <a:gd name="connsiteY2-6" fmla="*/ 2443174 h 2443174"/>
              <a:gd name="connsiteX3-7" fmla="*/ 8683 w 5288400"/>
              <a:gd name="connsiteY3-8" fmla="*/ 2187466 h 2443174"/>
              <a:gd name="connsiteX4-9" fmla="*/ 587616 w 5288400"/>
              <a:gd name="connsiteY4-10" fmla="*/ 283606 h 2443174"/>
              <a:gd name="connsiteX5-11" fmla="*/ 970270 w 5288400"/>
              <a:gd name="connsiteY5-12" fmla="*/ 0 h 2443174"/>
              <a:gd name="connsiteX6-13" fmla="*/ 5288400 w 5288400"/>
              <a:gd name="connsiteY6-14" fmla="*/ 91440 h 2443174"/>
              <a:gd name="connsiteX0-15" fmla="*/ 5196960 w 5196960"/>
              <a:gd name="connsiteY0-16" fmla="*/ 0 h 2443174"/>
              <a:gd name="connsiteX1-17" fmla="*/ 5196960 w 5196960"/>
              <a:gd name="connsiteY1-18" fmla="*/ 2443174 h 2443174"/>
              <a:gd name="connsiteX2-19" fmla="*/ 198194 w 5196960"/>
              <a:gd name="connsiteY2-20" fmla="*/ 2443174 h 2443174"/>
              <a:gd name="connsiteX3-21" fmla="*/ 8683 w 5196960"/>
              <a:gd name="connsiteY3-22" fmla="*/ 2187466 h 2443174"/>
              <a:gd name="connsiteX4-23" fmla="*/ 587616 w 5196960"/>
              <a:gd name="connsiteY4-24" fmla="*/ 283606 h 2443174"/>
              <a:gd name="connsiteX5-25" fmla="*/ 970270 w 5196960"/>
              <a:gd name="connsiteY5-26" fmla="*/ 0 h 2443174"/>
              <a:gd name="connsiteX6-27" fmla="*/ 5183625 w 5196960"/>
              <a:gd name="connsiteY6-28" fmla="*/ 34290 h 2443174"/>
              <a:gd name="connsiteX0-29" fmla="*/ 5196960 w 5196960"/>
              <a:gd name="connsiteY0-30" fmla="*/ 0 h 2443174"/>
              <a:gd name="connsiteX1-31" fmla="*/ 5196960 w 5196960"/>
              <a:gd name="connsiteY1-32" fmla="*/ 2443174 h 2443174"/>
              <a:gd name="connsiteX2-33" fmla="*/ 198194 w 5196960"/>
              <a:gd name="connsiteY2-34" fmla="*/ 2443174 h 2443174"/>
              <a:gd name="connsiteX3-35" fmla="*/ 8683 w 5196960"/>
              <a:gd name="connsiteY3-36" fmla="*/ 2187466 h 2443174"/>
              <a:gd name="connsiteX4-37" fmla="*/ 587616 w 5196960"/>
              <a:gd name="connsiteY4-38" fmla="*/ 283606 h 2443174"/>
              <a:gd name="connsiteX5-39" fmla="*/ 970270 w 5196960"/>
              <a:gd name="connsiteY5-40" fmla="*/ 0 h 2443174"/>
              <a:gd name="connsiteX6-41" fmla="*/ 5183625 w 5196960"/>
              <a:gd name="connsiteY6-42" fmla="*/ 5715 h 2443174"/>
              <a:gd name="connsiteX0-43" fmla="*/ 5196960 w 5196960"/>
              <a:gd name="connsiteY0-44" fmla="*/ 3810 h 2446984"/>
              <a:gd name="connsiteX1-45" fmla="*/ 5196960 w 5196960"/>
              <a:gd name="connsiteY1-46" fmla="*/ 2446984 h 2446984"/>
              <a:gd name="connsiteX2-47" fmla="*/ 198194 w 5196960"/>
              <a:gd name="connsiteY2-48" fmla="*/ 2446984 h 2446984"/>
              <a:gd name="connsiteX3-49" fmla="*/ 8683 w 5196960"/>
              <a:gd name="connsiteY3-50" fmla="*/ 2191276 h 2446984"/>
              <a:gd name="connsiteX4-51" fmla="*/ 587616 w 5196960"/>
              <a:gd name="connsiteY4-52" fmla="*/ 287416 h 2446984"/>
              <a:gd name="connsiteX5-53" fmla="*/ 970270 w 5196960"/>
              <a:gd name="connsiteY5-54" fmla="*/ 3810 h 2446984"/>
              <a:gd name="connsiteX6-55" fmla="*/ 4840725 w 5196960"/>
              <a:gd name="connsiteY6-56" fmla="*/ 0 h 2446984"/>
              <a:gd name="connsiteX0-57" fmla="*/ 5196960 w 5196960"/>
              <a:gd name="connsiteY0-58" fmla="*/ 2446984 h 2446984"/>
              <a:gd name="connsiteX1-59" fmla="*/ 198194 w 5196960"/>
              <a:gd name="connsiteY1-60" fmla="*/ 2446984 h 2446984"/>
              <a:gd name="connsiteX2-61" fmla="*/ 8683 w 5196960"/>
              <a:gd name="connsiteY2-62" fmla="*/ 2191276 h 2446984"/>
              <a:gd name="connsiteX3-63" fmla="*/ 587616 w 5196960"/>
              <a:gd name="connsiteY3-64" fmla="*/ 287416 h 2446984"/>
              <a:gd name="connsiteX4-65" fmla="*/ 970270 w 5196960"/>
              <a:gd name="connsiteY4-66" fmla="*/ 3810 h 2446984"/>
              <a:gd name="connsiteX5-67" fmla="*/ 4840725 w 5196960"/>
              <a:gd name="connsiteY5-68" fmla="*/ 0 h 2446984"/>
              <a:gd name="connsiteX0-69" fmla="*/ 5196960 w 5196960"/>
              <a:gd name="connsiteY0-70" fmla="*/ 2446984 h 2446984"/>
              <a:gd name="connsiteX1-71" fmla="*/ 198194 w 5196960"/>
              <a:gd name="connsiteY1-72" fmla="*/ 2446984 h 2446984"/>
              <a:gd name="connsiteX2-73" fmla="*/ 8683 w 5196960"/>
              <a:gd name="connsiteY2-74" fmla="*/ 2191276 h 2446984"/>
              <a:gd name="connsiteX3-75" fmla="*/ 587616 w 5196960"/>
              <a:gd name="connsiteY3-76" fmla="*/ 287416 h 2446984"/>
              <a:gd name="connsiteX4-77" fmla="*/ 970270 w 5196960"/>
              <a:gd name="connsiteY4-78" fmla="*/ 3810 h 2446984"/>
              <a:gd name="connsiteX5-79" fmla="*/ 5174100 w 5196960"/>
              <a:gd name="connsiteY5-80" fmla="*/ 0 h 24469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196960" h="2446984">
                <a:moveTo>
                  <a:pt x="5196960" y="2446984"/>
                </a:moveTo>
                <a:lnTo>
                  <a:pt x="198194" y="2446984"/>
                </a:lnTo>
                <a:cubicBezTo>
                  <a:pt x="65140" y="2446984"/>
                  <a:pt x="-29945" y="2318552"/>
                  <a:pt x="8683" y="2191276"/>
                </a:cubicBezTo>
                <a:lnTo>
                  <a:pt x="587616" y="287416"/>
                </a:lnTo>
                <a:cubicBezTo>
                  <a:pt x="638791" y="119035"/>
                  <a:pt x="794131" y="3810"/>
                  <a:pt x="970270" y="3810"/>
                </a:cubicBezTo>
                <a:lnTo>
                  <a:pt x="5174100" y="0"/>
                </a:lnTo>
              </a:path>
            </a:pathLst>
          </a:custGeom>
          <a:gradFill flip="none" rotWithShape="1">
            <a:gsLst>
              <a:gs pos="56000">
                <a:schemeClr val="accent2">
                  <a:alpha val="100000"/>
                </a:schemeClr>
              </a:gs>
              <a:gs pos="100000">
                <a:schemeClr val="accent2">
                  <a:lumMod val="95000"/>
                  <a:alpha val="0"/>
                </a:schemeClr>
              </a:gs>
            </a:gsLst>
            <a:lin ang="0" scaled="1"/>
            <a:tileRect/>
          </a:gradFill>
          <a:ln w="22225" cap="flat">
            <a:gradFill>
              <a:gsLst>
                <a:gs pos="57000">
                  <a:schemeClr val="accent2">
                    <a:lumMod val="75000"/>
                    <a:alpha val="100000"/>
                  </a:schemeClr>
                </a:gs>
                <a:gs pos="0">
                  <a:schemeClr val="bg1">
                    <a:alpha val="0"/>
                  </a:schemeClr>
                </a:gs>
              </a:gsLst>
              <a:lin ang="108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任意多边形: 形状 9"/>
          <p:cNvSpPr/>
          <p:nvPr>
            <p:custDataLst>
              <p:tags r:id="rId4"/>
            </p:custDataLst>
          </p:nvPr>
        </p:nvSpPr>
        <p:spPr>
          <a:xfrm>
            <a:off x="5372477" y="3205387"/>
            <a:ext cx="1370116" cy="1370116"/>
          </a:xfrm>
          <a:custGeom>
            <a:avLst/>
            <a:gdLst>
              <a:gd name="connsiteX0" fmla="*/ 1370158 w 1370158"/>
              <a:gd name="connsiteY0" fmla="*/ 685079 h 1370158"/>
              <a:gd name="connsiteX1" fmla="*/ 685079 w 1370158"/>
              <a:gd name="connsiteY1" fmla="*/ 1370158 h 1370158"/>
              <a:gd name="connsiteX2" fmla="*/ 0 w 1370158"/>
              <a:gd name="connsiteY2" fmla="*/ 685079 h 1370158"/>
              <a:gd name="connsiteX3" fmla="*/ 685079 w 1370158"/>
              <a:gd name="connsiteY3" fmla="*/ 0 h 1370158"/>
              <a:gd name="connsiteX4" fmla="*/ 1370158 w 1370158"/>
              <a:gd name="connsiteY4" fmla="*/ 685079 h 137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158" h="1370158">
                <a:moveTo>
                  <a:pt x="1370158" y="685079"/>
                </a:moveTo>
                <a:cubicBezTo>
                  <a:pt x="1370158" y="1063438"/>
                  <a:pt x="1063438" y="1370158"/>
                  <a:pt x="685079" y="1370158"/>
                </a:cubicBezTo>
                <a:cubicBezTo>
                  <a:pt x="306720" y="1370158"/>
                  <a:pt x="0" y="1063438"/>
                  <a:pt x="0" y="685079"/>
                </a:cubicBezTo>
                <a:cubicBezTo>
                  <a:pt x="0" y="306720"/>
                  <a:pt x="306720" y="0"/>
                  <a:pt x="685079" y="0"/>
                </a:cubicBezTo>
                <a:cubicBezTo>
                  <a:pt x="1063438" y="0"/>
                  <a:pt x="1370158" y="306720"/>
                  <a:pt x="1370158" y="685079"/>
                </a:cubicBezTo>
                <a:close/>
              </a:path>
            </a:pathLst>
          </a:custGeom>
          <a:solidFill>
            <a:srgbClr val="FFFFFF"/>
          </a:solidFill>
          <a:ln w="165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10"/>
          <p:cNvSpPr/>
          <p:nvPr>
            <p:custDataLst>
              <p:tags r:id="rId5"/>
            </p:custDataLst>
          </p:nvPr>
        </p:nvSpPr>
        <p:spPr>
          <a:xfrm>
            <a:off x="5491853" y="3326668"/>
            <a:ext cx="1135050" cy="1135050"/>
          </a:xfrm>
          <a:custGeom>
            <a:avLst/>
            <a:gdLst>
              <a:gd name="connsiteX0" fmla="*/ 1135085 w 1135085"/>
              <a:gd name="connsiteY0" fmla="*/ 567543 h 1135085"/>
              <a:gd name="connsiteX1" fmla="*/ 567543 w 1135085"/>
              <a:gd name="connsiteY1" fmla="*/ 1135085 h 1135085"/>
              <a:gd name="connsiteX2" fmla="*/ 0 w 1135085"/>
              <a:gd name="connsiteY2" fmla="*/ 567543 h 1135085"/>
              <a:gd name="connsiteX3" fmla="*/ 567543 w 1135085"/>
              <a:gd name="connsiteY3" fmla="*/ 0 h 1135085"/>
              <a:gd name="connsiteX4" fmla="*/ 1135085 w 1135085"/>
              <a:gd name="connsiteY4" fmla="*/ 567543 h 113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85" h="1135085">
                <a:moveTo>
                  <a:pt x="1135085" y="567543"/>
                </a:moveTo>
                <a:cubicBezTo>
                  <a:pt x="1135085" y="880988"/>
                  <a:pt x="880988" y="1135085"/>
                  <a:pt x="567543" y="1135085"/>
                </a:cubicBezTo>
                <a:cubicBezTo>
                  <a:pt x="254097" y="1135085"/>
                  <a:pt x="0" y="880988"/>
                  <a:pt x="0" y="567543"/>
                </a:cubicBezTo>
                <a:cubicBezTo>
                  <a:pt x="0" y="254098"/>
                  <a:pt x="254097" y="0"/>
                  <a:pt x="567543" y="0"/>
                </a:cubicBezTo>
                <a:cubicBezTo>
                  <a:pt x="880988" y="0"/>
                  <a:pt x="1135085" y="254098"/>
                  <a:pt x="1135085" y="56754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165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矩形 11"/>
          <p:cNvSpPr/>
          <p:nvPr>
            <p:custDataLst>
              <p:tags r:id="rId6"/>
            </p:custDataLst>
          </p:nvPr>
        </p:nvSpPr>
        <p:spPr>
          <a:xfrm>
            <a:off x="2101692" y="3356512"/>
            <a:ext cx="3073941" cy="927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chemeClr val="lt1"/>
                </a:solidFill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lt"/>
                <a:sym typeface="+mn-ea"/>
              </a:rPr>
              <a:t>The #define macro</a:t>
            </a:r>
            <a:endParaRPr lang="en-US" sz="2000" b="1" kern="0" dirty="0">
              <a:ln>
                <a:noFill/>
                <a:prstDash val="sysDot"/>
              </a:ln>
              <a:solidFill>
                <a:srgbClr val="FFFFFF"/>
              </a:solidFill>
              <a:latin typeface="+mn-lt"/>
              <a:sym typeface="+mn-ea"/>
            </a:endParaRPr>
          </a:p>
        </p:txBody>
      </p:sp>
      <p:sp>
        <p:nvSpPr>
          <p:cNvPr id="17" name="矩形 12"/>
          <p:cNvSpPr/>
          <p:nvPr>
            <p:custDataLst>
              <p:tags r:id="rId7"/>
            </p:custDataLst>
          </p:nvPr>
        </p:nvSpPr>
        <p:spPr>
          <a:xfrm>
            <a:off x="6895160" y="3351432"/>
            <a:ext cx="3073941" cy="927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chemeClr val="lt1"/>
                </a:solidFill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lt"/>
                <a:sym typeface="+mn-ea"/>
              </a:rPr>
              <a:t>The const keyword</a:t>
            </a:r>
            <a:endParaRPr lang="en-US" sz="2000" b="1" kern="0" dirty="0">
              <a:ln>
                <a:noFill/>
                <a:prstDash val="sysDot"/>
              </a:ln>
              <a:solidFill>
                <a:srgbClr val="FFFFFF"/>
              </a:solidFill>
              <a:latin typeface="+mn-lt"/>
              <a:sym typeface="+mn-ea"/>
            </a:endParaRPr>
          </a:p>
        </p:txBody>
      </p:sp>
      <p:grpSp>
        <p:nvGrpSpPr>
          <p:cNvPr id="19" name="图形 16"/>
          <p:cNvGrpSpPr/>
          <p:nvPr>
            <p:custDataLst>
              <p:tags r:id="rId8"/>
            </p:custDataLst>
          </p:nvPr>
        </p:nvGrpSpPr>
        <p:grpSpPr>
          <a:xfrm>
            <a:off x="5710922" y="3611774"/>
            <a:ext cx="693046" cy="557982"/>
            <a:chOff x="5672846" y="3531711"/>
            <a:chExt cx="843659" cy="679243"/>
          </a:xfrm>
          <a:solidFill>
            <a:srgbClr val="FFFFFF"/>
          </a:solidFill>
        </p:grpSpPr>
        <p:sp>
          <p:nvSpPr>
            <p:cNvPr id="21" name="任意多边形: 形状 18"/>
            <p:cNvSpPr/>
            <p:nvPr>
              <p:custDataLst>
                <p:tags r:id="rId9"/>
              </p:custDataLst>
            </p:nvPr>
          </p:nvSpPr>
          <p:spPr>
            <a:xfrm>
              <a:off x="5672846" y="3545406"/>
              <a:ext cx="441759" cy="651916"/>
            </a:xfrm>
            <a:custGeom>
              <a:avLst/>
              <a:gdLst>
                <a:gd name="connsiteX0" fmla="*/ 441760 w 441759"/>
                <a:gd name="connsiteY0" fmla="*/ 0 h 651916"/>
                <a:gd name="connsiteX1" fmla="*/ 355449 w 441759"/>
                <a:gd name="connsiteY1" fmla="*/ 651916 h 651916"/>
                <a:gd name="connsiteX2" fmla="*/ 97939 w 441759"/>
                <a:gd name="connsiteY2" fmla="*/ 651916 h 651916"/>
                <a:gd name="connsiteX3" fmla="*/ 0 w 441759"/>
                <a:gd name="connsiteY3" fmla="*/ 0 h 651916"/>
                <a:gd name="connsiteX4" fmla="*/ 178758 w 441759"/>
                <a:gd name="connsiteY4" fmla="*/ 0 h 651916"/>
                <a:gd name="connsiteX5" fmla="*/ 223270 w 441759"/>
                <a:gd name="connsiteY5" fmla="*/ 455844 h 651916"/>
                <a:gd name="connsiteX6" fmla="*/ 251179 w 441759"/>
                <a:gd name="connsiteY6" fmla="*/ 121261 h 651916"/>
                <a:gd name="connsiteX7" fmla="*/ 262937 w 441759"/>
                <a:gd name="connsiteY7" fmla="*/ 0 h 651916"/>
                <a:gd name="connsiteX8" fmla="*/ 441760 w 441759"/>
                <a:gd name="connsiteY8" fmla="*/ 0 h 65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59" h="651916">
                  <a:moveTo>
                    <a:pt x="441760" y="0"/>
                  </a:moveTo>
                  <a:lnTo>
                    <a:pt x="355449" y="651916"/>
                  </a:lnTo>
                  <a:lnTo>
                    <a:pt x="97939" y="651916"/>
                  </a:lnTo>
                  <a:lnTo>
                    <a:pt x="0" y="0"/>
                  </a:lnTo>
                  <a:lnTo>
                    <a:pt x="178758" y="0"/>
                  </a:lnTo>
                  <a:cubicBezTo>
                    <a:pt x="199561" y="179598"/>
                    <a:pt x="214355" y="331546"/>
                    <a:pt x="223270" y="455844"/>
                  </a:cubicBezTo>
                  <a:cubicBezTo>
                    <a:pt x="232056" y="330190"/>
                    <a:pt x="241295" y="218684"/>
                    <a:pt x="251179" y="121261"/>
                  </a:cubicBezTo>
                  <a:lnTo>
                    <a:pt x="262937" y="0"/>
                  </a:lnTo>
                  <a:lnTo>
                    <a:pt x="441760" y="0"/>
                  </a:lnTo>
                  <a:close/>
                </a:path>
              </a:pathLst>
            </a:custGeom>
            <a:grpFill/>
            <a:ln w="63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22" name="任意多边形: 形状 19"/>
            <p:cNvSpPr/>
            <p:nvPr>
              <p:custDataLst>
                <p:tags r:id="rId10"/>
              </p:custDataLst>
            </p:nvPr>
          </p:nvSpPr>
          <p:spPr>
            <a:xfrm>
              <a:off x="6129141" y="3531711"/>
              <a:ext cx="387363" cy="679243"/>
            </a:xfrm>
            <a:custGeom>
              <a:avLst/>
              <a:gdLst>
                <a:gd name="connsiteX0" fmla="*/ 373215 w 387363"/>
                <a:gd name="connsiteY0" fmla="*/ 210996 h 679243"/>
                <a:gd name="connsiteX1" fmla="*/ 215776 w 387363"/>
                <a:gd name="connsiteY1" fmla="*/ 210996 h 679243"/>
                <a:gd name="connsiteX2" fmla="*/ 215776 w 387363"/>
                <a:gd name="connsiteY2" fmla="*/ 162672 h 679243"/>
                <a:gd name="connsiteX3" fmla="*/ 209768 w 387363"/>
                <a:gd name="connsiteY3" fmla="*/ 119581 h 679243"/>
                <a:gd name="connsiteX4" fmla="*/ 189612 w 387363"/>
                <a:gd name="connsiteY4" fmla="*/ 110343 h 679243"/>
                <a:gd name="connsiteX5" fmla="*/ 166484 w 387363"/>
                <a:gd name="connsiteY5" fmla="*/ 122812 h 679243"/>
                <a:gd name="connsiteX6" fmla="*/ 158602 w 387363"/>
                <a:gd name="connsiteY6" fmla="*/ 160669 h 679243"/>
                <a:gd name="connsiteX7" fmla="*/ 167453 w 387363"/>
                <a:gd name="connsiteY7" fmla="*/ 209833 h 679243"/>
                <a:gd name="connsiteX8" fmla="*/ 215389 w 387363"/>
                <a:gd name="connsiteY8" fmla="*/ 249693 h 679243"/>
                <a:gd name="connsiteX9" fmla="*/ 357969 w 387363"/>
                <a:gd name="connsiteY9" fmla="*/ 359972 h 679243"/>
                <a:gd name="connsiteX10" fmla="*/ 387364 w 387363"/>
                <a:gd name="connsiteY10" fmla="*/ 498870 h 679243"/>
                <a:gd name="connsiteX11" fmla="*/ 371084 w 387363"/>
                <a:gd name="connsiteY11" fmla="*/ 601525 h 679243"/>
                <a:gd name="connsiteX12" fmla="*/ 308095 w 387363"/>
                <a:gd name="connsiteY12" fmla="*/ 656891 h 679243"/>
                <a:gd name="connsiteX13" fmla="*/ 199367 w 387363"/>
                <a:gd name="connsiteY13" fmla="*/ 679243 h 679243"/>
                <a:gd name="connsiteX14" fmla="*/ 83210 w 387363"/>
                <a:gd name="connsiteY14" fmla="*/ 653467 h 679243"/>
                <a:gd name="connsiteX15" fmla="*/ 20221 w 387363"/>
                <a:gd name="connsiteY15" fmla="*/ 587829 h 679243"/>
                <a:gd name="connsiteX16" fmla="*/ 5297 w 387363"/>
                <a:gd name="connsiteY16" fmla="*/ 474708 h 679243"/>
                <a:gd name="connsiteX17" fmla="*/ 5297 w 387363"/>
                <a:gd name="connsiteY17" fmla="*/ 432005 h 679243"/>
                <a:gd name="connsiteX18" fmla="*/ 162607 w 387363"/>
                <a:gd name="connsiteY18" fmla="*/ 432005 h 679243"/>
                <a:gd name="connsiteX19" fmla="*/ 162607 w 387363"/>
                <a:gd name="connsiteY19" fmla="*/ 511338 h 679243"/>
                <a:gd name="connsiteX20" fmla="*/ 169262 w 387363"/>
                <a:gd name="connsiteY20" fmla="*/ 558435 h 679243"/>
                <a:gd name="connsiteX21" fmla="*/ 192842 w 387363"/>
                <a:gd name="connsiteY21" fmla="*/ 568900 h 679243"/>
                <a:gd name="connsiteX22" fmla="*/ 218037 w 387363"/>
                <a:gd name="connsiteY22" fmla="*/ 555592 h 679243"/>
                <a:gd name="connsiteX23" fmla="*/ 226307 w 387363"/>
                <a:gd name="connsiteY23" fmla="*/ 516119 h 679243"/>
                <a:gd name="connsiteX24" fmla="*/ 210608 w 387363"/>
                <a:gd name="connsiteY24" fmla="*/ 440791 h 679243"/>
                <a:gd name="connsiteX25" fmla="*/ 131275 w 387363"/>
                <a:gd name="connsiteY25" fmla="*/ 381614 h 679243"/>
                <a:gd name="connsiteX26" fmla="*/ 47548 w 387363"/>
                <a:gd name="connsiteY26" fmla="*/ 320822 h 679243"/>
                <a:gd name="connsiteX27" fmla="*/ 13502 w 387363"/>
                <a:gd name="connsiteY27" fmla="*/ 268493 h 679243"/>
                <a:gd name="connsiteX28" fmla="*/ 0 w 387363"/>
                <a:gd name="connsiteY28" fmla="*/ 183152 h 679243"/>
                <a:gd name="connsiteX29" fmla="*/ 19123 w 387363"/>
                <a:gd name="connsiteY29" fmla="*/ 73648 h 679243"/>
                <a:gd name="connsiteX30" fmla="*/ 80948 w 387363"/>
                <a:gd name="connsiteY30" fmla="*/ 19510 h 679243"/>
                <a:gd name="connsiteX31" fmla="*/ 183991 w 387363"/>
                <a:gd name="connsiteY31" fmla="*/ 0 h 679243"/>
                <a:gd name="connsiteX32" fmla="*/ 296531 w 387363"/>
                <a:gd name="connsiteY32" fmla="*/ 21319 h 679243"/>
                <a:gd name="connsiteX33" fmla="*/ 358163 w 387363"/>
                <a:gd name="connsiteY33" fmla="*/ 75070 h 679243"/>
                <a:gd name="connsiteX34" fmla="*/ 373280 w 387363"/>
                <a:gd name="connsiteY34" fmla="*/ 185219 h 679243"/>
                <a:gd name="connsiteX35" fmla="*/ 373280 w 387363"/>
                <a:gd name="connsiteY35" fmla="*/ 210996 h 679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87363" h="679243">
                  <a:moveTo>
                    <a:pt x="373215" y="210996"/>
                  </a:moveTo>
                  <a:lnTo>
                    <a:pt x="215776" y="210996"/>
                  </a:lnTo>
                  <a:lnTo>
                    <a:pt x="215776" y="162672"/>
                  </a:lnTo>
                  <a:cubicBezTo>
                    <a:pt x="215776" y="140125"/>
                    <a:pt x="213774" y="125783"/>
                    <a:pt x="209768" y="119581"/>
                  </a:cubicBezTo>
                  <a:cubicBezTo>
                    <a:pt x="205763" y="113380"/>
                    <a:pt x="199044" y="110343"/>
                    <a:pt x="189612" y="110343"/>
                  </a:cubicBezTo>
                  <a:cubicBezTo>
                    <a:pt x="179404" y="110343"/>
                    <a:pt x="171717" y="114478"/>
                    <a:pt x="166484" y="122812"/>
                  </a:cubicBezTo>
                  <a:cubicBezTo>
                    <a:pt x="161251" y="131146"/>
                    <a:pt x="158602" y="143743"/>
                    <a:pt x="158602" y="160669"/>
                  </a:cubicBezTo>
                  <a:cubicBezTo>
                    <a:pt x="158602" y="182441"/>
                    <a:pt x="161574" y="198786"/>
                    <a:pt x="167453" y="209833"/>
                  </a:cubicBezTo>
                  <a:cubicBezTo>
                    <a:pt x="173073" y="220880"/>
                    <a:pt x="189030" y="234124"/>
                    <a:pt x="215389" y="249693"/>
                  </a:cubicBezTo>
                  <a:cubicBezTo>
                    <a:pt x="290846" y="294464"/>
                    <a:pt x="338394" y="331223"/>
                    <a:pt x="357969" y="359972"/>
                  </a:cubicBezTo>
                  <a:cubicBezTo>
                    <a:pt x="377544" y="388721"/>
                    <a:pt x="387364" y="434977"/>
                    <a:pt x="387364" y="498870"/>
                  </a:cubicBezTo>
                  <a:cubicBezTo>
                    <a:pt x="387364" y="545320"/>
                    <a:pt x="381937" y="579560"/>
                    <a:pt x="371084" y="601525"/>
                  </a:cubicBezTo>
                  <a:cubicBezTo>
                    <a:pt x="360230" y="623555"/>
                    <a:pt x="339234" y="641967"/>
                    <a:pt x="308095" y="656891"/>
                  </a:cubicBezTo>
                  <a:cubicBezTo>
                    <a:pt x="276956" y="671814"/>
                    <a:pt x="240713" y="679243"/>
                    <a:pt x="199367" y="679243"/>
                  </a:cubicBezTo>
                  <a:cubicBezTo>
                    <a:pt x="154015" y="679243"/>
                    <a:pt x="115253" y="670651"/>
                    <a:pt x="83210" y="653467"/>
                  </a:cubicBezTo>
                  <a:cubicBezTo>
                    <a:pt x="51102" y="636282"/>
                    <a:pt x="30105" y="614381"/>
                    <a:pt x="20221" y="587829"/>
                  </a:cubicBezTo>
                  <a:cubicBezTo>
                    <a:pt x="10272" y="561277"/>
                    <a:pt x="5297" y="523549"/>
                    <a:pt x="5297" y="474708"/>
                  </a:cubicBezTo>
                  <a:lnTo>
                    <a:pt x="5297" y="432005"/>
                  </a:lnTo>
                  <a:lnTo>
                    <a:pt x="162607" y="432005"/>
                  </a:lnTo>
                  <a:lnTo>
                    <a:pt x="162607" y="511338"/>
                  </a:lnTo>
                  <a:cubicBezTo>
                    <a:pt x="162607" y="535759"/>
                    <a:pt x="164804" y="551457"/>
                    <a:pt x="169262" y="558435"/>
                  </a:cubicBezTo>
                  <a:cubicBezTo>
                    <a:pt x="173719" y="565412"/>
                    <a:pt x="181536" y="568900"/>
                    <a:pt x="192842" y="568900"/>
                  </a:cubicBezTo>
                  <a:cubicBezTo>
                    <a:pt x="204148" y="568900"/>
                    <a:pt x="212481" y="564443"/>
                    <a:pt x="218037" y="555592"/>
                  </a:cubicBezTo>
                  <a:cubicBezTo>
                    <a:pt x="223529" y="546741"/>
                    <a:pt x="226307" y="533562"/>
                    <a:pt x="226307" y="516119"/>
                  </a:cubicBezTo>
                  <a:cubicBezTo>
                    <a:pt x="226307" y="477744"/>
                    <a:pt x="221074" y="452614"/>
                    <a:pt x="210608" y="440791"/>
                  </a:cubicBezTo>
                  <a:cubicBezTo>
                    <a:pt x="199884" y="428969"/>
                    <a:pt x="173396" y="409265"/>
                    <a:pt x="131275" y="381614"/>
                  </a:cubicBezTo>
                  <a:cubicBezTo>
                    <a:pt x="89153" y="353705"/>
                    <a:pt x="61180" y="333420"/>
                    <a:pt x="47548" y="320822"/>
                  </a:cubicBezTo>
                  <a:cubicBezTo>
                    <a:pt x="33852" y="308224"/>
                    <a:pt x="22482" y="290781"/>
                    <a:pt x="13502" y="268493"/>
                  </a:cubicBezTo>
                  <a:cubicBezTo>
                    <a:pt x="4522" y="246205"/>
                    <a:pt x="0" y="217779"/>
                    <a:pt x="0" y="183152"/>
                  </a:cubicBezTo>
                  <a:cubicBezTo>
                    <a:pt x="0" y="133213"/>
                    <a:pt x="6396" y="96712"/>
                    <a:pt x="19123" y="73648"/>
                  </a:cubicBezTo>
                  <a:cubicBezTo>
                    <a:pt x="31850" y="50585"/>
                    <a:pt x="52458" y="32496"/>
                    <a:pt x="80948" y="19510"/>
                  </a:cubicBezTo>
                  <a:cubicBezTo>
                    <a:pt x="109309" y="6525"/>
                    <a:pt x="143679" y="0"/>
                    <a:pt x="183991" y="0"/>
                  </a:cubicBezTo>
                  <a:cubicBezTo>
                    <a:pt x="227986" y="0"/>
                    <a:pt x="265521" y="7106"/>
                    <a:pt x="296531" y="21319"/>
                  </a:cubicBezTo>
                  <a:cubicBezTo>
                    <a:pt x="327541" y="35532"/>
                    <a:pt x="348085" y="53492"/>
                    <a:pt x="358163" y="75070"/>
                  </a:cubicBezTo>
                  <a:cubicBezTo>
                    <a:pt x="368241" y="96712"/>
                    <a:pt x="373280" y="133407"/>
                    <a:pt x="373280" y="185219"/>
                  </a:cubicBezTo>
                  <a:lnTo>
                    <a:pt x="373280" y="210996"/>
                  </a:lnTo>
                  <a:close/>
                </a:path>
              </a:pathLst>
            </a:custGeom>
            <a:grpFill/>
            <a:ln w="63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23" name="任意多边形: 形状 39"/>
          <p:cNvSpPr/>
          <p:nvPr>
            <p:custDataLst>
              <p:tags r:id="rId11"/>
            </p:custDataLst>
          </p:nvPr>
        </p:nvSpPr>
        <p:spPr>
          <a:xfrm>
            <a:off x="1008256" y="2313874"/>
            <a:ext cx="705579" cy="705579"/>
          </a:xfrm>
          <a:custGeom>
            <a:avLst/>
            <a:gdLst>
              <a:gd name="connsiteX0" fmla="*/ 1135085 w 1135085"/>
              <a:gd name="connsiteY0" fmla="*/ 567543 h 1135085"/>
              <a:gd name="connsiteX1" fmla="*/ 567543 w 1135085"/>
              <a:gd name="connsiteY1" fmla="*/ 1135085 h 1135085"/>
              <a:gd name="connsiteX2" fmla="*/ 0 w 1135085"/>
              <a:gd name="connsiteY2" fmla="*/ 567543 h 1135085"/>
              <a:gd name="connsiteX3" fmla="*/ 567543 w 1135085"/>
              <a:gd name="connsiteY3" fmla="*/ 0 h 1135085"/>
              <a:gd name="connsiteX4" fmla="*/ 1135085 w 1135085"/>
              <a:gd name="connsiteY4" fmla="*/ 567543 h 113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85" h="1135085">
                <a:moveTo>
                  <a:pt x="1135085" y="567543"/>
                </a:moveTo>
                <a:cubicBezTo>
                  <a:pt x="1135085" y="880988"/>
                  <a:pt x="880988" y="1135085"/>
                  <a:pt x="567543" y="1135085"/>
                </a:cubicBezTo>
                <a:cubicBezTo>
                  <a:pt x="254097" y="1135085"/>
                  <a:pt x="0" y="880988"/>
                  <a:pt x="0" y="567543"/>
                </a:cubicBezTo>
                <a:cubicBezTo>
                  <a:pt x="0" y="254098"/>
                  <a:pt x="254097" y="0"/>
                  <a:pt x="567543" y="0"/>
                </a:cubicBezTo>
                <a:cubicBezTo>
                  <a:pt x="880988" y="0"/>
                  <a:pt x="1135085" y="254098"/>
                  <a:pt x="1135085" y="567543"/>
                </a:cubicBez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任意多边形: 形状 40"/>
          <p:cNvSpPr/>
          <p:nvPr>
            <p:custDataLst>
              <p:tags r:id="rId12"/>
            </p:custDataLst>
          </p:nvPr>
        </p:nvSpPr>
        <p:spPr>
          <a:xfrm>
            <a:off x="10496135" y="2313874"/>
            <a:ext cx="705579" cy="705579"/>
          </a:xfrm>
          <a:custGeom>
            <a:avLst/>
            <a:gdLst>
              <a:gd name="connsiteX0" fmla="*/ 1135085 w 1135085"/>
              <a:gd name="connsiteY0" fmla="*/ 567543 h 1135085"/>
              <a:gd name="connsiteX1" fmla="*/ 567543 w 1135085"/>
              <a:gd name="connsiteY1" fmla="*/ 1135085 h 1135085"/>
              <a:gd name="connsiteX2" fmla="*/ 0 w 1135085"/>
              <a:gd name="connsiteY2" fmla="*/ 567543 h 1135085"/>
              <a:gd name="connsiteX3" fmla="*/ 567543 w 1135085"/>
              <a:gd name="connsiteY3" fmla="*/ 0 h 1135085"/>
              <a:gd name="connsiteX4" fmla="*/ 1135085 w 1135085"/>
              <a:gd name="connsiteY4" fmla="*/ 567543 h 113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85" h="1135085">
                <a:moveTo>
                  <a:pt x="1135085" y="567543"/>
                </a:moveTo>
                <a:cubicBezTo>
                  <a:pt x="1135085" y="880988"/>
                  <a:pt x="880988" y="1135085"/>
                  <a:pt x="567543" y="1135085"/>
                </a:cubicBezTo>
                <a:cubicBezTo>
                  <a:pt x="254097" y="1135085"/>
                  <a:pt x="0" y="880988"/>
                  <a:pt x="0" y="567543"/>
                </a:cubicBezTo>
                <a:cubicBezTo>
                  <a:pt x="0" y="254098"/>
                  <a:pt x="254097" y="0"/>
                  <a:pt x="567543" y="0"/>
                </a:cubicBezTo>
                <a:cubicBezTo>
                  <a:pt x="880988" y="0"/>
                  <a:pt x="1135085" y="254098"/>
                  <a:pt x="1135085" y="567543"/>
                </a:cubicBezTo>
                <a:close/>
              </a:path>
            </a:pathLst>
          </a:custGeom>
          <a:solidFill>
            <a:schemeClr val="accent2"/>
          </a:solidFill>
          <a:ln w="254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5" name="图形 2" descr="343435383036303b343532343135373bcfeec4bfb7d6cef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03830" y="2501828"/>
            <a:ext cx="314476" cy="314476"/>
          </a:xfrm>
          <a:prstGeom prst="rect">
            <a:avLst/>
          </a:prstGeom>
        </p:spPr>
      </p:pic>
      <p:pic>
        <p:nvPicPr>
          <p:cNvPr id="26" name="图形 4" descr="343439383331313b343532303031393bd2b5bca8b9dcc0ed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691709" y="2516433"/>
            <a:ext cx="314476" cy="314476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Method-1 The #define Macro</a:t>
            </a:r>
          </a:p>
        </p:txBody>
      </p:sp>
      <p:sp>
        <p:nvSpPr>
          <p:cNvPr id="44" name="任意多边形: 形状 43"/>
          <p:cNvSpPr/>
          <p:nvPr>
            <p:custDataLst>
              <p:tags r:id="rId2"/>
            </p:custDataLst>
          </p:nvPr>
        </p:nvSpPr>
        <p:spPr>
          <a:xfrm>
            <a:off x="1001021" y="3917676"/>
            <a:ext cx="4909100" cy="1818990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+mn-lt"/>
                <a:sym typeface="+mn-ea"/>
              </a:rPr>
              <a:t>The Text-Swap Phenomenon: It acts as a blind, brutal automated text finder and replacer.</a:t>
            </a:r>
            <a:endParaRPr lang="en-US" sz="160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36" name="任意多边形: 形状 35"/>
          <p:cNvSpPr/>
          <p:nvPr>
            <p:custDataLst>
              <p:tags r:id="rId3"/>
            </p:custDataLst>
          </p:nvPr>
        </p:nvSpPr>
        <p:spPr>
          <a:xfrm>
            <a:off x="1001021" y="1685357"/>
            <a:ext cx="4909100" cy="1818990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+mn-lt"/>
                <a:sym typeface="+mn-ea"/>
              </a:rPr>
              <a:t>The #define command is a preprocessor instruction, not a true C language statement.</a:t>
            </a:r>
            <a:endParaRPr lang="en-US" sz="1600" dirty="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41" name="任意多边形: 形状 40"/>
          <p:cNvSpPr/>
          <p:nvPr>
            <p:custDataLst>
              <p:tags r:id="rId4"/>
            </p:custDataLst>
          </p:nvPr>
        </p:nvSpPr>
        <p:spPr>
          <a:xfrm>
            <a:off x="6596752" y="1685357"/>
            <a:ext cx="4909100" cy="1818990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+mn-lt"/>
                <a:sym typeface="+mn-ea"/>
              </a:rPr>
              <a:t>Phase of Action: Executes entirely during Phase 4 of translation, completely before compilation begins.</a:t>
            </a:r>
            <a:endParaRPr lang="en-US" sz="160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45" name="椭圆 44"/>
          <p:cNvSpPr/>
          <p:nvPr>
            <p:custDataLst>
              <p:tags r:id="rId5"/>
            </p:custDataLst>
          </p:nvPr>
        </p:nvSpPr>
        <p:spPr>
          <a:xfrm>
            <a:off x="697914" y="4502921"/>
            <a:ext cx="648562" cy="6485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37" name="椭圆 36"/>
          <p:cNvSpPr/>
          <p:nvPr>
            <p:custDataLst>
              <p:tags r:id="rId6"/>
            </p:custDataLst>
          </p:nvPr>
        </p:nvSpPr>
        <p:spPr>
          <a:xfrm>
            <a:off x="697914" y="2269967"/>
            <a:ext cx="648562" cy="6485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42" name="椭圆 41"/>
          <p:cNvSpPr/>
          <p:nvPr>
            <p:custDataLst>
              <p:tags r:id="rId7"/>
            </p:custDataLst>
          </p:nvPr>
        </p:nvSpPr>
        <p:spPr>
          <a:xfrm>
            <a:off x="6293009" y="2269967"/>
            <a:ext cx="648562" cy="6485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47" name="任意多边形: 形状 46"/>
          <p:cNvSpPr/>
          <p:nvPr>
            <p:custDataLst>
              <p:tags r:id="rId8"/>
            </p:custDataLst>
          </p:nvPr>
        </p:nvSpPr>
        <p:spPr>
          <a:xfrm>
            <a:off x="6596752" y="3917676"/>
            <a:ext cx="4909100" cy="1818990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+mn-lt"/>
                <a:sym typeface="+mn-ea"/>
              </a:rPr>
              <a:t>It scans your source file, deletes the macro keyword text, and violently drops the value token in its place.</a:t>
            </a:r>
            <a:endParaRPr lang="en-US" sz="160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48" name="椭圆 47"/>
          <p:cNvSpPr/>
          <p:nvPr>
            <p:custDataLst>
              <p:tags r:id="rId9"/>
            </p:custDataLst>
          </p:nvPr>
        </p:nvSpPr>
        <p:spPr>
          <a:xfrm>
            <a:off x="6293009" y="4502921"/>
            <a:ext cx="648562" cy="64856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6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Method-1 The #define Macro</a:t>
            </a:r>
            <a:endParaRPr lang="en-US" spc="0" dirty="0">
              <a:latin typeface="+mj-lt"/>
            </a:endParaRPr>
          </a:p>
        </p:txBody>
      </p:sp>
      <p:sp>
        <p:nvSpPr>
          <p:cNvPr id="2" name="矩形 61"/>
          <p:cNvSpPr/>
          <p:nvPr>
            <p:custDataLst>
              <p:tags r:id="rId2"/>
            </p:custDataLst>
          </p:nvPr>
        </p:nvSpPr>
        <p:spPr>
          <a:xfrm>
            <a:off x="752883" y="3215768"/>
            <a:ext cx="2849377" cy="1664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chemeClr val="lt1"/>
                </a:solidFill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No Allocation: Does not consume any RAM or memory registers because no variable is actually created.</a:t>
            </a:r>
            <a:endParaRPr 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4" name="矩形 69"/>
          <p:cNvSpPr/>
          <p:nvPr>
            <p:custDataLst>
              <p:tags r:id="rId3"/>
            </p:custDataLst>
          </p:nvPr>
        </p:nvSpPr>
        <p:spPr>
          <a:xfrm>
            <a:off x="2337205" y="2786497"/>
            <a:ext cx="1264723" cy="429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r"/>
            <a:r>
              <a:rPr lang="en-US" sz="2000" b="1" kern="0" dirty="0">
                <a:solidFill>
                  <a:schemeClr val="accent1"/>
                </a:solidFill>
                <a:sym typeface="Arial" panose="020B0604020202020204" pitchFamily="34" charset="0"/>
              </a:rPr>
              <a:t>01</a:t>
            </a:r>
            <a:endParaRPr lang="en-US" sz="2000" b="1" kern="0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>
            <p:custDataLst>
              <p:tags r:id="rId4"/>
            </p:custDataLst>
          </p:nvPr>
        </p:nvSpPr>
        <p:spPr>
          <a:xfrm rot="14783600">
            <a:off x="4714321" y="3229045"/>
            <a:ext cx="2448189" cy="2302661"/>
          </a:xfrm>
          <a:custGeom>
            <a:avLst/>
            <a:gdLst>
              <a:gd name="connsiteX0" fmla="*/ 173571 w 2643290"/>
              <a:gd name="connsiteY0" fmla="*/ 0 h 2486164"/>
              <a:gd name="connsiteX1" fmla="*/ 867831 w 2643290"/>
              <a:gd name="connsiteY1" fmla="*/ 0 h 2486164"/>
              <a:gd name="connsiteX2" fmla="*/ 1041401 w 2643290"/>
              <a:gd name="connsiteY2" fmla="*/ 173570 h 2486164"/>
              <a:gd name="connsiteX3" fmla="*/ 1041401 w 2643290"/>
              <a:gd name="connsiteY3" fmla="*/ 1718730 h 2486164"/>
              <a:gd name="connsiteX4" fmla="*/ 1041200 w 2643290"/>
              <a:gd name="connsiteY4" fmla="*/ 1719728 h 2486164"/>
              <a:gd name="connsiteX5" fmla="*/ 1043260 w 2643290"/>
              <a:gd name="connsiteY5" fmla="*/ 1719728 h 2486164"/>
              <a:gd name="connsiteX6" fmla="*/ 1043260 w 2643290"/>
              <a:gd name="connsiteY6" fmla="*/ 1719729 h 2486164"/>
              <a:gd name="connsiteX7" fmla="*/ 2642450 w 2643290"/>
              <a:gd name="connsiteY7" fmla="*/ 1719730 h 2486164"/>
              <a:gd name="connsiteX8" fmla="*/ 2643290 w 2643290"/>
              <a:gd name="connsiteY8" fmla="*/ 1728064 h 2486164"/>
              <a:gd name="connsiteX9" fmla="*/ 2641424 w 2643290"/>
              <a:gd name="connsiteY9" fmla="*/ 1765019 h 2486164"/>
              <a:gd name="connsiteX10" fmla="*/ 1924425 w 2643290"/>
              <a:gd name="connsiteY10" fmla="*/ 2482018 h 2486164"/>
              <a:gd name="connsiteX11" fmla="*/ 1842316 w 2643290"/>
              <a:gd name="connsiteY11" fmla="*/ 2486164 h 2486164"/>
              <a:gd name="connsiteX12" fmla="*/ 1842274 w 2643290"/>
              <a:gd name="connsiteY12" fmla="*/ 2486164 h 2486164"/>
              <a:gd name="connsiteX13" fmla="*/ 1795099 w 2643290"/>
              <a:gd name="connsiteY13" fmla="*/ 2483782 h 2486164"/>
              <a:gd name="connsiteX14" fmla="*/ 843745 w 2643290"/>
              <a:gd name="connsiteY14" fmla="*/ 2483781 h 2486164"/>
              <a:gd name="connsiteX15" fmla="*/ 796590 w 2643290"/>
              <a:gd name="connsiteY15" fmla="*/ 2486162 h 2486164"/>
              <a:gd name="connsiteX16" fmla="*/ 796513 w 2643290"/>
              <a:gd name="connsiteY16" fmla="*/ 2486162 h 2486164"/>
              <a:gd name="connsiteX17" fmla="*/ 714421 w 2643290"/>
              <a:gd name="connsiteY17" fmla="*/ 2482017 h 2486164"/>
              <a:gd name="connsiteX18" fmla="*/ 9595 w 2643290"/>
              <a:gd name="connsiteY18" fmla="*/ 1844776 h 2486164"/>
              <a:gd name="connsiteX19" fmla="*/ 9273 w 2643290"/>
              <a:gd name="connsiteY19" fmla="*/ 1842667 h 2486164"/>
              <a:gd name="connsiteX20" fmla="*/ 0 w 2643290"/>
              <a:gd name="connsiteY20" fmla="*/ 1750685 h 2486164"/>
              <a:gd name="connsiteX21" fmla="*/ 2149 w 2643290"/>
              <a:gd name="connsiteY21" fmla="*/ 1729369 h 2486164"/>
              <a:gd name="connsiteX22" fmla="*/ 1 w 2643290"/>
              <a:gd name="connsiteY22" fmla="*/ 1718730 h 2486164"/>
              <a:gd name="connsiteX23" fmla="*/ 1 w 2643290"/>
              <a:gd name="connsiteY23" fmla="*/ 173570 h 2486164"/>
              <a:gd name="connsiteX24" fmla="*/ 173571 w 2643290"/>
              <a:gd name="connsiteY24" fmla="*/ 0 h 2486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643290" h="2486164">
                <a:moveTo>
                  <a:pt x="173571" y="0"/>
                </a:moveTo>
                <a:lnTo>
                  <a:pt x="867831" y="0"/>
                </a:lnTo>
                <a:cubicBezTo>
                  <a:pt x="963691" y="0"/>
                  <a:pt x="1041401" y="77710"/>
                  <a:pt x="1041401" y="173570"/>
                </a:cubicBezTo>
                <a:lnTo>
                  <a:pt x="1041401" y="1718730"/>
                </a:lnTo>
                <a:lnTo>
                  <a:pt x="1041200" y="1719728"/>
                </a:lnTo>
                <a:lnTo>
                  <a:pt x="1043260" y="1719728"/>
                </a:lnTo>
                <a:lnTo>
                  <a:pt x="1043260" y="1719729"/>
                </a:lnTo>
                <a:lnTo>
                  <a:pt x="2642450" y="1719730"/>
                </a:lnTo>
                <a:lnTo>
                  <a:pt x="2643290" y="1728064"/>
                </a:lnTo>
                <a:lnTo>
                  <a:pt x="2641424" y="1765019"/>
                </a:lnTo>
                <a:cubicBezTo>
                  <a:pt x="2603031" y="2143072"/>
                  <a:pt x="2302479" y="2443624"/>
                  <a:pt x="1924425" y="2482018"/>
                </a:cubicBezTo>
                <a:lnTo>
                  <a:pt x="1842316" y="2486164"/>
                </a:lnTo>
                <a:lnTo>
                  <a:pt x="1842274" y="2486164"/>
                </a:lnTo>
                <a:lnTo>
                  <a:pt x="1795099" y="2483782"/>
                </a:lnTo>
                <a:lnTo>
                  <a:pt x="843745" y="2483781"/>
                </a:lnTo>
                <a:lnTo>
                  <a:pt x="796590" y="2486162"/>
                </a:lnTo>
                <a:lnTo>
                  <a:pt x="796513" y="2486162"/>
                </a:lnTo>
                <a:lnTo>
                  <a:pt x="714421" y="2482017"/>
                </a:lnTo>
                <a:cubicBezTo>
                  <a:pt x="363372" y="2446366"/>
                  <a:pt x="79147" y="2184670"/>
                  <a:pt x="9595" y="1844776"/>
                </a:cubicBezTo>
                <a:lnTo>
                  <a:pt x="9273" y="1842667"/>
                </a:lnTo>
                <a:lnTo>
                  <a:pt x="0" y="1750685"/>
                </a:lnTo>
                <a:lnTo>
                  <a:pt x="2149" y="1729369"/>
                </a:lnTo>
                <a:lnTo>
                  <a:pt x="1" y="1718730"/>
                </a:lnTo>
                <a:lnTo>
                  <a:pt x="1" y="173570"/>
                </a:lnTo>
                <a:cubicBezTo>
                  <a:pt x="1" y="77710"/>
                  <a:pt x="77711" y="0"/>
                  <a:pt x="173571" y="0"/>
                </a:cubicBezTo>
                <a:close/>
              </a:path>
            </a:pathLst>
          </a:custGeom>
          <a:solidFill>
            <a:schemeClr val="accent3">
              <a:lumMod val="70000"/>
              <a:lumOff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rot="9383600">
            <a:off x="5382568" y="5119990"/>
            <a:ext cx="465945" cy="465945"/>
          </a:xfrm>
          <a:custGeom>
            <a:avLst/>
            <a:gdLst>
              <a:gd name="connsiteX0" fmla="*/ 269616 w 539999"/>
              <a:gd name="connsiteY0" fmla="*/ 539615 h 539999"/>
              <a:gd name="connsiteX1" fmla="*/ -384 w 539999"/>
              <a:gd name="connsiteY1" fmla="*/ 269616 h 539999"/>
              <a:gd name="connsiteX2" fmla="*/ 269616 w 539999"/>
              <a:gd name="connsiteY2" fmla="*/ -384 h 539999"/>
              <a:gd name="connsiteX3" fmla="*/ 539615 w 539999"/>
              <a:gd name="connsiteY3" fmla="*/ 269616 h 539999"/>
              <a:gd name="connsiteX4" fmla="*/ 269616 w 539999"/>
              <a:gd name="connsiteY4" fmla="*/ 539615 h 539999"/>
              <a:gd name="connsiteX5" fmla="*/ 288119 w 539999"/>
              <a:gd name="connsiteY5" fmla="*/ 144573 h 539999"/>
              <a:gd name="connsiteX6" fmla="*/ 288119 w 539999"/>
              <a:gd name="connsiteY6" fmla="*/ 204390 h 539999"/>
              <a:gd name="connsiteX7" fmla="*/ 278138 w 539999"/>
              <a:gd name="connsiteY7" fmla="*/ 214371 h 539999"/>
              <a:gd name="connsiteX8" fmla="*/ 199119 w 539999"/>
              <a:gd name="connsiteY8" fmla="*/ 214371 h 539999"/>
              <a:gd name="connsiteX9" fmla="*/ 189139 w 539999"/>
              <a:gd name="connsiteY9" fmla="*/ 224351 h 539999"/>
              <a:gd name="connsiteX10" fmla="*/ 189139 w 539999"/>
              <a:gd name="connsiteY10" fmla="*/ 314879 h 539999"/>
              <a:gd name="connsiteX11" fmla="*/ 199119 w 539999"/>
              <a:gd name="connsiteY11" fmla="*/ 324859 h 539999"/>
              <a:gd name="connsiteX12" fmla="*/ 278116 w 539999"/>
              <a:gd name="connsiteY12" fmla="*/ 324859 h 539999"/>
              <a:gd name="connsiteX13" fmla="*/ 288096 w 539999"/>
              <a:gd name="connsiteY13" fmla="*/ 334839 h 539999"/>
              <a:gd name="connsiteX14" fmla="*/ 288096 w 539999"/>
              <a:gd name="connsiteY14" fmla="*/ 394659 h 539999"/>
              <a:gd name="connsiteX15" fmla="*/ 298076 w 539999"/>
              <a:gd name="connsiteY15" fmla="*/ 404639 h 539999"/>
              <a:gd name="connsiteX16" fmla="*/ 304988 w 539999"/>
              <a:gd name="connsiteY16" fmla="*/ 401858 h 539999"/>
              <a:gd name="connsiteX17" fmla="*/ 435235 w 539999"/>
              <a:gd name="connsiteY17" fmla="*/ 276813 h 539999"/>
              <a:gd name="connsiteX18" fmla="*/ 435523 w 539999"/>
              <a:gd name="connsiteY18" fmla="*/ 262702 h 539999"/>
              <a:gd name="connsiteX19" fmla="*/ 435235 w 539999"/>
              <a:gd name="connsiteY19" fmla="*/ 262415 h 539999"/>
              <a:gd name="connsiteX20" fmla="*/ 305012 w 539999"/>
              <a:gd name="connsiteY20" fmla="*/ 137374 h 539999"/>
              <a:gd name="connsiteX21" fmla="*/ 290900 w 539999"/>
              <a:gd name="connsiteY21" fmla="*/ 137660 h 539999"/>
              <a:gd name="connsiteX22" fmla="*/ 288119 w 539999"/>
              <a:gd name="connsiteY22" fmla="*/ 144573 h 539999"/>
              <a:gd name="connsiteX23" fmla="*/ 165387 w 539999"/>
              <a:gd name="connsiteY23" fmla="*/ 324881 h 539999"/>
              <a:gd name="connsiteX24" fmla="*/ 174522 w 539999"/>
              <a:gd name="connsiteY24" fmla="*/ 315747 h 539999"/>
              <a:gd name="connsiteX25" fmla="*/ 174522 w 539999"/>
              <a:gd name="connsiteY25" fmla="*/ 223527 h 539999"/>
              <a:gd name="connsiteX26" fmla="*/ 165387 w 539999"/>
              <a:gd name="connsiteY26" fmla="*/ 214393 h 539999"/>
              <a:gd name="connsiteX27" fmla="*/ 156253 w 539999"/>
              <a:gd name="connsiteY27" fmla="*/ 223527 h 539999"/>
              <a:gd name="connsiteX28" fmla="*/ 156253 w 539999"/>
              <a:gd name="connsiteY28" fmla="*/ 315747 h 539999"/>
              <a:gd name="connsiteX29" fmla="*/ 165387 w 539999"/>
              <a:gd name="connsiteY29" fmla="*/ 324881 h 539999"/>
              <a:gd name="connsiteX30" fmla="*/ 132501 w 539999"/>
              <a:gd name="connsiteY30" fmla="*/ 324881 h 539999"/>
              <a:gd name="connsiteX31" fmla="*/ 141637 w 539999"/>
              <a:gd name="connsiteY31" fmla="*/ 315746 h 539999"/>
              <a:gd name="connsiteX32" fmla="*/ 141637 w 539999"/>
              <a:gd name="connsiteY32" fmla="*/ 223529 h 539999"/>
              <a:gd name="connsiteX33" fmla="*/ 132501 w 539999"/>
              <a:gd name="connsiteY33" fmla="*/ 214393 h 539999"/>
              <a:gd name="connsiteX34" fmla="*/ 123366 w 539999"/>
              <a:gd name="connsiteY34" fmla="*/ 223529 h 539999"/>
              <a:gd name="connsiteX35" fmla="*/ 123366 w 539999"/>
              <a:gd name="connsiteY35" fmla="*/ 315746 h 539999"/>
              <a:gd name="connsiteX36" fmla="*/ 132501 w 539999"/>
              <a:gd name="connsiteY36" fmla="*/ 324881 h 5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999" h="539999">
                <a:moveTo>
                  <a:pt x="269616" y="539615"/>
                </a:moveTo>
                <a:cubicBezTo>
                  <a:pt x="120499" y="539615"/>
                  <a:pt x="-384" y="418732"/>
                  <a:pt x="-384" y="269616"/>
                </a:cubicBezTo>
                <a:cubicBezTo>
                  <a:pt x="-384" y="120499"/>
                  <a:pt x="120499" y="-384"/>
                  <a:pt x="269616" y="-384"/>
                </a:cubicBezTo>
                <a:cubicBezTo>
                  <a:pt x="418732" y="-384"/>
                  <a:pt x="539615" y="120499"/>
                  <a:pt x="539615" y="269616"/>
                </a:cubicBezTo>
                <a:cubicBezTo>
                  <a:pt x="539615" y="418732"/>
                  <a:pt x="418732" y="539615"/>
                  <a:pt x="269616" y="539615"/>
                </a:cubicBezTo>
                <a:moveTo>
                  <a:pt x="288119" y="144573"/>
                </a:moveTo>
                <a:lnTo>
                  <a:pt x="288119" y="204390"/>
                </a:lnTo>
                <a:cubicBezTo>
                  <a:pt x="288119" y="209902"/>
                  <a:pt x="283651" y="214371"/>
                  <a:pt x="278138" y="214371"/>
                </a:cubicBezTo>
                <a:lnTo>
                  <a:pt x="199119" y="214371"/>
                </a:lnTo>
                <a:cubicBezTo>
                  <a:pt x="193607" y="214371"/>
                  <a:pt x="189139" y="218839"/>
                  <a:pt x="189139" y="224351"/>
                </a:cubicBezTo>
                <a:lnTo>
                  <a:pt x="189139" y="314879"/>
                </a:lnTo>
                <a:cubicBezTo>
                  <a:pt x="189139" y="320390"/>
                  <a:pt x="193607" y="324859"/>
                  <a:pt x="199119" y="324859"/>
                </a:cubicBezTo>
                <a:lnTo>
                  <a:pt x="278116" y="324859"/>
                </a:lnTo>
                <a:cubicBezTo>
                  <a:pt x="283628" y="324859"/>
                  <a:pt x="288096" y="329327"/>
                  <a:pt x="288096" y="334839"/>
                </a:cubicBezTo>
                <a:lnTo>
                  <a:pt x="288096" y="394659"/>
                </a:lnTo>
                <a:cubicBezTo>
                  <a:pt x="288096" y="400170"/>
                  <a:pt x="292564" y="404639"/>
                  <a:pt x="298076" y="404639"/>
                </a:cubicBezTo>
                <a:cubicBezTo>
                  <a:pt x="300652" y="404639"/>
                  <a:pt x="303129" y="403643"/>
                  <a:pt x="304988" y="401858"/>
                </a:cubicBezTo>
                <a:lnTo>
                  <a:pt x="435235" y="276813"/>
                </a:lnTo>
                <a:cubicBezTo>
                  <a:pt x="439211" y="272996"/>
                  <a:pt x="439340" y="266678"/>
                  <a:pt x="435523" y="262702"/>
                </a:cubicBezTo>
                <a:cubicBezTo>
                  <a:pt x="435429" y="262604"/>
                  <a:pt x="435333" y="262509"/>
                  <a:pt x="435235" y="262415"/>
                </a:cubicBezTo>
                <a:lnTo>
                  <a:pt x="305012" y="137374"/>
                </a:lnTo>
                <a:cubicBezTo>
                  <a:pt x="301036" y="133556"/>
                  <a:pt x="294718" y="133685"/>
                  <a:pt x="290900" y="137660"/>
                </a:cubicBezTo>
                <a:cubicBezTo>
                  <a:pt x="289115" y="139519"/>
                  <a:pt x="288119" y="141996"/>
                  <a:pt x="288119" y="144573"/>
                </a:cubicBezTo>
                <a:moveTo>
                  <a:pt x="165387" y="324881"/>
                </a:moveTo>
                <a:cubicBezTo>
                  <a:pt x="170432" y="324881"/>
                  <a:pt x="174522" y="320792"/>
                  <a:pt x="174522" y="315747"/>
                </a:cubicBezTo>
                <a:lnTo>
                  <a:pt x="174522" y="223527"/>
                </a:lnTo>
                <a:cubicBezTo>
                  <a:pt x="174522" y="218483"/>
                  <a:pt x="170432" y="214393"/>
                  <a:pt x="165387" y="214393"/>
                </a:cubicBezTo>
                <a:cubicBezTo>
                  <a:pt x="160343" y="214393"/>
                  <a:pt x="156253" y="218483"/>
                  <a:pt x="156253" y="223527"/>
                </a:cubicBezTo>
                <a:lnTo>
                  <a:pt x="156253" y="315747"/>
                </a:lnTo>
                <a:cubicBezTo>
                  <a:pt x="156253" y="320792"/>
                  <a:pt x="160343" y="324881"/>
                  <a:pt x="165387" y="324881"/>
                </a:cubicBezTo>
                <a:moveTo>
                  <a:pt x="132501" y="324881"/>
                </a:moveTo>
                <a:cubicBezTo>
                  <a:pt x="137546" y="324881"/>
                  <a:pt x="141637" y="320791"/>
                  <a:pt x="141637" y="315746"/>
                </a:cubicBezTo>
                <a:lnTo>
                  <a:pt x="141637" y="223529"/>
                </a:lnTo>
                <a:cubicBezTo>
                  <a:pt x="141637" y="218483"/>
                  <a:pt x="137546" y="214393"/>
                  <a:pt x="132501" y="214393"/>
                </a:cubicBezTo>
                <a:cubicBezTo>
                  <a:pt x="127456" y="214393"/>
                  <a:pt x="123366" y="218483"/>
                  <a:pt x="123366" y="223529"/>
                </a:cubicBezTo>
                <a:lnTo>
                  <a:pt x="123366" y="315746"/>
                </a:lnTo>
                <a:cubicBezTo>
                  <a:pt x="123366" y="320791"/>
                  <a:pt x="127456" y="324881"/>
                  <a:pt x="132501" y="324881"/>
                </a:cubicBezTo>
              </a:path>
            </a:pathLst>
          </a:custGeom>
          <a:solidFill>
            <a:srgbClr val="FFFFFF"/>
          </a:solidFill>
          <a:ln w="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椭圆 37"/>
          <p:cNvSpPr/>
          <p:nvPr>
            <p:custDataLst>
              <p:tags r:id="rId6"/>
            </p:custDataLst>
          </p:nvPr>
        </p:nvSpPr>
        <p:spPr>
          <a:xfrm rot="3983600">
            <a:off x="5328830" y="5066252"/>
            <a:ext cx="573471" cy="573471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>
            <p:custDataLst>
              <p:tags r:id="rId7"/>
            </p:custDataLst>
          </p:nvPr>
        </p:nvSpPr>
        <p:spPr>
          <a:xfrm rot="7583600">
            <a:off x="5512172" y="2474816"/>
            <a:ext cx="2448189" cy="2302661"/>
          </a:xfrm>
          <a:custGeom>
            <a:avLst/>
            <a:gdLst>
              <a:gd name="connsiteX0" fmla="*/ 173571 w 2643290"/>
              <a:gd name="connsiteY0" fmla="*/ 0 h 2486164"/>
              <a:gd name="connsiteX1" fmla="*/ 867831 w 2643290"/>
              <a:gd name="connsiteY1" fmla="*/ 0 h 2486164"/>
              <a:gd name="connsiteX2" fmla="*/ 1041401 w 2643290"/>
              <a:gd name="connsiteY2" fmla="*/ 173570 h 2486164"/>
              <a:gd name="connsiteX3" fmla="*/ 1041401 w 2643290"/>
              <a:gd name="connsiteY3" fmla="*/ 1718730 h 2486164"/>
              <a:gd name="connsiteX4" fmla="*/ 1041200 w 2643290"/>
              <a:gd name="connsiteY4" fmla="*/ 1719728 h 2486164"/>
              <a:gd name="connsiteX5" fmla="*/ 1043260 w 2643290"/>
              <a:gd name="connsiteY5" fmla="*/ 1719728 h 2486164"/>
              <a:gd name="connsiteX6" fmla="*/ 1043260 w 2643290"/>
              <a:gd name="connsiteY6" fmla="*/ 1719729 h 2486164"/>
              <a:gd name="connsiteX7" fmla="*/ 2642450 w 2643290"/>
              <a:gd name="connsiteY7" fmla="*/ 1719730 h 2486164"/>
              <a:gd name="connsiteX8" fmla="*/ 2643290 w 2643290"/>
              <a:gd name="connsiteY8" fmla="*/ 1728064 h 2486164"/>
              <a:gd name="connsiteX9" fmla="*/ 2641424 w 2643290"/>
              <a:gd name="connsiteY9" fmla="*/ 1765019 h 2486164"/>
              <a:gd name="connsiteX10" fmla="*/ 1924425 w 2643290"/>
              <a:gd name="connsiteY10" fmla="*/ 2482018 h 2486164"/>
              <a:gd name="connsiteX11" fmla="*/ 1842316 w 2643290"/>
              <a:gd name="connsiteY11" fmla="*/ 2486164 h 2486164"/>
              <a:gd name="connsiteX12" fmla="*/ 1842274 w 2643290"/>
              <a:gd name="connsiteY12" fmla="*/ 2486164 h 2486164"/>
              <a:gd name="connsiteX13" fmla="*/ 1795099 w 2643290"/>
              <a:gd name="connsiteY13" fmla="*/ 2483782 h 2486164"/>
              <a:gd name="connsiteX14" fmla="*/ 843745 w 2643290"/>
              <a:gd name="connsiteY14" fmla="*/ 2483781 h 2486164"/>
              <a:gd name="connsiteX15" fmla="*/ 796590 w 2643290"/>
              <a:gd name="connsiteY15" fmla="*/ 2486162 h 2486164"/>
              <a:gd name="connsiteX16" fmla="*/ 796513 w 2643290"/>
              <a:gd name="connsiteY16" fmla="*/ 2486162 h 2486164"/>
              <a:gd name="connsiteX17" fmla="*/ 714421 w 2643290"/>
              <a:gd name="connsiteY17" fmla="*/ 2482017 h 2486164"/>
              <a:gd name="connsiteX18" fmla="*/ 9595 w 2643290"/>
              <a:gd name="connsiteY18" fmla="*/ 1844776 h 2486164"/>
              <a:gd name="connsiteX19" fmla="*/ 9273 w 2643290"/>
              <a:gd name="connsiteY19" fmla="*/ 1842667 h 2486164"/>
              <a:gd name="connsiteX20" fmla="*/ 0 w 2643290"/>
              <a:gd name="connsiteY20" fmla="*/ 1750685 h 2486164"/>
              <a:gd name="connsiteX21" fmla="*/ 2149 w 2643290"/>
              <a:gd name="connsiteY21" fmla="*/ 1729369 h 2486164"/>
              <a:gd name="connsiteX22" fmla="*/ 1 w 2643290"/>
              <a:gd name="connsiteY22" fmla="*/ 1718730 h 2486164"/>
              <a:gd name="connsiteX23" fmla="*/ 1 w 2643290"/>
              <a:gd name="connsiteY23" fmla="*/ 173570 h 2486164"/>
              <a:gd name="connsiteX24" fmla="*/ 173571 w 2643290"/>
              <a:gd name="connsiteY24" fmla="*/ 0 h 2486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643290" h="2486164">
                <a:moveTo>
                  <a:pt x="173571" y="0"/>
                </a:moveTo>
                <a:lnTo>
                  <a:pt x="867831" y="0"/>
                </a:lnTo>
                <a:cubicBezTo>
                  <a:pt x="963691" y="0"/>
                  <a:pt x="1041401" y="77710"/>
                  <a:pt x="1041401" y="173570"/>
                </a:cubicBezTo>
                <a:lnTo>
                  <a:pt x="1041401" y="1718730"/>
                </a:lnTo>
                <a:lnTo>
                  <a:pt x="1041200" y="1719728"/>
                </a:lnTo>
                <a:lnTo>
                  <a:pt x="1043260" y="1719728"/>
                </a:lnTo>
                <a:lnTo>
                  <a:pt x="1043260" y="1719729"/>
                </a:lnTo>
                <a:lnTo>
                  <a:pt x="2642450" y="1719730"/>
                </a:lnTo>
                <a:lnTo>
                  <a:pt x="2643290" y="1728064"/>
                </a:lnTo>
                <a:lnTo>
                  <a:pt x="2641424" y="1765019"/>
                </a:lnTo>
                <a:cubicBezTo>
                  <a:pt x="2603031" y="2143072"/>
                  <a:pt x="2302479" y="2443624"/>
                  <a:pt x="1924425" y="2482018"/>
                </a:cubicBezTo>
                <a:lnTo>
                  <a:pt x="1842316" y="2486164"/>
                </a:lnTo>
                <a:lnTo>
                  <a:pt x="1842274" y="2486164"/>
                </a:lnTo>
                <a:lnTo>
                  <a:pt x="1795099" y="2483782"/>
                </a:lnTo>
                <a:lnTo>
                  <a:pt x="843745" y="2483781"/>
                </a:lnTo>
                <a:lnTo>
                  <a:pt x="796590" y="2486162"/>
                </a:lnTo>
                <a:lnTo>
                  <a:pt x="796513" y="2486162"/>
                </a:lnTo>
                <a:lnTo>
                  <a:pt x="714421" y="2482017"/>
                </a:lnTo>
                <a:cubicBezTo>
                  <a:pt x="363372" y="2446366"/>
                  <a:pt x="79147" y="2184670"/>
                  <a:pt x="9595" y="1844776"/>
                </a:cubicBezTo>
                <a:lnTo>
                  <a:pt x="9273" y="1842667"/>
                </a:lnTo>
                <a:lnTo>
                  <a:pt x="0" y="1750685"/>
                </a:lnTo>
                <a:lnTo>
                  <a:pt x="2149" y="1729369"/>
                </a:lnTo>
                <a:lnTo>
                  <a:pt x="1" y="1718730"/>
                </a:lnTo>
                <a:lnTo>
                  <a:pt x="1" y="173570"/>
                </a:lnTo>
                <a:cubicBezTo>
                  <a:pt x="1" y="77710"/>
                  <a:pt x="77711" y="0"/>
                  <a:pt x="173571" y="0"/>
                </a:cubicBezTo>
                <a:close/>
              </a:path>
            </a:pathLst>
          </a:custGeom>
          <a:solidFill>
            <a:schemeClr val="accent2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 rot="2183600">
            <a:off x="7501741" y="3189848"/>
            <a:ext cx="465945" cy="465945"/>
          </a:xfrm>
          <a:custGeom>
            <a:avLst/>
            <a:gdLst>
              <a:gd name="connsiteX0" fmla="*/ 269616 w 539999"/>
              <a:gd name="connsiteY0" fmla="*/ 539615 h 539999"/>
              <a:gd name="connsiteX1" fmla="*/ -384 w 539999"/>
              <a:gd name="connsiteY1" fmla="*/ 269616 h 539999"/>
              <a:gd name="connsiteX2" fmla="*/ 269616 w 539999"/>
              <a:gd name="connsiteY2" fmla="*/ -384 h 539999"/>
              <a:gd name="connsiteX3" fmla="*/ 539615 w 539999"/>
              <a:gd name="connsiteY3" fmla="*/ 269616 h 539999"/>
              <a:gd name="connsiteX4" fmla="*/ 269616 w 539999"/>
              <a:gd name="connsiteY4" fmla="*/ 539615 h 539999"/>
              <a:gd name="connsiteX5" fmla="*/ 376782 w 539999"/>
              <a:gd name="connsiteY5" fmla="*/ 136218 h 539999"/>
              <a:gd name="connsiteX6" fmla="*/ 364533 w 539999"/>
              <a:gd name="connsiteY6" fmla="*/ 136218 h 539999"/>
              <a:gd name="connsiteX7" fmla="*/ 119462 w 539999"/>
              <a:gd name="connsiteY7" fmla="*/ 258132 h 539999"/>
              <a:gd name="connsiteX8" fmla="*/ 112116 w 539999"/>
              <a:gd name="connsiteY8" fmla="*/ 267895 h 539999"/>
              <a:gd name="connsiteX9" fmla="*/ 117019 w 539999"/>
              <a:gd name="connsiteY9" fmla="*/ 277658 h 539999"/>
              <a:gd name="connsiteX10" fmla="*/ 175849 w 539999"/>
              <a:gd name="connsiteY10" fmla="*/ 314251 h 539999"/>
              <a:gd name="connsiteX11" fmla="*/ 190557 w 539999"/>
              <a:gd name="connsiteY11" fmla="*/ 311807 h 539999"/>
              <a:gd name="connsiteX12" fmla="*/ 318989 w 539999"/>
              <a:gd name="connsiteY12" fmla="*/ 196074 h 539999"/>
              <a:gd name="connsiteX13" fmla="*/ 321903 w 539999"/>
              <a:gd name="connsiteY13" fmla="*/ 196032 h 539999"/>
              <a:gd name="connsiteX14" fmla="*/ 322560 w 539999"/>
              <a:gd name="connsiteY14" fmla="*/ 197341 h 539999"/>
              <a:gd name="connsiteX15" fmla="*/ 322058 w 539999"/>
              <a:gd name="connsiteY15" fmla="*/ 198717 h 539999"/>
              <a:gd name="connsiteX16" fmla="*/ 207694 w 539999"/>
              <a:gd name="connsiteY16" fmla="*/ 321498 h 539999"/>
              <a:gd name="connsiteX17" fmla="*/ 205264 w 539999"/>
              <a:gd name="connsiteY17" fmla="*/ 328831 h 539999"/>
              <a:gd name="connsiteX18" fmla="*/ 205264 w 539999"/>
              <a:gd name="connsiteY18" fmla="*/ 382477 h 539999"/>
              <a:gd name="connsiteX19" fmla="*/ 212597 w 539999"/>
              <a:gd name="connsiteY19" fmla="*/ 394698 h 539999"/>
              <a:gd name="connsiteX20" fmla="*/ 224846 w 539999"/>
              <a:gd name="connsiteY20" fmla="*/ 392241 h 539999"/>
              <a:gd name="connsiteX21" fmla="*/ 254262 w 539999"/>
              <a:gd name="connsiteY21" fmla="*/ 362965 h 539999"/>
              <a:gd name="connsiteX22" fmla="*/ 313091 w 539999"/>
              <a:gd name="connsiteY22" fmla="*/ 401974 h 539999"/>
              <a:gd name="connsiteX23" fmla="*/ 325341 w 539999"/>
              <a:gd name="connsiteY23" fmla="*/ 404419 h 539999"/>
              <a:gd name="connsiteX24" fmla="*/ 332673 w 539999"/>
              <a:gd name="connsiteY24" fmla="*/ 394656 h 539999"/>
              <a:gd name="connsiteX25" fmla="*/ 381699 w 539999"/>
              <a:gd name="connsiteY25" fmla="*/ 150826 h 539999"/>
              <a:gd name="connsiteX26" fmla="*/ 376782 w 539999"/>
              <a:gd name="connsiteY26" fmla="*/ 136218 h 5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39999" h="539999">
                <a:moveTo>
                  <a:pt x="269616" y="539615"/>
                </a:moveTo>
                <a:cubicBezTo>
                  <a:pt x="120499" y="539615"/>
                  <a:pt x="-384" y="418732"/>
                  <a:pt x="-384" y="269616"/>
                </a:cubicBezTo>
                <a:cubicBezTo>
                  <a:pt x="-384" y="120499"/>
                  <a:pt x="120499" y="-384"/>
                  <a:pt x="269616" y="-384"/>
                </a:cubicBezTo>
                <a:cubicBezTo>
                  <a:pt x="418732" y="-384"/>
                  <a:pt x="539615" y="120499"/>
                  <a:pt x="539615" y="269616"/>
                </a:cubicBezTo>
                <a:cubicBezTo>
                  <a:pt x="539615" y="418732"/>
                  <a:pt x="418732" y="539615"/>
                  <a:pt x="269616" y="539615"/>
                </a:cubicBezTo>
                <a:moveTo>
                  <a:pt x="376782" y="136218"/>
                </a:moveTo>
                <a:cubicBezTo>
                  <a:pt x="371880" y="133774"/>
                  <a:pt x="368469" y="134413"/>
                  <a:pt x="364533" y="136218"/>
                </a:cubicBezTo>
                <a:lnTo>
                  <a:pt x="119462" y="258132"/>
                </a:lnTo>
                <a:cubicBezTo>
                  <a:pt x="115157" y="260591"/>
                  <a:pt x="112116" y="263874"/>
                  <a:pt x="112116" y="267895"/>
                </a:cubicBezTo>
                <a:cubicBezTo>
                  <a:pt x="112116" y="271903"/>
                  <a:pt x="113921" y="275810"/>
                  <a:pt x="117019" y="277658"/>
                </a:cubicBezTo>
                <a:lnTo>
                  <a:pt x="175849" y="314251"/>
                </a:lnTo>
                <a:cubicBezTo>
                  <a:pt x="180737" y="316681"/>
                  <a:pt x="185654" y="316681"/>
                  <a:pt x="190557" y="311807"/>
                </a:cubicBezTo>
                <a:lnTo>
                  <a:pt x="318989" y="196074"/>
                </a:lnTo>
                <a:cubicBezTo>
                  <a:pt x="319813" y="195333"/>
                  <a:pt x="321056" y="195316"/>
                  <a:pt x="321903" y="196032"/>
                </a:cubicBezTo>
                <a:cubicBezTo>
                  <a:pt x="322292" y="196359"/>
                  <a:pt x="322531" y="196832"/>
                  <a:pt x="322560" y="197341"/>
                </a:cubicBezTo>
                <a:cubicBezTo>
                  <a:pt x="322590" y="197849"/>
                  <a:pt x="322408" y="198348"/>
                  <a:pt x="322058" y="198717"/>
                </a:cubicBezTo>
                <a:lnTo>
                  <a:pt x="207694" y="321498"/>
                </a:lnTo>
                <a:cubicBezTo>
                  <a:pt x="205264" y="323943"/>
                  <a:pt x="205264" y="326387"/>
                  <a:pt x="205264" y="328831"/>
                </a:cubicBezTo>
                <a:lnTo>
                  <a:pt x="205264" y="382477"/>
                </a:lnTo>
                <a:cubicBezTo>
                  <a:pt x="205264" y="387366"/>
                  <a:pt x="207694" y="392241"/>
                  <a:pt x="212597" y="394698"/>
                </a:cubicBezTo>
                <a:cubicBezTo>
                  <a:pt x="217514" y="397115"/>
                  <a:pt x="222402" y="394698"/>
                  <a:pt x="224846" y="392241"/>
                </a:cubicBezTo>
                <a:lnTo>
                  <a:pt x="254262" y="362965"/>
                </a:lnTo>
                <a:lnTo>
                  <a:pt x="313091" y="401974"/>
                </a:lnTo>
                <a:cubicBezTo>
                  <a:pt x="316190" y="404419"/>
                  <a:pt x="323223" y="404972"/>
                  <a:pt x="325341" y="404419"/>
                </a:cubicBezTo>
                <a:cubicBezTo>
                  <a:pt x="327458" y="403864"/>
                  <a:pt x="331721" y="399587"/>
                  <a:pt x="332673" y="394656"/>
                </a:cubicBezTo>
                <a:lnTo>
                  <a:pt x="381699" y="150826"/>
                </a:lnTo>
                <a:cubicBezTo>
                  <a:pt x="382864" y="145455"/>
                  <a:pt x="381699" y="138662"/>
                  <a:pt x="376782" y="136218"/>
                </a:cubicBezTo>
              </a:path>
            </a:pathLst>
          </a:custGeom>
          <a:solidFill>
            <a:srgbClr val="FFFFFF"/>
          </a:solidFill>
          <a:ln w="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椭圆 45"/>
          <p:cNvSpPr/>
          <p:nvPr>
            <p:custDataLst>
              <p:tags r:id="rId9"/>
            </p:custDataLst>
          </p:nvPr>
        </p:nvSpPr>
        <p:spPr>
          <a:xfrm rot="2183600">
            <a:off x="7442946" y="3136110"/>
            <a:ext cx="573471" cy="573471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>
            <p:custDataLst>
              <p:tags r:id="rId10"/>
            </p:custDataLst>
          </p:nvPr>
        </p:nvSpPr>
        <p:spPr>
          <a:xfrm rot="383600">
            <a:off x="4462700" y="2162504"/>
            <a:ext cx="2448189" cy="2302660"/>
          </a:xfrm>
          <a:custGeom>
            <a:avLst/>
            <a:gdLst>
              <a:gd name="connsiteX0" fmla="*/ 173571 w 2643290"/>
              <a:gd name="connsiteY0" fmla="*/ 0 h 2486164"/>
              <a:gd name="connsiteX1" fmla="*/ 867831 w 2643290"/>
              <a:gd name="connsiteY1" fmla="*/ 0 h 2486164"/>
              <a:gd name="connsiteX2" fmla="*/ 1041401 w 2643290"/>
              <a:gd name="connsiteY2" fmla="*/ 173570 h 2486164"/>
              <a:gd name="connsiteX3" fmla="*/ 1041401 w 2643290"/>
              <a:gd name="connsiteY3" fmla="*/ 1718730 h 2486164"/>
              <a:gd name="connsiteX4" fmla="*/ 1041200 w 2643290"/>
              <a:gd name="connsiteY4" fmla="*/ 1719728 h 2486164"/>
              <a:gd name="connsiteX5" fmla="*/ 1043260 w 2643290"/>
              <a:gd name="connsiteY5" fmla="*/ 1719728 h 2486164"/>
              <a:gd name="connsiteX6" fmla="*/ 1043260 w 2643290"/>
              <a:gd name="connsiteY6" fmla="*/ 1719729 h 2486164"/>
              <a:gd name="connsiteX7" fmla="*/ 2642450 w 2643290"/>
              <a:gd name="connsiteY7" fmla="*/ 1719730 h 2486164"/>
              <a:gd name="connsiteX8" fmla="*/ 2643290 w 2643290"/>
              <a:gd name="connsiteY8" fmla="*/ 1728064 h 2486164"/>
              <a:gd name="connsiteX9" fmla="*/ 2641424 w 2643290"/>
              <a:gd name="connsiteY9" fmla="*/ 1765019 h 2486164"/>
              <a:gd name="connsiteX10" fmla="*/ 1924425 w 2643290"/>
              <a:gd name="connsiteY10" fmla="*/ 2482018 h 2486164"/>
              <a:gd name="connsiteX11" fmla="*/ 1842316 w 2643290"/>
              <a:gd name="connsiteY11" fmla="*/ 2486164 h 2486164"/>
              <a:gd name="connsiteX12" fmla="*/ 1842274 w 2643290"/>
              <a:gd name="connsiteY12" fmla="*/ 2486164 h 2486164"/>
              <a:gd name="connsiteX13" fmla="*/ 1795099 w 2643290"/>
              <a:gd name="connsiteY13" fmla="*/ 2483782 h 2486164"/>
              <a:gd name="connsiteX14" fmla="*/ 843745 w 2643290"/>
              <a:gd name="connsiteY14" fmla="*/ 2483781 h 2486164"/>
              <a:gd name="connsiteX15" fmla="*/ 796590 w 2643290"/>
              <a:gd name="connsiteY15" fmla="*/ 2486162 h 2486164"/>
              <a:gd name="connsiteX16" fmla="*/ 796513 w 2643290"/>
              <a:gd name="connsiteY16" fmla="*/ 2486162 h 2486164"/>
              <a:gd name="connsiteX17" fmla="*/ 714421 w 2643290"/>
              <a:gd name="connsiteY17" fmla="*/ 2482017 h 2486164"/>
              <a:gd name="connsiteX18" fmla="*/ 9595 w 2643290"/>
              <a:gd name="connsiteY18" fmla="*/ 1844776 h 2486164"/>
              <a:gd name="connsiteX19" fmla="*/ 9273 w 2643290"/>
              <a:gd name="connsiteY19" fmla="*/ 1842667 h 2486164"/>
              <a:gd name="connsiteX20" fmla="*/ 0 w 2643290"/>
              <a:gd name="connsiteY20" fmla="*/ 1750685 h 2486164"/>
              <a:gd name="connsiteX21" fmla="*/ 2149 w 2643290"/>
              <a:gd name="connsiteY21" fmla="*/ 1729369 h 2486164"/>
              <a:gd name="connsiteX22" fmla="*/ 1 w 2643290"/>
              <a:gd name="connsiteY22" fmla="*/ 1718730 h 2486164"/>
              <a:gd name="connsiteX23" fmla="*/ 1 w 2643290"/>
              <a:gd name="connsiteY23" fmla="*/ 173570 h 2486164"/>
              <a:gd name="connsiteX24" fmla="*/ 173571 w 2643290"/>
              <a:gd name="connsiteY24" fmla="*/ 0 h 2486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643290" h="2486164">
                <a:moveTo>
                  <a:pt x="173571" y="0"/>
                </a:moveTo>
                <a:lnTo>
                  <a:pt x="867831" y="0"/>
                </a:lnTo>
                <a:cubicBezTo>
                  <a:pt x="963691" y="0"/>
                  <a:pt x="1041401" y="77710"/>
                  <a:pt x="1041401" y="173570"/>
                </a:cubicBezTo>
                <a:lnTo>
                  <a:pt x="1041401" y="1718730"/>
                </a:lnTo>
                <a:lnTo>
                  <a:pt x="1041200" y="1719728"/>
                </a:lnTo>
                <a:lnTo>
                  <a:pt x="1043260" y="1719728"/>
                </a:lnTo>
                <a:lnTo>
                  <a:pt x="1043260" y="1719729"/>
                </a:lnTo>
                <a:lnTo>
                  <a:pt x="2642450" y="1719730"/>
                </a:lnTo>
                <a:lnTo>
                  <a:pt x="2643290" y="1728064"/>
                </a:lnTo>
                <a:lnTo>
                  <a:pt x="2641424" y="1765019"/>
                </a:lnTo>
                <a:cubicBezTo>
                  <a:pt x="2603031" y="2143072"/>
                  <a:pt x="2302479" y="2443624"/>
                  <a:pt x="1924425" y="2482018"/>
                </a:cubicBezTo>
                <a:lnTo>
                  <a:pt x="1842316" y="2486164"/>
                </a:lnTo>
                <a:lnTo>
                  <a:pt x="1842274" y="2486164"/>
                </a:lnTo>
                <a:lnTo>
                  <a:pt x="1795099" y="2483782"/>
                </a:lnTo>
                <a:lnTo>
                  <a:pt x="843745" y="2483781"/>
                </a:lnTo>
                <a:lnTo>
                  <a:pt x="796590" y="2486162"/>
                </a:lnTo>
                <a:lnTo>
                  <a:pt x="796513" y="2486162"/>
                </a:lnTo>
                <a:lnTo>
                  <a:pt x="714421" y="2482017"/>
                </a:lnTo>
                <a:cubicBezTo>
                  <a:pt x="363372" y="2446366"/>
                  <a:pt x="79147" y="2184670"/>
                  <a:pt x="9595" y="1844776"/>
                </a:cubicBezTo>
                <a:lnTo>
                  <a:pt x="9273" y="1842667"/>
                </a:lnTo>
                <a:lnTo>
                  <a:pt x="0" y="1750685"/>
                </a:lnTo>
                <a:lnTo>
                  <a:pt x="2149" y="1729369"/>
                </a:lnTo>
                <a:lnTo>
                  <a:pt x="1" y="1718730"/>
                </a:lnTo>
                <a:lnTo>
                  <a:pt x="1" y="173570"/>
                </a:lnTo>
                <a:cubicBezTo>
                  <a:pt x="1" y="77710"/>
                  <a:pt x="77711" y="0"/>
                  <a:pt x="17357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4" name="椭圆 5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 rot="383600">
            <a:off x="5376246" y="3029898"/>
            <a:ext cx="1487971" cy="1487971"/>
          </a:xfrm>
          <a:prstGeom prst="ellipse">
            <a:avLst/>
          </a:prstGeom>
          <a:solidFill>
            <a:schemeClr val="l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" name="任意多边形: 形状 50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 rot="383600">
            <a:off x="4788922" y="2242163"/>
            <a:ext cx="465945" cy="465945"/>
          </a:xfrm>
          <a:custGeom>
            <a:avLst/>
            <a:gdLst>
              <a:gd name="connsiteX0" fmla="*/ 269616 w 539999"/>
              <a:gd name="connsiteY0" fmla="*/ 539615 h 539999"/>
              <a:gd name="connsiteX1" fmla="*/ -384 w 539999"/>
              <a:gd name="connsiteY1" fmla="*/ 269616 h 539999"/>
              <a:gd name="connsiteX2" fmla="*/ 269616 w 539999"/>
              <a:gd name="connsiteY2" fmla="*/ -384 h 539999"/>
              <a:gd name="connsiteX3" fmla="*/ 539615 w 539999"/>
              <a:gd name="connsiteY3" fmla="*/ 269616 h 539999"/>
              <a:gd name="connsiteX4" fmla="*/ 269616 w 539999"/>
              <a:gd name="connsiteY4" fmla="*/ 539615 h 539999"/>
              <a:gd name="connsiteX5" fmla="*/ 149062 w 539999"/>
              <a:gd name="connsiteY5" fmla="*/ 244487 h 539999"/>
              <a:gd name="connsiteX6" fmla="*/ 176509 w 539999"/>
              <a:gd name="connsiteY6" fmla="*/ 380995 h 539999"/>
              <a:gd name="connsiteX7" fmla="*/ 281532 w 539999"/>
              <a:gd name="connsiteY7" fmla="*/ 319616 h 539999"/>
              <a:gd name="connsiteX8" fmla="*/ 301297 w 539999"/>
              <a:gd name="connsiteY8" fmla="*/ 334360 h 539999"/>
              <a:gd name="connsiteX9" fmla="*/ 296926 w 539999"/>
              <a:gd name="connsiteY9" fmla="*/ 374633 h 539999"/>
              <a:gd name="connsiteX10" fmla="*/ 286273 w 539999"/>
              <a:gd name="connsiteY10" fmla="*/ 393292 h 539999"/>
              <a:gd name="connsiteX11" fmla="*/ 297009 w 539999"/>
              <a:gd name="connsiteY11" fmla="*/ 407195 h 539999"/>
              <a:gd name="connsiteX12" fmla="*/ 331586 w 539999"/>
              <a:gd name="connsiteY12" fmla="*/ 412105 h 539999"/>
              <a:gd name="connsiteX13" fmla="*/ 344117 w 539999"/>
              <a:gd name="connsiteY13" fmla="*/ 393760 h 539999"/>
              <a:gd name="connsiteX14" fmla="*/ 349553 w 539999"/>
              <a:gd name="connsiteY14" fmla="*/ 344077 h 539999"/>
              <a:gd name="connsiteX15" fmla="*/ 369698 w 539999"/>
              <a:gd name="connsiteY15" fmla="*/ 321898 h 539999"/>
              <a:gd name="connsiteX16" fmla="*/ 382246 w 539999"/>
              <a:gd name="connsiteY16" fmla="*/ 323097 h 539999"/>
              <a:gd name="connsiteX17" fmla="*/ 415059 w 539999"/>
              <a:gd name="connsiteY17" fmla="*/ 288564 h 539999"/>
              <a:gd name="connsiteX18" fmla="*/ 390720 w 539999"/>
              <a:gd name="connsiteY18" fmla="*/ 244579 h 539999"/>
              <a:gd name="connsiteX19" fmla="*/ 204205 w 539999"/>
              <a:gd name="connsiteY19" fmla="*/ 121694 h 539999"/>
              <a:gd name="connsiteX20" fmla="*/ 149062 w 539999"/>
              <a:gd name="connsiteY20" fmla="*/ 244487 h 539999"/>
              <a:gd name="connsiteX21" fmla="*/ 184475 w 539999"/>
              <a:gd name="connsiteY21" fmla="*/ 343180 h 539999"/>
              <a:gd name="connsiteX22" fmla="*/ 173192 w 539999"/>
              <a:gd name="connsiteY22" fmla="*/ 250566 h 539999"/>
              <a:gd name="connsiteX23" fmla="*/ 203877 w 539999"/>
              <a:gd name="connsiteY23" fmla="*/ 159416 h 539999"/>
              <a:gd name="connsiteX24" fmla="*/ 217194 w 539999"/>
              <a:gd name="connsiteY24" fmla="*/ 257187 h 539999"/>
              <a:gd name="connsiteX25" fmla="*/ 184475 w 539999"/>
              <a:gd name="connsiteY25" fmla="*/ 343180 h 5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39999" h="539999">
                <a:moveTo>
                  <a:pt x="269616" y="539615"/>
                </a:moveTo>
                <a:cubicBezTo>
                  <a:pt x="120499" y="539615"/>
                  <a:pt x="-384" y="418732"/>
                  <a:pt x="-384" y="269616"/>
                </a:cubicBezTo>
                <a:cubicBezTo>
                  <a:pt x="-384" y="120499"/>
                  <a:pt x="120499" y="-384"/>
                  <a:pt x="269616" y="-384"/>
                </a:cubicBezTo>
                <a:cubicBezTo>
                  <a:pt x="418732" y="-384"/>
                  <a:pt x="539615" y="120499"/>
                  <a:pt x="539615" y="269616"/>
                </a:cubicBezTo>
                <a:cubicBezTo>
                  <a:pt x="539615" y="418732"/>
                  <a:pt x="418732" y="539615"/>
                  <a:pt x="269616" y="539615"/>
                </a:cubicBezTo>
                <a:moveTo>
                  <a:pt x="149062" y="244487"/>
                </a:moveTo>
                <a:cubicBezTo>
                  <a:pt x="141687" y="313098"/>
                  <a:pt x="154635" y="377242"/>
                  <a:pt x="176509" y="380995"/>
                </a:cubicBezTo>
                <a:cubicBezTo>
                  <a:pt x="204817" y="385628"/>
                  <a:pt x="204973" y="330843"/>
                  <a:pt x="281532" y="319616"/>
                </a:cubicBezTo>
                <a:cubicBezTo>
                  <a:pt x="292658" y="317939"/>
                  <a:pt x="302230" y="323847"/>
                  <a:pt x="301297" y="334360"/>
                </a:cubicBezTo>
                <a:cubicBezTo>
                  <a:pt x="300585" y="342046"/>
                  <a:pt x="297638" y="366949"/>
                  <a:pt x="296926" y="374633"/>
                </a:cubicBezTo>
                <a:cubicBezTo>
                  <a:pt x="296062" y="382360"/>
                  <a:pt x="286966" y="386752"/>
                  <a:pt x="286273" y="393292"/>
                </a:cubicBezTo>
                <a:cubicBezTo>
                  <a:pt x="285610" y="399335"/>
                  <a:pt x="289196" y="406031"/>
                  <a:pt x="297009" y="407195"/>
                </a:cubicBezTo>
                <a:cubicBezTo>
                  <a:pt x="304974" y="408320"/>
                  <a:pt x="325457" y="411141"/>
                  <a:pt x="331586" y="412105"/>
                </a:cubicBezTo>
                <a:cubicBezTo>
                  <a:pt x="337673" y="412918"/>
                  <a:pt x="343051" y="403169"/>
                  <a:pt x="344117" y="393760"/>
                </a:cubicBezTo>
                <a:cubicBezTo>
                  <a:pt x="345180" y="384349"/>
                  <a:pt x="348238" y="356812"/>
                  <a:pt x="349553" y="344077"/>
                </a:cubicBezTo>
                <a:cubicBezTo>
                  <a:pt x="350790" y="333482"/>
                  <a:pt x="363690" y="339636"/>
                  <a:pt x="369698" y="321898"/>
                </a:cubicBezTo>
                <a:cubicBezTo>
                  <a:pt x="369698" y="321898"/>
                  <a:pt x="379528" y="322685"/>
                  <a:pt x="382246" y="323097"/>
                </a:cubicBezTo>
                <a:cubicBezTo>
                  <a:pt x="398105" y="325691"/>
                  <a:pt x="413199" y="305354"/>
                  <a:pt x="415059" y="288564"/>
                </a:cubicBezTo>
                <a:cubicBezTo>
                  <a:pt x="416919" y="271774"/>
                  <a:pt x="406426" y="247213"/>
                  <a:pt x="390720" y="244579"/>
                </a:cubicBezTo>
                <a:cubicBezTo>
                  <a:pt x="207959" y="214205"/>
                  <a:pt x="241553" y="127815"/>
                  <a:pt x="204205" y="121694"/>
                </a:cubicBezTo>
                <a:cubicBezTo>
                  <a:pt x="182371" y="118095"/>
                  <a:pt x="156398" y="175723"/>
                  <a:pt x="149062" y="244487"/>
                </a:cubicBezTo>
                <a:moveTo>
                  <a:pt x="184475" y="343180"/>
                </a:moveTo>
                <a:cubicBezTo>
                  <a:pt x="179685" y="342345"/>
                  <a:pt x="167586" y="303878"/>
                  <a:pt x="173192" y="250566"/>
                </a:cubicBezTo>
                <a:cubicBezTo>
                  <a:pt x="178951" y="197214"/>
                  <a:pt x="199089" y="158582"/>
                  <a:pt x="203877" y="159416"/>
                </a:cubicBezTo>
                <a:cubicBezTo>
                  <a:pt x="208667" y="160251"/>
                  <a:pt x="222952" y="203834"/>
                  <a:pt x="217194" y="257187"/>
                </a:cubicBezTo>
                <a:cubicBezTo>
                  <a:pt x="211739" y="310457"/>
                  <a:pt x="189416" y="343974"/>
                  <a:pt x="184475" y="343180"/>
                </a:cubicBezTo>
              </a:path>
            </a:pathLst>
          </a:custGeom>
          <a:solidFill>
            <a:srgbClr val="FFFFFF"/>
          </a:solidFill>
          <a:ln w="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2" name="椭圆 51"/>
          <p:cNvSpPr/>
          <p:nvPr>
            <p:custDataLst>
              <p:tags r:id="rId13"/>
            </p:custDataLst>
          </p:nvPr>
        </p:nvSpPr>
        <p:spPr>
          <a:xfrm rot="383600">
            <a:off x="4735184" y="2190953"/>
            <a:ext cx="573471" cy="573471"/>
          </a:xfrm>
          <a:prstGeom prst="ellipse">
            <a:avLst/>
          </a:prstGeom>
          <a:noFill/>
          <a:ln w="6350">
            <a:solidFill>
              <a:schemeClr val="lt1">
                <a:lumMod val="10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任意多边形: 形状 6"/>
          <p:cNvSpPr/>
          <p:nvPr>
            <p:custDataLst>
              <p:tags r:id="rId14"/>
            </p:custDataLst>
          </p:nvPr>
        </p:nvSpPr>
        <p:spPr>
          <a:xfrm>
            <a:off x="5869371" y="3541357"/>
            <a:ext cx="500142" cy="466041"/>
          </a:xfrm>
          <a:custGeom>
            <a:avLst/>
            <a:gdLst>
              <a:gd name="connsiteX0" fmla="*/ 452186 w 539999"/>
              <a:gd name="connsiteY0" fmla="*/ 461290 h 503181"/>
              <a:gd name="connsiteX1" fmla="*/ 475328 w 539999"/>
              <a:gd name="connsiteY1" fmla="*/ 482038 h 503181"/>
              <a:gd name="connsiteX2" fmla="*/ 454758 w 539999"/>
              <a:gd name="connsiteY2" fmla="*/ 502789 h 503181"/>
              <a:gd name="connsiteX3" fmla="*/ 87045 w 539999"/>
              <a:gd name="connsiteY3" fmla="*/ 502789 h 503181"/>
              <a:gd name="connsiteX4" fmla="*/ 66472 w 539999"/>
              <a:gd name="connsiteY4" fmla="*/ 482038 h 503181"/>
              <a:gd name="connsiteX5" fmla="*/ 87045 w 539999"/>
              <a:gd name="connsiteY5" fmla="*/ 461290 h 503181"/>
              <a:gd name="connsiteX6" fmla="*/ 189901 w 539999"/>
              <a:gd name="connsiteY6" fmla="*/ 461290 h 503181"/>
              <a:gd name="connsiteX7" fmla="*/ 189901 w 539999"/>
              <a:gd name="connsiteY7" fmla="*/ 430165 h 503181"/>
              <a:gd name="connsiteX8" fmla="*/ 200185 w 539999"/>
              <a:gd name="connsiteY8" fmla="*/ 419790 h 503181"/>
              <a:gd name="connsiteX9" fmla="*/ 336474 w 539999"/>
              <a:gd name="connsiteY9" fmla="*/ 419790 h 503181"/>
              <a:gd name="connsiteX10" fmla="*/ 346759 w 539999"/>
              <a:gd name="connsiteY10" fmla="*/ 430165 h 503181"/>
              <a:gd name="connsiteX11" fmla="*/ 346759 w 539999"/>
              <a:gd name="connsiteY11" fmla="*/ 461290 h 503181"/>
              <a:gd name="connsiteX12" fmla="*/ 452186 w 539999"/>
              <a:gd name="connsiteY12" fmla="*/ 461290 h 503181"/>
              <a:gd name="connsiteX13" fmla="*/ 495900 w 539999"/>
              <a:gd name="connsiteY13" fmla="*/ -392 h 503181"/>
              <a:gd name="connsiteX14" fmla="*/ 539615 w 539999"/>
              <a:gd name="connsiteY14" fmla="*/ 43702 h 503181"/>
              <a:gd name="connsiteX15" fmla="*/ 539615 w 539999"/>
              <a:gd name="connsiteY15" fmla="*/ 347166 h 503181"/>
              <a:gd name="connsiteX16" fmla="*/ 495900 w 539999"/>
              <a:gd name="connsiteY16" fmla="*/ 391260 h 503181"/>
              <a:gd name="connsiteX17" fmla="*/ 43331 w 539999"/>
              <a:gd name="connsiteY17" fmla="*/ 391260 h 503181"/>
              <a:gd name="connsiteX18" fmla="*/ -384 w 539999"/>
              <a:gd name="connsiteY18" fmla="*/ 347166 h 503181"/>
              <a:gd name="connsiteX19" fmla="*/ -384 w 539999"/>
              <a:gd name="connsiteY19" fmla="*/ 43702 h 503181"/>
              <a:gd name="connsiteX20" fmla="*/ 43331 w 539999"/>
              <a:gd name="connsiteY20" fmla="*/ -392 h 503181"/>
              <a:gd name="connsiteX21" fmla="*/ 495900 w 539999"/>
              <a:gd name="connsiteY21" fmla="*/ -392 h 503181"/>
              <a:gd name="connsiteX22" fmla="*/ 99318 w 539999"/>
              <a:gd name="connsiteY22" fmla="*/ 329009 h 503181"/>
              <a:gd name="connsiteX23" fmla="*/ 133913 w 539999"/>
              <a:gd name="connsiteY23" fmla="*/ 329009 h 503181"/>
              <a:gd name="connsiteX24" fmla="*/ 146186 w 539999"/>
              <a:gd name="connsiteY24" fmla="*/ 316737 h 503181"/>
              <a:gd name="connsiteX25" fmla="*/ 146186 w 539999"/>
              <a:gd name="connsiteY25" fmla="*/ 263471 h 503181"/>
              <a:gd name="connsiteX26" fmla="*/ 133913 w 539999"/>
              <a:gd name="connsiteY26" fmla="*/ 251199 h 503181"/>
              <a:gd name="connsiteX27" fmla="*/ 99318 w 539999"/>
              <a:gd name="connsiteY27" fmla="*/ 251199 h 503181"/>
              <a:gd name="connsiteX28" fmla="*/ 87045 w 539999"/>
              <a:gd name="connsiteY28" fmla="*/ 263471 h 503181"/>
              <a:gd name="connsiteX29" fmla="*/ 87045 w 539999"/>
              <a:gd name="connsiteY29" fmla="*/ 316737 h 503181"/>
              <a:gd name="connsiteX30" fmla="*/ 99318 w 539999"/>
              <a:gd name="connsiteY30" fmla="*/ 329009 h 503181"/>
              <a:gd name="connsiteX31" fmla="*/ 202173 w 539999"/>
              <a:gd name="connsiteY31" fmla="*/ 329009 h 503181"/>
              <a:gd name="connsiteX32" fmla="*/ 236772 w 539999"/>
              <a:gd name="connsiteY32" fmla="*/ 329009 h 503181"/>
              <a:gd name="connsiteX33" fmla="*/ 249044 w 539999"/>
              <a:gd name="connsiteY33" fmla="*/ 316737 h 503181"/>
              <a:gd name="connsiteX34" fmla="*/ 249044 w 539999"/>
              <a:gd name="connsiteY34" fmla="*/ 185659 h 503181"/>
              <a:gd name="connsiteX35" fmla="*/ 236772 w 539999"/>
              <a:gd name="connsiteY35" fmla="*/ 173386 h 503181"/>
              <a:gd name="connsiteX36" fmla="*/ 202173 w 539999"/>
              <a:gd name="connsiteY36" fmla="*/ 173386 h 503181"/>
              <a:gd name="connsiteX37" fmla="*/ 189901 w 539999"/>
              <a:gd name="connsiteY37" fmla="*/ 185659 h 503181"/>
              <a:gd name="connsiteX38" fmla="*/ 189901 w 539999"/>
              <a:gd name="connsiteY38" fmla="*/ 316737 h 503181"/>
              <a:gd name="connsiteX39" fmla="*/ 202173 w 539999"/>
              <a:gd name="connsiteY39" fmla="*/ 329009 h 503181"/>
              <a:gd name="connsiteX40" fmla="*/ 302460 w 539999"/>
              <a:gd name="connsiteY40" fmla="*/ 329009 h 503181"/>
              <a:gd name="connsiteX41" fmla="*/ 337058 w 539999"/>
              <a:gd name="connsiteY41" fmla="*/ 329009 h 503181"/>
              <a:gd name="connsiteX42" fmla="*/ 349331 w 539999"/>
              <a:gd name="connsiteY42" fmla="*/ 316737 h 503181"/>
              <a:gd name="connsiteX43" fmla="*/ 349331 w 539999"/>
              <a:gd name="connsiteY43" fmla="*/ 87100 h 503181"/>
              <a:gd name="connsiteX44" fmla="*/ 337058 w 539999"/>
              <a:gd name="connsiteY44" fmla="*/ 74827 h 503181"/>
              <a:gd name="connsiteX45" fmla="*/ 302460 w 539999"/>
              <a:gd name="connsiteY45" fmla="*/ 74827 h 503181"/>
              <a:gd name="connsiteX46" fmla="*/ 290187 w 539999"/>
              <a:gd name="connsiteY46" fmla="*/ 87100 h 503181"/>
              <a:gd name="connsiteX47" fmla="*/ 290187 w 539999"/>
              <a:gd name="connsiteY47" fmla="*/ 316737 h 503181"/>
              <a:gd name="connsiteX48" fmla="*/ 302460 w 539999"/>
              <a:gd name="connsiteY48" fmla="*/ 329009 h 503181"/>
              <a:gd name="connsiteX49" fmla="*/ 405315 w 539999"/>
              <a:gd name="connsiteY49" fmla="*/ 329009 h 503181"/>
              <a:gd name="connsiteX50" fmla="*/ 439913 w 539999"/>
              <a:gd name="connsiteY50" fmla="*/ 329009 h 503181"/>
              <a:gd name="connsiteX51" fmla="*/ 452186 w 539999"/>
              <a:gd name="connsiteY51" fmla="*/ 316737 h 503181"/>
              <a:gd name="connsiteX52" fmla="*/ 452186 w 539999"/>
              <a:gd name="connsiteY52" fmla="*/ 118222 h 503181"/>
              <a:gd name="connsiteX53" fmla="*/ 439913 w 539999"/>
              <a:gd name="connsiteY53" fmla="*/ 105950 h 503181"/>
              <a:gd name="connsiteX54" fmla="*/ 405315 w 539999"/>
              <a:gd name="connsiteY54" fmla="*/ 105950 h 503181"/>
              <a:gd name="connsiteX55" fmla="*/ 393042 w 539999"/>
              <a:gd name="connsiteY55" fmla="*/ 118222 h 503181"/>
              <a:gd name="connsiteX56" fmla="*/ 393042 w 539999"/>
              <a:gd name="connsiteY56" fmla="*/ 316737 h 503181"/>
              <a:gd name="connsiteX57" fmla="*/ 405315 w 539999"/>
              <a:gd name="connsiteY57" fmla="*/ 329009 h 503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539999" h="503181">
                <a:moveTo>
                  <a:pt x="452186" y="461290"/>
                </a:moveTo>
                <a:cubicBezTo>
                  <a:pt x="465043" y="461290"/>
                  <a:pt x="475328" y="469070"/>
                  <a:pt x="475328" y="482038"/>
                </a:cubicBezTo>
                <a:cubicBezTo>
                  <a:pt x="475328" y="492416"/>
                  <a:pt x="467615" y="502789"/>
                  <a:pt x="454758" y="502789"/>
                </a:cubicBezTo>
                <a:lnTo>
                  <a:pt x="87045" y="502789"/>
                </a:lnTo>
                <a:cubicBezTo>
                  <a:pt x="76757" y="502789"/>
                  <a:pt x="66472" y="495007"/>
                  <a:pt x="66472" y="482038"/>
                </a:cubicBezTo>
                <a:cubicBezTo>
                  <a:pt x="66472" y="471664"/>
                  <a:pt x="74188" y="461290"/>
                  <a:pt x="87045" y="461290"/>
                </a:cubicBezTo>
                <a:lnTo>
                  <a:pt x="189901" y="461290"/>
                </a:lnTo>
                <a:lnTo>
                  <a:pt x="189901" y="430165"/>
                </a:lnTo>
                <a:cubicBezTo>
                  <a:pt x="189901" y="424976"/>
                  <a:pt x="195044" y="419790"/>
                  <a:pt x="200185" y="419790"/>
                </a:cubicBezTo>
                <a:lnTo>
                  <a:pt x="336474" y="419790"/>
                </a:lnTo>
                <a:cubicBezTo>
                  <a:pt x="341615" y="419790"/>
                  <a:pt x="346759" y="424976"/>
                  <a:pt x="346759" y="430165"/>
                </a:cubicBezTo>
                <a:lnTo>
                  <a:pt x="346759" y="461290"/>
                </a:lnTo>
                <a:lnTo>
                  <a:pt x="452186" y="461290"/>
                </a:lnTo>
                <a:moveTo>
                  <a:pt x="495900" y="-392"/>
                </a:moveTo>
                <a:cubicBezTo>
                  <a:pt x="519043" y="-392"/>
                  <a:pt x="539615" y="20360"/>
                  <a:pt x="539615" y="43702"/>
                </a:cubicBezTo>
                <a:lnTo>
                  <a:pt x="539615" y="347166"/>
                </a:lnTo>
                <a:cubicBezTo>
                  <a:pt x="539615" y="370509"/>
                  <a:pt x="519043" y="391260"/>
                  <a:pt x="495900" y="391260"/>
                </a:cubicBezTo>
                <a:lnTo>
                  <a:pt x="43331" y="391260"/>
                </a:lnTo>
                <a:cubicBezTo>
                  <a:pt x="20189" y="391260"/>
                  <a:pt x="-384" y="370509"/>
                  <a:pt x="-384" y="347166"/>
                </a:cubicBezTo>
                <a:lnTo>
                  <a:pt x="-384" y="43702"/>
                </a:lnTo>
                <a:cubicBezTo>
                  <a:pt x="-384" y="20360"/>
                  <a:pt x="20189" y="-392"/>
                  <a:pt x="43331" y="-392"/>
                </a:cubicBezTo>
                <a:lnTo>
                  <a:pt x="495900" y="-392"/>
                </a:lnTo>
                <a:moveTo>
                  <a:pt x="99318" y="329009"/>
                </a:moveTo>
                <a:lnTo>
                  <a:pt x="133913" y="329009"/>
                </a:lnTo>
                <a:cubicBezTo>
                  <a:pt x="140692" y="329009"/>
                  <a:pt x="146186" y="323515"/>
                  <a:pt x="146186" y="316737"/>
                </a:cubicBezTo>
                <a:lnTo>
                  <a:pt x="146186" y="263471"/>
                </a:lnTo>
                <a:cubicBezTo>
                  <a:pt x="146186" y="256693"/>
                  <a:pt x="140692" y="251199"/>
                  <a:pt x="133913" y="251199"/>
                </a:cubicBezTo>
                <a:lnTo>
                  <a:pt x="99318" y="251199"/>
                </a:lnTo>
                <a:cubicBezTo>
                  <a:pt x="92540" y="251199"/>
                  <a:pt x="87045" y="256693"/>
                  <a:pt x="87045" y="263471"/>
                </a:cubicBezTo>
                <a:lnTo>
                  <a:pt x="87045" y="316737"/>
                </a:lnTo>
                <a:cubicBezTo>
                  <a:pt x="87045" y="323515"/>
                  <a:pt x="92540" y="329009"/>
                  <a:pt x="99318" y="329009"/>
                </a:cubicBezTo>
                <a:moveTo>
                  <a:pt x="202173" y="329009"/>
                </a:moveTo>
                <a:lnTo>
                  <a:pt x="236772" y="329009"/>
                </a:lnTo>
                <a:cubicBezTo>
                  <a:pt x="243550" y="329009"/>
                  <a:pt x="249044" y="323515"/>
                  <a:pt x="249044" y="316737"/>
                </a:cubicBezTo>
                <a:lnTo>
                  <a:pt x="249044" y="185659"/>
                </a:lnTo>
                <a:cubicBezTo>
                  <a:pt x="249044" y="178880"/>
                  <a:pt x="243550" y="173386"/>
                  <a:pt x="236772" y="173386"/>
                </a:cubicBezTo>
                <a:lnTo>
                  <a:pt x="202173" y="173386"/>
                </a:lnTo>
                <a:cubicBezTo>
                  <a:pt x="195396" y="173386"/>
                  <a:pt x="189901" y="178880"/>
                  <a:pt x="189901" y="185659"/>
                </a:cubicBezTo>
                <a:lnTo>
                  <a:pt x="189901" y="316737"/>
                </a:lnTo>
                <a:cubicBezTo>
                  <a:pt x="189901" y="323515"/>
                  <a:pt x="195396" y="329009"/>
                  <a:pt x="202173" y="329009"/>
                </a:cubicBezTo>
                <a:moveTo>
                  <a:pt x="302460" y="329009"/>
                </a:moveTo>
                <a:lnTo>
                  <a:pt x="337058" y="329009"/>
                </a:lnTo>
                <a:cubicBezTo>
                  <a:pt x="343836" y="329009"/>
                  <a:pt x="349331" y="323515"/>
                  <a:pt x="349331" y="316737"/>
                </a:cubicBezTo>
                <a:lnTo>
                  <a:pt x="349331" y="87100"/>
                </a:lnTo>
                <a:cubicBezTo>
                  <a:pt x="349331" y="80322"/>
                  <a:pt x="343836" y="74827"/>
                  <a:pt x="337058" y="74827"/>
                </a:cubicBezTo>
                <a:lnTo>
                  <a:pt x="302460" y="74827"/>
                </a:lnTo>
                <a:cubicBezTo>
                  <a:pt x="295681" y="74827"/>
                  <a:pt x="290187" y="80322"/>
                  <a:pt x="290187" y="87100"/>
                </a:cubicBezTo>
                <a:lnTo>
                  <a:pt x="290187" y="316737"/>
                </a:lnTo>
                <a:cubicBezTo>
                  <a:pt x="290187" y="323515"/>
                  <a:pt x="295681" y="329009"/>
                  <a:pt x="302460" y="329009"/>
                </a:cubicBezTo>
                <a:moveTo>
                  <a:pt x="405315" y="329009"/>
                </a:moveTo>
                <a:lnTo>
                  <a:pt x="439913" y="329009"/>
                </a:lnTo>
                <a:cubicBezTo>
                  <a:pt x="446691" y="329009"/>
                  <a:pt x="452186" y="323515"/>
                  <a:pt x="452186" y="316737"/>
                </a:cubicBezTo>
                <a:lnTo>
                  <a:pt x="452186" y="118222"/>
                </a:lnTo>
                <a:cubicBezTo>
                  <a:pt x="452186" y="111445"/>
                  <a:pt x="446691" y="105950"/>
                  <a:pt x="439913" y="105950"/>
                </a:cubicBezTo>
                <a:lnTo>
                  <a:pt x="405315" y="105950"/>
                </a:lnTo>
                <a:cubicBezTo>
                  <a:pt x="398537" y="105950"/>
                  <a:pt x="393042" y="111445"/>
                  <a:pt x="393042" y="118222"/>
                </a:cubicBezTo>
                <a:lnTo>
                  <a:pt x="393042" y="316737"/>
                </a:lnTo>
                <a:cubicBezTo>
                  <a:pt x="393042" y="323515"/>
                  <a:pt x="398537" y="329009"/>
                  <a:pt x="405315" y="329009"/>
                </a:cubicBezTo>
              </a:path>
            </a:pathLst>
          </a:custGeom>
          <a:solidFill>
            <a:schemeClr val="accent1">
              <a:lumMod val="50000"/>
              <a:lumOff val="50000"/>
              <a:alpha val="55000"/>
            </a:schemeClr>
          </a:solidFill>
          <a:ln w="7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15"/>
            </p:custDataLst>
          </p:nvPr>
        </p:nvSpPr>
        <p:spPr>
          <a:xfrm>
            <a:off x="8650470" y="2167562"/>
            <a:ext cx="2849377" cy="1664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chemeClr val="lt1"/>
                </a:solidFill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No Assignment Symbol: Writing an equals sign (=) will break the macro.</a:t>
            </a:r>
            <a:endParaRPr 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6"/>
            </p:custDataLst>
          </p:nvPr>
        </p:nvSpPr>
        <p:spPr>
          <a:xfrm>
            <a:off x="8650470" y="1738290"/>
            <a:ext cx="1264723" cy="429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r>
              <a:rPr lang="en-US" sz="2000" b="1" kern="0" dirty="0">
                <a:solidFill>
                  <a:schemeClr val="accent2"/>
                </a:solidFill>
                <a:sym typeface="Arial" panose="020B0604020202020204" pitchFamily="34" charset="0"/>
              </a:rPr>
              <a:t>02</a:t>
            </a:r>
            <a:endParaRPr lang="en-US" sz="2000" b="1" kern="0" dirty="0">
              <a:solidFill>
                <a:schemeClr val="accent2"/>
              </a:solidFill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17"/>
            </p:custDataLst>
          </p:nvPr>
        </p:nvSpPr>
        <p:spPr>
          <a:xfrm>
            <a:off x="8650470" y="4263975"/>
            <a:ext cx="2849377" cy="1664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chemeClr val="lt1"/>
                </a:solidFill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No Termination Character: Writing a semicolon (;) injects a fatal syntax break into your logic statements.</a:t>
            </a:r>
            <a:endParaRPr 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9" name="矩形 28"/>
          <p:cNvSpPr/>
          <p:nvPr>
            <p:custDataLst>
              <p:tags r:id="rId18"/>
            </p:custDataLst>
          </p:nvPr>
        </p:nvSpPr>
        <p:spPr>
          <a:xfrm>
            <a:off x="8650470" y="3835336"/>
            <a:ext cx="1264723" cy="429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r>
              <a:rPr lang="en-US" sz="2000" b="1" kern="0" dirty="0">
                <a:solidFill>
                  <a:schemeClr val="accent3"/>
                </a:solidFill>
                <a:sym typeface="Arial" panose="020B0604020202020204" pitchFamily="34" charset="0"/>
              </a:rPr>
              <a:t>03</a:t>
            </a:r>
            <a:endParaRPr lang="en-US" sz="2000" b="1" kern="0" dirty="0">
              <a:solidFill>
                <a:schemeClr val="accent3"/>
              </a:solidFill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Syntax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pPr marL="914400" lvl="2" indent="457200">
              <a:buNone/>
            </a:pPr>
            <a:r>
              <a:rPr lang="en-US" altLang="en-US" sz="3000" b="1">
                <a:solidFill>
                  <a:schemeClr val="tx1"/>
                </a:solidFill>
              </a:rPr>
              <a:t>#define CONSTANT_NAME value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/>
              <a:t>Rules &amp; Breakdown</a:t>
            </a:r>
            <a:endParaRPr lang="en-US" altLang="en-US"/>
          </a:p>
          <a:p>
            <a:pPr marL="457200" indent="-457200">
              <a:buFont typeface="+mj-lt"/>
              <a:buAutoNum type="alphaUcPeriod"/>
            </a:pPr>
            <a:r>
              <a:rPr lang="en-US" altLang="en-US"/>
              <a:t>No Equals Sign (=): Do not use an equals sign to assign the value.</a:t>
            </a:r>
            <a:endParaRPr lang="en-US" altLang="en-US"/>
          </a:p>
          <a:p>
            <a:pPr marL="457200" indent="-457200">
              <a:buFont typeface="+mj-lt"/>
              <a:buAutoNum type="alphaUcPeriod"/>
            </a:pPr>
            <a:r>
              <a:rPr lang="en-US" altLang="en-US"/>
              <a:t>No Semicolon (;): Do not end the line with a semicolon.Case Style: By industry standard, the name must be in ALL_CAPS.</a:t>
            </a:r>
            <a:endParaRPr lang="en-US" altLang="en-US"/>
          </a:p>
          <a:p>
            <a:pPr marL="457200" indent="-457200">
              <a:buFont typeface="+mj-lt"/>
              <a:buAutoNum type="alphaUcPeriod"/>
            </a:pPr>
            <a:r>
              <a:rPr lang="en-US" altLang="en-US"/>
              <a:t>Example: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#define MAX_USERS 100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#define PI        3.14159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#define STATUS_OK 1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wrap="square" lIns="90000" tIns="46800" rIns="90000" bIns="0">
            <a:normAutofit/>
          </a:bodyPr>
          <a:lstStyle/>
          <a:p>
            <a:pPr algn="l"/>
            <a:r>
              <a:rPr lang="en-US" spc="0" dirty="0">
                <a:solidFill>
                  <a:schemeClr val="accent1"/>
                </a:solidFill>
                <a:latin typeface="+mj-lt"/>
              </a:rPr>
              <a:t>Method-2 The const keyword</a:t>
            </a:r>
            <a:endParaRPr lang="en-US" spc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单圆角矩形 5"/>
          <p:cNvSpPr/>
          <p:nvPr>
            <p:custDataLst>
              <p:tags r:id="rId2"/>
            </p:custDataLst>
          </p:nvPr>
        </p:nvSpPr>
        <p:spPr>
          <a:xfrm>
            <a:off x="684530" y="1911668"/>
            <a:ext cx="5126990" cy="1969135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  <a:sym typeface="+mn-lt"/>
            </a:endParaRPr>
          </a:p>
        </p:txBody>
      </p:sp>
      <p:sp>
        <p:nvSpPr>
          <p:cNvPr id="6" name="矩形 1"/>
          <p:cNvSpPr/>
          <p:nvPr>
            <p:custDataLst>
              <p:tags r:id="rId3"/>
            </p:custDataLst>
          </p:nvPr>
        </p:nvSpPr>
        <p:spPr>
          <a:xfrm>
            <a:off x="1277620" y="2214563"/>
            <a:ext cx="4431030" cy="43561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accent1"/>
                </a:solidFill>
                <a:latin typeface="+mj-lt"/>
              </a:rPr>
              <a:t>01</a:t>
            </a:r>
            <a:endParaRPr lang="en-US" sz="2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5" name="矩形 2"/>
          <p:cNvSpPr/>
          <p:nvPr>
            <p:custDataLst>
              <p:tags r:id="rId4"/>
            </p:custDataLst>
          </p:nvPr>
        </p:nvSpPr>
        <p:spPr>
          <a:xfrm>
            <a:off x="1278255" y="2705418"/>
            <a:ext cx="4431030" cy="9861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20000"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333333"/>
                </a:solidFill>
                <a:latin typeface="+mn-lt"/>
              </a:rPr>
              <a:t>The const keyword modifies a variable declaration to make its memory address strictly read-only.</a:t>
            </a:r>
            <a:endParaRPr lang="en-US">
              <a:solidFill>
                <a:srgbClr val="333333"/>
              </a:solidFill>
              <a:latin typeface="+mn-lt"/>
            </a:endParaRPr>
          </a:p>
        </p:txBody>
      </p:sp>
      <p:sp>
        <p:nvSpPr>
          <p:cNvPr id="16" name="圆角矩形 19"/>
          <p:cNvSpPr/>
          <p:nvPr>
            <p:custDataLst>
              <p:tags r:id="rId5"/>
            </p:custDataLst>
          </p:nvPr>
        </p:nvSpPr>
        <p:spPr>
          <a:xfrm rot="5400000">
            <a:off x="687070" y="2212658"/>
            <a:ext cx="434186" cy="4387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18" name="燕尾形 20"/>
          <p:cNvSpPr/>
          <p:nvPr>
            <p:custDataLst>
              <p:tags r:id="rId6"/>
            </p:custDataLst>
          </p:nvPr>
        </p:nvSpPr>
        <p:spPr>
          <a:xfrm>
            <a:off x="847090" y="2347913"/>
            <a:ext cx="113748" cy="169218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单圆角矩形 5"/>
          <p:cNvSpPr/>
          <p:nvPr>
            <p:custDataLst>
              <p:tags r:id="rId7"/>
            </p:custDataLst>
          </p:nvPr>
        </p:nvSpPr>
        <p:spPr>
          <a:xfrm>
            <a:off x="6367145" y="1911668"/>
            <a:ext cx="5126990" cy="1969135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  <a:sym typeface="+mn-lt"/>
            </a:endParaRPr>
          </a:p>
        </p:txBody>
      </p:sp>
      <p:sp>
        <p:nvSpPr>
          <p:cNvPr id="20" name="矩形 8"/>
          <p:cNvSpPr/>
          <p:nvPr>
            <p:custDataLst>
              <p:tags r:id="rId8"/>
            </p:custDataLst>
          </p:nvPr>
        </p:nvSpPr>
        <p:spPr>
          <a:xfrm>
            <a:off x="6960235" y="2214563"/>
            <a:ext cx="4431029" cy="43561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accent2"/>
                </a:solidFill>
                <a:latin typeface="+mj-lt"/>
              </a:rPr>
              <a:t>02</a:t>
            </a:r>
            <a:endParaRPr lang="en-US" sz="24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1" name="矩形 9"/>
          <p:cNvSpPr/>
          <p:nvPr>
            <p:custDataLst>
              <p:tags r:id="rId9"/>
            </p:custDataLst>
          </p:nvPr>
        </p:nvSpPr>
        <p:spPr>
          <a:xfrm>
            <a:off x="6960870" y="2705418"/>
            <a:ext cx="4431030" cy="9861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20000"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333333"/>
                </a:solidFill>
                <a:latin typeface="+mn-lt"/>
              </a:rPr>
              <a:t>Phase of Action: Handled directly by the compiler during type checking and optimization phases.</a:t>
            </a:r>
            <a:endParaRPr lang="en-US">
              <a:solidFill>
                <a:srgbClr val="333333"/>
              </a:solidFill>
              <a:latin typeface="+mn-lt"/>
            </a:endParaRPr>
          </a:p>
        </p:txBody>
      </p:sp>
      <p:sp>
        <p:nvSpPr>
          <p:cNvPr id="22" name="圆角矩形 19"/>
          <p:cNvSpPr/>
          <p:nvPr>
            <p:custDataLst>
              <p:tags r:id="rId10"/>
            </p:custDataLst>
          </p:nvPr>
        </p:nvSpPr>
        <p:spPr>
          <a:xfrm rot="5400000">
            <a:off x="6369050" y="2212658"/>
            <a:ext cx="434340" cy="4387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23" name="燕尾形 20"/>
          <p:cNvSpPr/>
          <p:nvPr>
            <p:custDataLst>
              <p:tags r:id="rId11"/>
            </p:custDataLst>
          </p:nvPr>
        </p:nvSpPr>
        <p:spPr>
          <a:xfrm>
            <a:off x="6529705" y="2347913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单圆角矩形 5"/>
          <p:cNvSpPr/>
          <p:nvPr>
            <p:custDataLst>
              <p:tags r:id="rId12"/>
            </p:custDataLst>
          </p:nvPr>
        </p:nvSpPr>
        <p:spPr>
          <a:xfrm>
            <a:off x="684530" y="4137978"/>
            <a:ext cx="5126990" cy="1969135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3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  <a:sym typeface="+mn-lt"/>
            </a:endParaRPr>
          </a:p>
        </p:txBody>
      </p:sp>
      <p:sp>
        <p:nvSpPr>
          <p:cNvPr id="28" name="矩形 10"/>
          <p:cNvSpPr/>
          <p:nvPr>
            <p:custDataLst>
              <p:tags r:id="rId13"/>
            </p:custDataLst>
          </p:nvPr>
        </p:nvSpPr>
        <p:spPr>
          <a:xfrm>
            <a:off x="1277620" y="4537393"/>
            <a:ext cx="4431030" cy="43561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accent3"/>
                </a:solidFill>
                <a:latin typeface="+mj-lt"/>
              </a:rPr>
              <a:t>03</a:t>
            </a:r>
            <a:endParaRPr lang="en-US" sz="2400" b="1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9" name="矩形 11"/>
          <p:cNvSpPr/>
          <p:nvPr>
            <p:custDataLst>
              <p:tags r:id="rId14"/>
            </p:custDataLst>
          </p:nvPr>
        </p:nvSpPr>
        <p:spPr>
          <a:xfrm>
            <a:off x="1278255" y="5028248"/>
            <a:ext cx="4431030" cy="9861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20000"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333333"/>
                </a:solidFill>
                <a:latin typeface="+mn-lt"/>
              </a:rPr>
              <a:t>Type Enforcement: Unlike macros, a const item possesses a concrete data type (int, float, char).</a:t>
            </a:r>
            <a:endParaRPr lang="en-US">
              <a:solidFill>
                <a:srgbClr val="333333"/>
              </a:solidFill>
              <a:latin typeface="+mn-lt"/>
            </a:endParaRPr>
          </a:p>
        </p:txBody>
      </p:sp>
      <p:sp>
        <p:nvSpPr>
          <p:cNvPr id="30" name="圆角矩形 19"/>
          <p:cNvSpPr/>
          <p:nvPr>
            <p:custDataLst>
              <p:tags r:id="rId15"/>
            </p:custDataLst>
          </p:nvPr>
        </p:nvSpPr>
        <p:spPr>
          <a:xfrm rot="5400000">
            <a:off x="687070" y="4535488"/>
            <a:ext cx="434340" cy="4387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3">
                  <a:alpha val="100000"/>
                </a:schemeClr>
              </a:gs>
              <a:gs pos="0">
                <a:schemeClr val="accent3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3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31" name="燕尾形 20"/>
          <p:cNvSpPr/>
          <p:nvPr>
            <p:custDataLst>
              <p:tags r:id="rId16"/>
            </p:custDataLst>
          </p:nvPr>
        </p:nvSpPr>
        <p:spPr>
          <a:xfrm>
            <a:off x="847090" y="4670743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单圆角矩形 5"/>
          <p:cNvSpPr/>
          <p:nvPr>
            <p:custDataLst>
              <p:tags r:id="rId17"/>
            </p:custDataLst>
          </p:nvPr>
        </p:nvSpPr>
        <p:spPr>
          <a:xfrm>
            <a:off x="6367145" y="4137978"/>
            <a:ext cx="5126990" cy="1969135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4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  <a:sym typeface="+mn-lt"/>
            </a:endParaRPr>
          </a:p>
        </p:txBody>
      </p:sp>
      <p:sp>
        <p:nvSpPr>
          <p:cNvPr id="33" name="矩形 12"/>
          <p:cNvSpPr/>
          <p:nvPr>
            <p:custDataLst>
              <p:tags r:id="rId18"/>
            </p:custDataLst>
          </p:nvPr>
        </p:nvSpPr>
        <p:spPr>
          <a:xfrm>
            <a:off x="6960235" y="4440873"/>
            <a:ext cx="4431029" cy="43561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accent4"/>
                </a:solidFill>
                <a:latin typeface="+mj-lt"/>
              </a:rPr>
              <a:t>04</a:t>
            </a:r>
            <a:endParaRPr lang="en-US" sz="2400" b="1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4" name="矩形 13"/>
          <p:cNvSpPr/>
          <p:nvPr>
            <p:custDataLst>
              <p:tags r:id="rId19"/>
            </p:custDataLst>
          </p:nvPr>
        </p:nvSpPr>
        <p:spPr>
          <a:xfrm>
            <a:off x="6960870" y="4931728"/>
            <a:ext cx="4431030" cy="9861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20000"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333333"/>
                </a:solidFill>
                <a:latin typeface="+mn-lt"/>
              </a:rPr>
              <a:t>The compiler strictly validates data math to prevent silent bit overflows or type mismatches.</a:t>
            </a:r>
            <a:endParaRPr lang="en-US">
              <a:solidFill>
                <a:srgbClr val="333333"/>
              </a:solidFill>
              <a:latin typeface="+mn-lt"/>
            </a:endParaRPr>
          </a:p>
        </p:txBody>
      </p:sp>
      <p:sp>
        <p:nvSpPr>
          <p:cNvPr id="35" name="圆角矩形 19"/>
          <p:cNvSpPr/>
          <p:nvPr>
            <p:custDataLst>
              <p:tags r:id="rId20"/>
            </p:custDataLst>
          </p:nvPr>
        </p:nvSpPr>
        <p:spPr>
          <a:xfrm rot="5400000">
            <a:off x="6369685" y="4438968"/>
            <a:ext cx="434340" cy="4387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4">
                  <a:alpha val="100000"/>
                </a:schemeClr>
              </a:gs>
              <a:gs pos="0">
                <a:schemeClr val="accent4">
                  <a:lumMod val="70000"/>
                  <a:lumOff val="30000"/>
                  <a:alpha val="100000"/>
                </a:schemeClr>
              </a:gs>
            </a:gsLst>
            <a:lin ang="13200000" scaled="0"/>
            <a:tileRect/>
          </a:gradFill>
          <a:ln>
            <a:noFill/>
          </a:ln>
          <a:effectLst>
            <a:outerShdw blurRad="203200" dist="76200" dir="8100000" algn="tr" rotWithShape="0">
              <a:schemeClr val="accent4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36" name="燕尾形 20"/>
          <p:cNvSpPr/>
          <p:nvPr>
            <p:custDataLst>
              <p:tags r:id="rId21"/>
            </p:custDataLst>
          </p:nvPr>
        </p:nvSpPr>
        <p:spPr>
          <a:xfrm>
            <a:off x="6529705" y="4574223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dirty="0"/>
              <a:t>Method-2 The const keyword</a:t>
            </a:r>
            <a:endParaRPr dirty="0"/>
          </a:p>
        </p:txBody>
      </p:sp>
      <p:sp>
        <p:nvSpPr>
          <p:cNvPr id="3" name="矩形: 圆角 4"/>
          <p:cNvSpPr/>
          <p:nvPr>
            <p:custDataLst>
              <p:tags r:id="rId2"/>
            </p:custDataLst>
          </p:nvPr>
        </p:nvSpPr>
        <p:spPr>
          <a:xfrm>
            <a:off x="695960" y="1860977"/>
            <a:ext cx="2501845" cy="4469938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lIns="288000" tIns="744425" rIns="288000" bIns="487861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Memory Footprint: Allocates an actual location inside the program's read-only data block (.rodata).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4" name="任意多边形: 形状 11"/>
          <p:cNvSpPr/>
          <p:nvPr>
            <p:custDataLst>
              <p:tags r:id="rId3"/>
            </p:custDataLst>
          </p:nvPr>
        </p:nvSpPr>
        <p:spPr>
          <a:xfrm>
            <a:off x="702307" y="6200809"/>
            <a:ext cx="2489152" cy="130106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1">
                <a:alpha val="30000"/>
              </a:schemeClr>
            </a:outerShdw>
          </a:effectLst>
        </p:spPr>
        <p:txBody>
          <a:bodyPr lIns="0" tIns="0" rIns="0" bIns="0" rtlCol="0" anchor="ctr">
            <a:normAutofit fontScale="525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5" name="矩形: 圆角 49"/>
          <p:cNvSpPr/>
          <p:nvPr>
            <p:custDataLst>
              <p:tags r:id="rId4"/>
            </p:custDataLst>
          </p:nvPr>
        </p:nvSpPr>
        <p:spPr>
          <a:xfrm>
            <a:off x="1407418" y="1401480"/>
            <a:ext cx="1079428" cy="899524"/>
          </a:xfrm>
          <a:prstGeom prst="roundRect">
            <a:avLst>
              <a:gd name="adj" fmla="val 13544"/>
            </a:avLst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1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8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01</a:t>
            </a:r>
            <a:endParaRPr kumimoji="1" lang="en-US" sz="28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6" name="矩形: 圆角 12"/>
          <p:cNvSpPr/>
          <p:nvPr>
            <p:custDataLst>
              <p:tags r:id="rId5"/>
            </p:custDataLst>
          </p:nvPr>
        </p:nvSpPr>
        <p:spPr>
          <a:xfrm>
            <a:off x="3459922" y="1860977"/>
            <a:ext cx="2501845" cy="4469938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wrap="square" lIns="288000" tIns="744425" rIns="288000" bIns="487861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Mandatory Initialization: You must assign the value immediately on the same line.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7" name="矩形: 圆角 20"/>
          <p:cNvSpPr/>
          <p:nvPr>
            <p:custDataLst>
              <p:tags r:id="rId6"/>
            </p:custDataLst>
          </p:nvPr>
        </p:nvSpPr>
        <p:spPr>
          <a:xfrm>
            <a:off x="4171380" y="1401480"/>
            <a:ext cx="1079428" cy="899524"/>
          </a:xfrm>
          <a:prstGeom prst="roundRect">
            <a:avLst>
              <a:gd name="adj" fmla="val 13544"/>
            </a:avLst>
          </a:prstGeom>
          <a:solidFill>
            <a:schemeClr val="accent2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2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8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02</a:t>
            </a:r>
            <a:endParaRPr kumimoji="1" lang="en-US" sz="28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8" name="任意多边形: 形状 24"/>
          <p:cNvSpPr/>
          <p:nvPr>
            <p:custDataLst>
              <p:tags r:id="rId7"/>
            </p:custDataLst>
          </p:nvPr>
        </p:nvSpPr>
        <p:spPr>
          <a:xfrm>
            <a:off x="3466268" y="6200809"/>
            <a:ext cx="2489152" cy="130106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2">
                <a:alpha val="30000"/>
              </a:schemeClr>
            </a:outerShdw>
          </a:effectLst>
        </p:spPr>
        <p:txBody>
          <a:bodyPr lIns="0" tIns="0" rIns="0" bIns="0" rtlCol="0" anchor="ctr">
            <a:normAutofit fontScale="525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9" name="矩形: 圆角 12"/>
          <p:cNvSpPr/>
          <p:nvPr>
            <p:custDataLst>
              <p:tags r:id="rId8"/>
            </p:custDataLst>
          </p:nvPr>
        </p:nvSpPr>
        <p:spPr>
          <a:xfrm>
            <a:off x="6223883" y="1860977"/>
            <a:ext cx="2501845" cy="4469938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288000" tIns="744425" rIns="288000" bIns="487861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Splitting declaration and initialization triggers a compilation failure.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0" name="矩形: 圆角 20"/>
          <p:cNvSpPr/>
          <p:nvPr>
            <p:custDataLst>
              <p:tags r:id="rId9"/>
            </p:custDataLst>
          </p:nvPr>
        </p:nvSpPr>
        <p:spPr>
          <a:xfrm>
            <a:off x="6935341" y="1401480"/>
            <a:ext cx="1079428" cy="899524"/>
          </a:xfrm>
          <a:prstGeom prst="roundRect">
            <a:avLst>
              <a:gd name="adj" fmla="val 13544"/>
            </a:avLst>
          </a:prstGeom>
          <a:solidFill>
            <a:schemeClr val="accent3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3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8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03</a:t>
            </a:r>
            <a:endParaRPr kumimoji="1" lang="en-US" sz="28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12" name="任意多边形: 形状 24"/>
          <p:cNvSpPr/>
          <p:nvPr>
            <p:custDataLst>
              <p:tags r:id="rId10"/>
            </p:custDataLst>
          </p:nvPr>
        </p:nvSpPr>
        <p:spPr>
          <a:xfrm>
            <a:off x="6230230" y="6200809"/>
            <a:ext cx="2489152" cy="130106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3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3">
                <a:alpha val="30000"/>
              </a:schemeClr>
            </a:outerShdw>
          </a:effectLst>
        </p:spPr>
        <p:txBody>
          <a:bodyPr lIns="0" tIns="0" rIns="0" bIns="0" rtlCol="0" anchor="ctr">
            <a:normAutofit fontScale="525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5" name="矩形: 圆角 12"/>
          <p:cNvSpPr/>
          <p:nvPr>
            <p:custDataLst>
              <p:tags r:id="rId11"/>
            </p:custDataLst>
          </p:nvPr>
        </p:nvSpPr>
        <p:spPr>
          <a:xfrm>
            <a:off x="8987845" y="1860977"/>
            <a:ext cx="2501845" cy="4469938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wrap="square" lIns="288000" tIns="744425" rIns="288000" bIns="487861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Standard Grammatical Syntax: Requires an equals sign (=) and must terminate with a semicolon (;).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3" name="矩形: 圆角 20"/>
          <p:cNvSpPr/>
          <p:nvPr>
            <p:custDataLst>
              <p:tags r:id="rId12"/>
            </p:custDataLst>
          </p:nvPr>
        </p:nvSpPr>
        <p:spPr>
          <a:xfrm>
            <a:off x="9699303" y="1401480"/>
            <a:ext cx="1079428" cy="899524"/>
          </a:xfrm>
          <a:prstGeom prst="roundRect">
            <a:avLst>
              <a:gd name="adj" fmla="val 13544"/>
            </a:avLst>
          </a:prstGeom>
          <a:solidFill>
            <a:schemeClr val="accent4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4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8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04</a:t>
            </a:r>
            <a:endParaRPr kumimoji="1" lang="en-US" sz="28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17" name="任意多边形: 形状 24"/>
          <p:cNvSpPr/>
          <p:nvPr>
            <p:custDataLst>
              <p:tags r:id="rId13"/>
            </p:custDataLst>
          </p:nvPr>
        </p:nvSpPr>
        <p:spPr>
          <a:xfrm>
            <a:off x="8994191" y="6200809"/>
            <a:ext cx="2489152" cy="130106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4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4">
                <a:alpha val="30000"/>
              </a:schemeClr>
            </a:outerShdw>
          </a:effectLst>
        </p:spPr>
        <p:txBody>
          <a:bodyPr lIns="0" tIns="0" rIns="0" bIns="0" rtlCol="0" anchor="ctr">
            <a:normAutofit fontScale="525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Syntax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914400" lvl="2" indent="457200">
              <a:buNone/>
            </a:pPr>
            <a:r>
              <a:rPr lang="en-US" altLang="en-US" sz="3000" b="1">
                <a:solidFill>
                  <a:schemeClr val="tx1"/>
                </a:solidFill>
              </a:rPr>
              <a:t>const data_type CONSTANT_NAME = value;</a:t>
            </a:r>
            <a:endParaRPr lang="en-US" altLang="en-US"/>
          </a:p>
          <a:p>
            <a:r>
              <a:rPr lang="en-US" altLang="en-US"/>
              <a:t>Rules &amp; Breakdown</a:t>
            </a:r>
            <a:endParaRPr lang="en-US" altLang="en-US"/>
          </a:p>
          <a:p>
            <a:pPr marL="457200" indent="-457200">
              <a:buFont typeface="+mj-lt"/>
              <a:buAutoNum type="alphaUcPeriod"/>
            </a:pPr>
            <a:r>
              <a:rPr lang="en-US" altLang="en-US"/>
              <a:t>const Keyword: Placed at the very beginning of a standard variable declaration.</a:t>
            </a:r>
            <a:endParaRPr lang="en-US" altLang="en-US"/>
          </a:p>
          <a:p>
            <a:pPr marL="457200" indent="-457200">
              <a:buFont typeface="+mj-lt"/>
              <a:buAutoNum type="alphaUcPeriod"/>
            </a:pPr>
            <a:r>
              <a:rPr lang="en-US" altLang="en-US"/>
              <a:t>Data Type: You must explicitly state the data type (e.g., int, float, char).</a:t>
            </a:r>
            <a:endParaRPr lang="en-US" altLang="en-US"/>
          </a:p>
          <a:p>
            <a:pPr marL="457200" indent="-457200">
              <a:buFont typeface="+mj-lt"/>
              <a:buAutoNum type="alphaUcPeriod"/>
            </a:pPr>
            <a:r>
              <a:rPr lang="en-US" altLang="en-US"/>
              <a:t>Equals Sign (=): Used normally to initialize the value.</a:t>
            </a:r>
            <a:endParaRPr lang="en-US" altLang="en-US"/>
          </a:p>
          <a:p>
            <a:pPr marL="457200" indent="-457200">
              <a:buFont typeface="+mj-lt"/>
              <a:buAutoNum type="alphaUcPeriod"/>
            </a:pPr>
            <a:r>
              <a:rPr lang="en-US" altLang="en-US"/>
              <a:t>Semicolon (;): Required at the end of the line, just like normal C statements.</a:t>
            </a:r>
            <a:endParaRPr lang="en-US" altLang="en-US"/>
          </a:p>
          <a:p>
            <a:pPr marL="457200" indent="-457200">
              <a:buFont typeface="+mj-lt"/>
              <a:buAutoNum type="alphaUcPeriod"/>
            </a:pPr>
            <a:r>
              <a:rPr lang="en-US" altLang="en-US"/>
              <a:t>Case Style: Written in ALL_CAPS to visually separate it from regular variables.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Syntax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</p:spPr>
        <p:txBody>
          <a:bodyPr/>
          <a:p>
            <a:r>
              <a:rPr lang="en-US"/>
              <a:t>Example: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/>
              <a:t>const int MAX_USERS = 100;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/>
              <a:t>const float PI = 3.14159f;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/>
              <a:t>const char GRADE = 'A';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Lets compare</a:t>
            </a:r>
            <a:endParaRPr lang="en-US"/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695960" y="1438275"/>
          <a:ext cx="10485120" cy="4873625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6096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Feature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#define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const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89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What it is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A "Find &amp; Replace" text tool.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A "Locked Box" in memory.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Symbols (= and ;)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No equals sign, no semicolon.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Uses an equals sign and a semicolon.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89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Data Type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No type. Just raw text.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Strict type (int, float, char).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833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Memory (RAM)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Zero RAM used.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Takes up a tiny bit of RAM.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185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Bugs/Debugging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Harder to fix. The name 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         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vanishes.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Easier to fix. The computer remembers the name.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Best Used For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Quick limits and array sizes.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Google Sans"/>
                          <a:cs typeface="Arial" panose="020B0604020202020204" pitchFamily="34" charset="0"/>
                        </a:rPr>
                        <a:t>Fixed real-world rules (like tax rates).</a:t>
                      </a:r>
                      <a:endParaRPr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Google Sans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Common Mistakes &amp; Industry Conventions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078095"/>
          </a:xfrm>
        </p:spPr>
        <p:txBody>
          <a:bodyPr>
            <a:normAutofit lnSpcReduction="10000"/>
          </a:bodyPr>
          <a:p>
            <a:pPr marL="457200" indent="-457200">
              <a:buFont typeface="+mj-lt"/>
              <a:buAutoNum type="alphaUcPeriod"/>
            </a:pPr>
            <a:r>
              <a:rPr lang="en-US" altLang="en-US"/>
              <a:t>Broken Macro Implementations (Syntax Disasters):</a:t>
            </a:r>
            <a:endParaRPr lang="en-US" altLang="en-US"/>
          </a:p>
          <a:p>
            <a:r>
              <a:rPr lang="en-US" altLang="en-US"/>
              <a:t> #define PRICE = 19.99;</a:t>
            </a:r>
            <a:endParaRPr lang="en-US" altLang="en-US"/>
          </a:p>
          <a:p>
            <a:r>
              <a:rPr lang="en-US" altLang="en-US"/>
              <a:t>Why it fails: Writing int total = PRICE * 2; expands textually to int total = = 19.99; * 2;, generating immediate syntax errors.</a:t>
            </a:r>
            <a:endParaRPr lang="en-US" altLang="en-US"/>
          </a:p>
          <a:p>
            <a:pPr marL="457200" indent="-457200">
              <a:buFont typeface="+mj-lt"/>
              <a:buAutoNum type="alphaUcPeriod" startAt="2"/>
            </a:pPr>
            <a:r>
              <a:rPr lang="en-US" altLang="en-US"/>
              <a:t>Broken Const  Implementations (Logic Disasters): </a:t>
            </a:r>
            <a:endParaRPr lang="en-US" altLang="en-US"/>
          </a:p>
          <a:p>
            <a:r>
              <a:rPr lang="en-US" altLang="en-US"/>
              <a:t>const int SCORE; </a:t>
            </a:r>
            <a:endParaRPr lang="en-US" altLang="en-US"/>
          </a:p>
          <a:p>
            <a:r>
              <a:rPr lang="en-US" altLang="en-US"/>
              <a:t>SCORE = 100;</a:t>
            </a:r>
            <a:endParaRPr lang="en-US" altLang="en-US"/>
          </a:p>
          <a:p>
            <a:r>
              <a:rPr lang="en-US" altLang="en-US"/>
              <a:t>Why it fails: Uninitialized const variables hold garbage memory values, and trying to assign a value later violates the read-only constraint.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Common Mistakes &amp; Industry Conventions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457200" indent="-457200">
              <a:buFont typeface="+mj-lt"/>
              <a:buAutoNum type="alphaUcPeriod"/>
            </a:pPr>
            <a:r>
              <a:rPr lang="en-US" altLang="en-US"/>
              <a:t>The Developer Style Guide:</a:t>
            </a:r>
            <a:endParaRPr lang="en-US" altLang="en-US"/>
          </a:p>
          <a:p>
            <a:r>
              <a:rPr lang="en-US" altLang="en-US"/>
              <a:t>The ALL_CAPS Mandate: Always name constants using uppercase characters with underscore dividers (e.g., MAX_RETRY_COUNT). </a:t>
            </a:r>
            <a:endParaRPr lang="en-US" altLang="en-US"/>
          </a:p>
          <a:p>
            <a:r>
              <a:rPr lang="en-US" altLang="en-US"/>
              <a:t>This provides immediate visual warning to other developers that the value is immutable.</a:t>
            </a:r>
            <a:endParaRPr lang="en-US" altLang="en-US"/>
          </a:p>
          <a:p>
            <a:pPr marL="457200" indent="-457200">
              <a:buFont typeface="+mj-lt"/>
              <a:buAutoNum type="alphaUcPeriod" startAt="2"/>
            </a:pPr>
            <a:r>
              <a:rPr lang="en-US" altLang="en-US"/>
              <a:t>Scope Hygiene: </a:t>
            </a:r>
            <a:endParaRPr lang="en-US" altLang="en-US"/>
          </a:p>
          <a:p>
            <a:r>
              <a:rPr lang="en-US" altLang="en-US"/>
              <a:t>Keep constants tightly bound within the local blocks where they are used to prevent global namespace pollution.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The Two Phases Of A Program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</p:spPr>
        <p:txBody>
          <a:bodyPr>
            <a:normAutofit lnSpcReduction="10000"/>
          </a:bodyPr>
          <a:p>
            <a:pPr marL="457200" indent="-457200">
              <a:buAutoNum type="arabicPeriod"/>
            </a:pPr>
            <a:r>
              <a:rPr lang="en-US" altLang="en-US"/>
              <a:t>Compile-Time: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What it is: </a:t>
            </a:r>
            <a:endParaRPr lang="en-US" altLang="en-US"/>
          </a:p>
          <a:p>
            <a:r>
              <a:rPr lang="en-US" altLang="en-US"/>
              <a:t>The time when you click "Build" or "Compile" in your code editor.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What happens: </a:t>
            </a:r>
            <a:endParaRPr lang="en-US" altLang="en-US"/>
          </a:p>
          <a:p>
            <a:r>
              <a:rPr lang="en-US" altLang="en-US"/>
              <a:t>The compiler checks your grammar (syntax), reads your tokens, processes #define macros, and translates your text code into a raw binary file (.exe or .out).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Status: </a:t>
            </a:r>
            <a:endParaRPr lang="en-US" altLang="en-US"/>
          </a:p>
          <a:p>
            <a:r>
              <a:rPr lang="en-US" altLang="en-US"/>
              <a:t>The program is not running yet. It is just being built.</a:t>
            </a:r>
            <a:endParaRPr lang="en-US" altLang="en-US"/>
          </a:p>
          <a:p>
            <a:pPr marL="457200" indent="-457200">
              <a:buFont typeface="+mj-lt"/>
              <a:buAutoNum type="arabicPeriod" startAt="2"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The Two Phases Of A Program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pPr marL="457200" indent="-457200">
              <a:buFont typeface="+mj-lt"/>
              <a:buAutoNum type="arabicPeriod" startAt="2"/>
            </a:pPr>
            <a:r>
              <a:rPr lang="en-US" altLang="en-US">
                <a:sym typeface="+mn-ea"/>
              </a:rPr>
              <a:t>Runtime Phase: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What it is: </a:t>
            </a:r>
            <a:endParaRPr lang="en-US" altLang="en-US"/>
          </a:p>
          <a:p>
            <a:r>
              <a:rPr lang="en-US" altLang="en-US"/>
              <a:t>The time when you double-click that generated binary file to actually use the application.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What happens: </a:t>
            </a:r>
            <a:endParaRPr lang="en-US" altLang="en-US"/>
          </a:p>
          <a:p>
            <a:r>
              <a:rPr lang="en-US" altLang="en-US"/>
              <a:t>The operating system loads the program into the computer's physical RAM, hooks it up to the CPU, and begins executing your logic instructions line by line.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Status: </a:t>
            </a:r>
            <a:endParaRPr lang="en-US" altLang="en-US"/>
          </a:p>
          <a:p>
            <a:r>
              <a:rPr lang="en-US" altLang="en-US"/>
              <a:t>The program is alive, interactive, consuming computer memory, and processing data.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2504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6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6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02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3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3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6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70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0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0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3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3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72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4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0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0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3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96_1*a*1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The title goes here"/>
</p:tagLst>
</file>

<file path=ppt/tags/tag308.xml><?xml version="1.0" encoding="utf-8"?>
<p:tagLst xmlns:p="http://schemas.openxmlformats.org/presentationml/2006/main">
  <p:tag name="KSO_WM_UNIT_SUBTYPE" val="g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custom20238096_1*f*5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Click here to add text"/>
</p:tagLst>
</file>

<file path=ppt/tags/tag309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96_1*f*4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Name"/>
</p:tagLst>
</file>

<file path=ppt/tags/tag310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9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96"/>
  <p:tag name="KSO_WM_SLIDE_LAYOUT" val="a_b_f"/>
  <p:tag name="KSO_WM_SLIDE_LAYOUT_CNT" val="1_1_2"/>
</p:tagLst>
</file>

<file path=ppt/tags/tag3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437_1*a*1"/>
  <p:tag name="KSO_WM_TEMPLATE_CATEGORY" val="diagram"/>
  <p:tag name="KSO_WM_TEMPLATE_INDEX" val="20238437"/>
  <p:tag name="KSO_WM_UNIT_LAYERLEVEL" val="1"/>
  <p:tag name="KSO_WM_TAG_VERSION" val="3.0"/>
  <p:tag name="KSO_WM_BEAUTIFY_FLAG" val="#wm#"/>
  <p:tag name="KSO_WM_UNIT_DIAGRAM_CONTRAST_TITLE_CNT" val="0"/>
  <p:tag name="KSO_WM_UNIT_DIAGRAM_DIMENSION_TITLE_CNT" val="0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437_1*l_h_i*1_1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gradient&quot;:[{&quot;brightness&quot;:0,&quot;colorType&quot;:1,&quot;foreColorIndex&quot;:5,&quot;pos&quot;:0.44999998807907104,&quot;transparency&quot;:0},{&quot;brightness&quot;:0,&quot;colorType&quot;:1,&quot;foreColorIndex&quot;:5,&quot;pos&quot;:0,&quot;transparency&quot;:1}],&quot;type&quot;:3},&quot;glow&quot;:{&quot;colorType&quot;:0},&quot;line&quot;:{&quot;gradient&quot;:[{&quot;brightness&quot;:-0.25,&quot;colorType&quot;:1,&quot;foreColorIndex&quot;:5,&quot;pos&quot;:0.4699999988079071,&quot;transparency&quot;:0},{&quot;brightness&quot;:0,&quot;colorType&quot;:1,&quot;foreColorIndex&quot;:14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4"/>
  <p:tag name="KSO_WM_UNIT_TEXT_FILL_FORE_SCHEMECOLOR_INDEX" val="13"/>
  <p:tag name="KSO_WM_UNIT_TEXT_FILL_TYPE" val="1"/>
  <p:tag name="KSO_WM_UNIT_USESOURCEFORMAT_APPLY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437_1*l_h_i*1_2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gradient&quot;:[{&quot;brightness&quot;:0,&quot;colorType&quot;:1,&quot;foreColorIndex&quot;:5,&quot;pos&quot;:0.5600000023841858,&quot;transparency&quot;:0},{&quot;brightness&quot;:-0.05000000074505806,&quot;colorType&quot;:1,&quot;foreColorIndex&quot;:5,&quot;pos&quot;:1,&quot;transparency&quot;:1}],&quot;type&quot;:3},&quot;glow&quot;:{&quot;colorType&quot;:0},&quot;line&quot;:{&quot;gradient&quot;:[{&quot;brightness&quot;:-0.25,&quot;colorType&quot;:1,&quot;foreColorIndex&quot;:5,&quot;pos&quot;:0.5699999928474426,&quot;transparency&quot;:0},{&quot;brightness&quot;:0,&quot;colorType&quot;:1,&quot;foreColorIndex&quot;:14,&quot;pos&quot;:0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4"/>
  <p:tag name="KSO_WM_UNIT_TEXT_FILL_FORE_SCHEMECOLOR_INDEX" val="13"/>
  <p:tag name="KSO_WM_UNIT_TEXT_FILL_TYPE" val="1"/>
  <p:tag name="KSO_WM_UNIT_USESOURCEFORMAT_APPLY" val="1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8437_1*l_i*1_1"/>
  <p:tag name="KSO_WM_TEMPLATE_CATEGORY" val="diagram"/>
  <p:tag name="KSO_WM_TEMPLATE_INDEX" val="20238437"/>
  <p:tag name="KSO_WM_UNIT_LAYERLEVEL" val="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8437_1*l_i*1_2"/>
  <p:tag name="KSO_WM_TEMPLATE_CATEGORY" val="diagram"/>
  <p:tag name="KSO_WM_TEMPLATE_INDEX" val="20238437"/>
  <p:tag name="KSO_WM_UNIT_LAYERLEVEL" val="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16.xml><?xml version="1.0" encoding="utf-8"?>
<p:tagLst xmlns:p="http://schemas.openxmlformats.org/presentationml/2006/main"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37_1*l_h_f*1_1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USESOURCEFORMAT_APPLY" val="1"/>
</p:tagLst>
</file>

<file path=ppt/tags/tag317.xml><?xml version="1.0" encoding="utf-8"?>
<p:tagLst xmlns:p="http://schemas.openxmlformats.org/presentationml/2006/main"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37_1*l_h_f*1_2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USESOURCEFORMAT_APPLY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5"/>
  <p:tag name="KSO_WM_UNIT_ID" val="diagram20238437_1*l_i*1_5"/>
  <p:tag name="KSO_WM_TEMPLATE_CATEGORY" val="diagram"/>
  <p:tag name="KSO_WM_TEMPLATE_INDEX" val="20238437"/>
  <p:tag name="KSO_WM_UNIT_LAYERLEVEL" val="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UNIT_USESOURCEFORMAT_APPLY" val="1"/>
  <p:tag name="KSO_WM_DIAGRAM_VIRTUALLY_FRAME" val="{&quot;height&quot;:220.9932255470747,&quot;left&quot;:79.34283464566926,&quot;top&quot;:182.1948031496063,&quot;width&quot;:802.6818897637797}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4"/>
  <p:tag name="KSO_WM_UNIT_ID" val="diagram20238437_1*l_i*1_4"/>
  <p:tag name="KSO_WM_TEMPLATE_CATEGORY" val="diagram"/>
  <p:tag name="KSO_WM_TEMPLATE_INDEX" val="20238437"/>
  <p:tag name="KSO_WM_UNIT_LAYERLEVEL" val="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238437_1*l_i*1_3"/>
  <p:tag name="KSO_WM_TEMPLATE_CATEGORY" val="diagram"/>
  <p:tag name="KSO_WM_TEMPLATE_INDEX" val="20238437"/>
  <p:tag name="KSO_WM_UNIT_LAYERLEVEL" val="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437_1*l_h_i*1_1_2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437_1*l_h_i*1_2_2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23.xml><?xml version="1.0" encoding="utf-8"?>
<p:tagLst xmlns:p="http://schemas.openxmlformats.org/presentationml/2006/main">
  <p:tag name="KSO_WM_UNIT_VALUE" val="87*8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437_1*l_h_x*1_1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24.xml><?xml version="1.0" encoding="utf-8"?>
<p:tagLst xmlns:p="http://schemas.openxmlformats.org/presentationml/2006/main">
  <p:tag name="KSO_WM_UNIT_VALUE" val="87*8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437_1*l_h_x*1_2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5470747,&quot;left&quot;:79.34283464566926,&quot;top&quot;:182.1948031496063,&quot;width&quot;:802.681889763779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25.xml><?xml version="1.0" encoding="utf-8"?>
<p:tagLst xmlns:p="http://schemas.openxmlformats.org/presentationml/2006/main">
  <p:tag name="KSO_WM_SLIDE_ID" val="diagram20238437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437"/>
  <p:tag name="KSO_WM_SLIDE_LAYOUT" val="a_l"/>
  <p:tag name="KSO_WM_SLIDE_LAYOUT_CNT" val="1_1"/>
  <p:tag name="KSO_WM_SLIDE_TYPE" val="text"/>
  <p:tag name="KSO_WM_SLIDE_SUBTYPE" val="picTxt"/>
  <p:tag name="KSO_WM_SLIDE_SIZE" val="802.67*220.993"/>
  <p:tag name="KSO_WM_SLIDE_POSITION" val="79.3428*182.195"/>
  <p:tag name="KSO_WM_SPECIAL_SOURCE" val="bdnull"/>
</p:tagLst>
</file>

<file path=ppt/tags/tag3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3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3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32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3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3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3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3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3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3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3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3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35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34_3*a*1"/>
  <p:tag name="KSO_WM_TEMPLATE_CATEGORY" val="diagram"/>
  <p:tag name="KSO_WM_TEMPLATE_INDEX" val="2023843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UNIT_TYPE" val="a"/>
  <p:tag name="KSO_WM_UNIT_INDEX" val="1"/>
  <p:tag name="KSO_WM_DIAGRAM_GROUP_CODE" val="q1-1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337.xml><?xml version="1.0" encoding="utf-8"?>
<p:tagLst xmlns:p="http://schemas.openxmlformats.org/presentationml/2006/main"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8434_2*q_h_f*1_1_1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q_h_i"/>
  <p:tag name="KSO_WM_UNIT_INDEX" val="1_1_1"/>
  <p:tag name="KSO_WM_UNIT_ID" val="diagram20238434_2*q_h_i*1_1_1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h_i"/>
  <p:tag name="KSO_WM_UNIT_INDEX" val="1_3_3"/>
  <p:tag name="KSO_WM_UNIT_ID" val="diagram20238434_2*q_h_i*1_3_3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3"/>
  <p:tag name="KSO_WM_UNIT_TEXT_FILL_FORE_SCHEMECOLOR_INDEX" val="2"/>
  <p:tag name="KSO_WM_UNIT_TEXT_FILL_TYPE" val="1"/>
  <p:tag name="KSO_WM_UNIT_USESOURCEFORMAT_APPLY" val="1"/>
</p:tagLst>
</file>

<file path=ppt/tags/tag340.xml><?xml version="1.0" encoding="utf-8"?>
<p:tagLst xmlns:p="http://schemas.openxmlformats.org/presentationml/2006/main">
  <p:tag name="KSO_WM_UNIT_VALUE" val="130*130"/>
  <p:tag name="KSO_WM_UNIT_HIGHLIGHT" val="0"/>
  <p:tag name="KSO_WM_UNIT_COMPATIBLE" val="0"/>
  <p:tag name="KSO_WM_UNIT_DIAGRAM_ISNUMVISUAL" val="0"/>
  <p:tag name="KSO_WM_UNIT_DIAGRAM_ISREFERUNIT" val="0"/>
  <p:tag name="KSO_WM_UNIT_TYPE" val="q_h_x"/>
  <p:tag name="KSO_WM_UNIT_INDEX" val="1_3_1"/>
  <p:tag name="KSO_WM_UNIT_ID" val="diagram20238434_2*q_h_x*1_3_1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UNIT_FILL_FORE_SCHEMECOLOR_INDEX" val="2"/>
  <p:tag name="KSO_WM_UNIT_FILL_FORE_SCHEMECOLOR_INDEX_BRIGHTNESS" val="0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h_i"/>
  <p:tag name="KSO_WM_UNIT_INDEX" val="1_3_1"/>
  <p:tag name="KSO_WM_UNIT_ID" val="diagram20238434_2*q_h_i*1_3_1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h_i"/>
  <p:tag name="KSO_WM_UNIT_INDEX" val="1_2_3"/>
  <p:tag name="KSO_WM_UNIT_ID" val="diagram20238434_2*q_h_i*1_2_3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solid&quot;:{&quot;brightness&quot;:0.15000000596046448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15"/>
  <p:tag name="KSO_WM_UNIT_TEXT_FILL_FORE_SCHEMECOLOR_INDEX" val="2"/>
  <p:tag name="KSO_WM_UNIT_TEXT_FILL_TYPE" val="1"/>
  <p:tag name="KSO_WM_UNIT_USESOURCEFORMAT_APPLY" val="1"/>
</p:tagLst>
</file>

<file path=ppt/tags/tag343.xml><?xml version="1.0" encoding="utf-8"?>
<p:tagLst xmlns:p="http://schemas.openxmlformats.org/presentationml/2006/main">
  <p:tag name="KSO_WM_UNIT_VALUE" val="130*130"/>
  <p:tag name="KSO_WM_UNIT_HIGHLIGHT" val="0"/>
  <p:tag name="KSO_WM_UNIT_COMPATIBLE" val="0"/>
  <p:tag name="KSO_WM_UNIT_DIAGRAM_ISNUMVISUAL" val="0"/>
  <p:tag name="KSO_WM_UNIT_DIAGRAM_ISREFERUNIT" val="0"/>
  <p:tag name="KSO_WM_UNIT_TYPE" val="q_h_x"/>
  <p:tag name="KSO_WM_UNIT_INDEX" val="1_2_1"/>
  <p:tag name="KSO_WM_UNIT_ID" val="diagram20238434_2*q_h_x*1_2_1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UNIT_FILL_FORE_SCHEMECOLOR_INDEX" val="2"/>
  <p:tag name="KSO_WM_UNIT_FILL_FORE_SCHEMECOLOR_INDEX_BRIGHTNESS" val="0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h_i"/>
  <p:tag name="KSO_WM_UNIT_INDEX" val="1_2_1"/>
  <p:tag name="KSO_WM_UNIT_ID" val="diagram20238434_2*q_h_i*1_2_1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h_i"/>
  <p:tag name="KSO_WM_UNIT_INDEX" val="1_1_3"/>
  <p:tag name="KSO_WM_UNIT_ID" val="diagram20238434_2*q_h_i*1_1_3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i"/>
  <p:tag name="KSO_WM_UNIT_INDEX" val="1_1"/>
  <p:tag name="KSO_WM_UNIT_ID" val="diagram20238434_2*q_i*1_1"/>
  <p:tag name="KSO_WM_TEMPLATE_CATEGORY" val="diagram"/>
  <p:tag name="KSO_WM_TEMPLATE_INDEX" val="20238434"/>
  <p:tag name="KSO_WM_UNIT_LAYERLEVEL" val="1_1"/>
  <p:tag name="KSO_WM_TAG_VERSION" val="3.0"/>
  <p:tag name="KSO_WM_BEAUTIFY_FLAG" val="#wm#"/>
  <p:tag name="KSO_WM_DIAGRAM_GROUP_CODE" val="q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 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47.xml><?xml version="1.0" encoding="utf-8"?>
<p:tagLst xmlns:p="http://schemas.openxmlformats.org/presentationml/2006/main">
  <p:tag name="KSO_WM_UNIT_VALUE" val="130*130"/>
  <p:tag name="KSO_WM_UNIT_HIGHLIGHT" val="0"/>
  <p:tag name="KSO_WM_UNIT_COMPATIBLE" val="0"/>
  <p:tag name="KSO_WM_UNIT_DIAGRAM_ISNUMVISUAL" val="0"/>
  <p:tag name="KSO_WM_UNIT_DIAGRAM_ISREFERUNIT" val="0"/>
  <p:tag name="KSO_WM_UNIT_TYPE" val="q_h_x"/>
  <p:tag name="KSO_WM_UNIT_INDEX" val="1_1_1"/>
  <p:tag name="KSO_WM_UNIT_ID" val="diagram20238434_2*q_h_x*1_1_1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UNIT_FILL_FORE_SCHEMECOLOR_INDEX" val="2"/>
  <p:tag name="KSO_WM_UNIT_FILL_FORE_SCHEMECOLOR_INDEX_BRIGHTNESS" val="0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h_i"/>
  <p:tag name="KSO_WM_UNIT_INDEX" val="1_1_2"/>
  <p:tag name="KSO_WM_UNIT_ID" val="diagram20238434_2*q_h_i*1_1_2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49.xml><?xml version="1.0" encoding="utf-8"?>
<p:tagLst xmlns:p="http://schemas.openxmlformats.org/presentationml/2006/main">
  <p:tag name="KSO_WM_UNIT_VALUE" val="130*139"/>
  <p:tag name="KSO_WM_UNIT_HIGHLIGHT" val="0"/>
  <p:tag name="KSO_WM_UNIT_COMPATIBLE" val="0"/>
  <p:tag name="KSO_WM_UNIT_DIAGRAM_ISNUMVISUAL" val="0"/>
  <p:tag name="KSO_WM_UNIT_DIAGRAM_ISREFERUNIT" val="0"/>
  <p:tag name="KSO_WM_UNIT_TYPE" val="q_x"/>
  <p:tag name="KSO_WM_UNIT_INDEX" val="1_1"/>
  <p:tag name="KSO_WM_UNIT_ID" val="diagram20238434_2*q_x*1_1"/>
  <p:tag name="KSO_WM_TEMPLATE_CATEGORY" val="diagram"/>
  <p:tag name="KSO_WM_TEMPLATE_INDEX" val="20238434"/>
  <p:tag name="KSO_WM_UNIT_LAYERLEVEL" val="1_1"/>
  <p:tag name="KSO_WM_TAG_VERSION" val="3.0"/>
  <p:tag name="KSO_WM_BEAUTIFY_FLAG" val="#wm#"/>
  <p:tag name="KSO_WM_DIAGRAM_GROUP_CODE" val="q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solid&quot;:{&quot;brightness&quot;:0.5,&quot;colorType&quot;:1,&quot;foreColorIndex&quot;:5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"/>
  <p:tag name="KSO_WM_UNIT_TEXT_FILL_FORE_SCHEMECOLOR_INDEX" val="13"/>
  <p:tag name="KSO_WM_UNIT_TEXT_FILL_TYPE" val="1"/>
  <p:tag name="KSO_WM_UNIT_USESOURCEFORMAT_APPLY" val="1"/>
</p:tagLst>
</file>

<file path=ppt/tags/tag35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2_1"/>
  <p:tag name="KSO_WM_UNIT_ID" val="diagram20238434_2*q_h_f*1_2_1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UNIT_VALUE" val="80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q_h_i"/>
  <p:tag name="KSO_WM_UNIT_INDEX" val="1_2_2"/>
  <p:tag name="KSO_WM_UNIT_ID" val="diagram20238434_2*q_h_i*1_2_2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35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3_1"/>
  <p:tag name="KSO_WM_UNIT_ID" val="diagram20238434_2*q_h_f*1_3_1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UNIT_VALUE" val="80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q_h_i"/>
  <p:tag name="KSO_WM_UNIT_INDEX" val="1_3_2"/>
  <p:tag name="KSO_WM_UNIT_ID" val="diagram20238434_2*q_h_i*1_3_2"/>
  <p:tag name="KSO_WM_TEMPLATE_CATEGORY" val="diagram"/>
  <p:tag name="KSO_WM_TEMPLATE_INDEX" val="202384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32.50741263380047,&quot;left&quot;:59.28212598425199,&quot;top&quot;:135.56700234451708,&quot;width&quot;:846.16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354.xml><?xml version="1.0" encoding="utf-8"?>
<p:tagLst xmlns:p="http://schemas.openxmlformats.org/presentationml/2006/main">
  <p:tag name="KSO_WM_SLIDE_ID" val="diagram20238434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8434"/>
  <p:tag name="KSO_WM_SLIDE_TYPE" val="text"/>
  <p:tag name="KSO_WM_SLIDE_SUBTYPE" val="diag"/>
  <p:tag name="KSO_WM_SLIDE_SIZE" val="846.168*284.159"/>
  <p:tag name="KSO_WM_SLIDE_POSITION" val="59.2821*159.741"/>
  <p:tag name="KSO_WM_SLIDE_LAYOUT" val="a_q"/>
  <p:tag name="KSO_WM_SLIDE_LAYOUT_CNT" val="1_1"/>
  <p:tag name="KSO_WM_DIAGRAM_GROUP_CODE" val="q1-1"/>
  <p:tag name="KSO_WM_SLIDE_DIAGTYPE" val="q"/>
  <p:tag name="KSO_WM_SPECIAL_SOURCE" val="bdnull"/>
</p:tagLst>
</file>

<file path=ppt/tags/tag355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</p:tagLst>
</file>

<file path=ppt/tags/tag3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07_3*a*1"/>
  <p:tag name="KSO_WM_TEMPLATE_CATEGORY" val="diagram"/>
  <p:tag name="KSO_WM_TEMPLATE_INDEX" val="20238307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5"/>
  <p:tag name="KSO_WM_UNIT_TEXT_FILL_TYPE" val="1"/>
  <p:tag name="KSO_WM_UNIT_USESOURCEFORMAT_APPLY" val="1"/>
</p:tagLst>
</file>

<file path=ppt/tags/tag35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07_3*l_h_i*1_1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35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07_3*l_h_a*1_1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35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07_3*l_h_f*1_1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36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07_3*l_h_i*1_1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36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307_3*l_h_i*1_1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36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07_3*l_h_i*1_2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6"/>
  <p:tag name="KSO_WM_UNIT_LINE_FILL_TYPE" val="2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36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07_3*l_h_a*1_2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36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07_3*l_h_f*1_2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36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07_3*l_h_i*1_2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36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307_3*l_h_i*1_2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36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07_3*l_h_i*1_3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7"/>
  <p:tag name="KSO_WM_UNIT_LINE_FILL_TYPE" val="2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36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307_3*l_h_a*1_3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36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07_3*l_h_f*1_3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37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307_3*l_h_i*1_3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37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8307_3*l_h_i*1_3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37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07_3*l_h_i*1_4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8"/>
  <p:tag name="KSO_WM_UNIT_LINE_FILL_TYPE" val="2"/>
  <p:tag name="KSO_WM_UNIT_SHADOW_SCHEMECOLOR_INDEX" val="8"/>
  <p:tag name="KSO_WM_UNIT_TEXT_FILL_FORE_SCHEMECOLOR_INDEX" val="2"/>
  <p:tag name="KSO_WM_UNIT_TEXT_FILL_TYPE" val="1"/>
  <p:tag name="KSO_WM_UNIT_USESOURCEFORMAT_APPLY" val="1"/>
</p:tagLst>
</file>

<file path=ppt/tags/tag37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307_3*l_h_a*1_4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37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07_3*l_h_f*1_4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37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307_3*l_h_i*1_4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UNIT_SHADOW_SCHEMECOLOR_INDEX" val="8"/>
  <p:tag name="KSO_WM_UNIT_TEXT_FILL_FORE_SCHEMECOLOR_INDEX" val="2"/>
  <p:tag name="KSO_WM_UNIT_TEXT_FILL_TYPE" val="1"/>
  <p:tag name="KSO_WM_UNIT_USESOURCEFORMAT_APPLY" val="1"/>
</p:tagLst>
</file>

<file path=ppt/tags/tag37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7.20450807635825,&quot;left&quot;:53.89999999999998,&quot;top&quot;:122.07274596182086,&quot;width&quot;:851.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307_3*l_h_i*1_4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377.xml><?xml version="1.0" encoding="utf-8"?>
<p:tagLst xmlns:p="http://schemas.openxmlformats.org/presentationml/2006/main">
  <p:tag name="KSO_WM_SPECIAL_SOURCE" val="bdnull"/>
  <p:tag name="KSO_WM_SLIDE_ID" val="diagram20238307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851.15*330.35"/>
  <p:tag name="KSO_WM_SLIDE_POSITION" val="53.9*150.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07"/>
  <p:tag name="KSO_WM_SLIDE_LAYOUT" val="a_l"/>
  <p:tag name="KSO_WM_SLIDE_LAYOUT_CNT" val="1_1"/>
</p:tagLst>
</file>

<file path=ppt/tags/tag3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5_5*a*1"/>
  <p:tag name="KSO_WM_TEMPLATE_CATEGORY" val="diagram"/>
  <p:tag name="KSO_WM_TEMPLATE_INDEX" val="20238205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379.xml><?xml version="1.0" encoding="utf-8"?>
<p:tagLst xmlns:p="http://schemas.openxmlformats.org/presentationml/2006/main">
  <p:tag name="KSO_WM_DIAGRAM_VERSION" val="3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37151423524404,&quot;left&quot;:54.80000000000001,&quot;top&quot;:110.21424288237795,&quot;width&quot;:849.9}"/>
  <p:tag name="KSO_WM_DIAGRAM_COLOR_TRICK" val="1"/>
  <p:tag name="KSO_WM_BEAUTIFY_FLAG" val="#wm#"/>
  <p:tag name="KSO_WM_DIAGRAM_COLOR_TEXT_CAN_REMOVE" val="n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1_1"/>
  <p:tag name="KSO_WM_UNIT_ID" val="diagram20238205_3*l_h_f*1_1_1"/>
  <p:tag name="KSO_WM_TEMPLATE_INDEX" val="20238205"/>
  <p:tag name="KSO_WM_TAG_VERSION" val="3.0"/>
  <p:tag name="KSO_WM_DIAGRAM_MIN_ITEMCNT" val="2"/>
  <p:tag name="KSO_WM_UNIT_VALUE" val="49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380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05_3*l_h_i*1_1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5"/>
  <p:tag name="KSO_WM_UNIT_FILL_FORE_SCHEMECOLOR_INDEX_BRIGHTNESS" val="0"/>
  <p:tag name="KSO_WM_UNIT_SHADOW_SCHEMECOLOR_INDEX" val="5"/>
  <p:tag name="KSO_WM_UNIT_USESOURCEFORMAT_APPLY" val="1"/>
</p:tagLst>
</file>

<file path=ppt/tags/tag381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5_3*l_h_i*1_1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382.xml><?xml version="1.0" encoding="utf-8"?>
<p:tagLst xmlns:p="http://schemas.openxmlformats.org/presentationml/2006/main">
  <p:tag name="KSO_WM_DIAGRAM_VERSION" val="3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37151423524404,&quot;left&quot;:54.80000000000001,&quot;top&quot;:110.21424288237795,&quot;width&quot;:849.9}"/>
  <p:tag name="KSO_WM_DIAGRAM_COLOR_TRICK" val="1"/>
  <p:tag name="KSO_WM_BEAUTIFY_FLAG" val="#wm#"/>
  <p:tag name="KSO_WM_DIAGRAM_COLOR_TEXT_CAN_REMOVE" val="n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2_1"/>
  <p:tag name="KSO_WM_UNIT_ID" val="diagram20238205_3*l_h_f*1_2_1"/>
  <p:tag name="KSO_WM_TEMPLATE_INDEX" val="20238205"/>
  <p:tag name="KSO_WM_TAG_VERSION" val="3.0"/>
  <p:tag name="KSO_WM_DIAGRAM_MIN_ITEMCNT" val="2"/>
  <p:tag name="KSO_WM_UNIT_VALUE" val="49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383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5_3*l_h_i*1_2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6"/>
  <p:tag name="KSO_WM_UNIT_USESOURCEFORMAT_APPLY" val="1"/>
</p:tagLst>
</file>

<file path=ppt/tags/tag384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05_3*l_h_i*1_2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5"/>
  <p:tag name="KSO_WM_UNIT_FILL_FORE_SCHEMECOLOR_INDEX_BRIGHTNESS" val="0"/>
  <p:tag name="KSO_WM_UNIT_SHADOW_SCHEMECOLOR_INDEX" val="6"/>
  <p:tag name="KSO_WM_UNIT_USESOURCEFORMAT_APPLY" val="1"/>
</p:tagLst>
</file>

<file path=ppt/tags/tag385.xml><?xml version="1.0" encoding="utf-8"?>
<p:tagLst xmlns:p="http://schemas.openxmlformats.org/presentationml/2006/main">
  <p:tag name="KSO_WM_DIAGRAM_VERSION" val="3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37151423524404,&quot;left&quot;:54.80000000000001,&quot;top&quot;:110.21424288237795,&quot;width&quot;:849.9}"/>
  <p:tag name="KSO_WM_DIAGRAM_COLOR_TRICK" val="1"/>
  <p:tag name="KSO_WM_BEAUTIFY_FLAG" val="#wm#"/>
  <p:tag name="KSO_WM_DIAGRAM_COLOR_TEXT_CAN_REMOVE" val="n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3_1"/>
  <p:tag name="KSO_WM_UNIT_ID" val="diagram20238205_3*l_h_f*1_3_1"/>
  <p:tag name="KSO_WM_TEMPLATE_INDEX" val="20238205"/>
  <p:tag name="KSO_WM_TAG_VERSION" val="3.0"/>
  <p:tag name="KSO_WM_DIAGRAM_MIN_ITEMCNT" val="2"/>
  <p:tag name="KSO_WM_UNIT_VALUE" val="49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386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5_3*l_h_i*1_3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7"/>
  <p:tag name="KSO_WM_UNIT_USESOURCEFORMAT_APPLY" val="1"/>
</p:tagLst>
</file>

<file path=ppt/tags/tag387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05_3*l_h_i*1_3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5"/>
  <p:tag name="KSO_WM_UNIT_FILL_FORE_SCHEMECOLOR_INDEX_BRIGHTNESS" val="0"/>
  <p:tag name="KSO_WM_UNIT_SHADOW_SCHEMECOLOR_INDEX" val="7"/>
  <p:tag name="KSO_WM_UNIT_USESOURCEFORMAT_APPLY" val="1"/>
</p:tagLst>
</file>

<file path=ppt/tags/tag388.xml><?xml version="1.0" encoding="utf-8"?>
<p:tagLst xmlns:p="http://schemas.openxmlformats.org/presentationml/2006/main">
  <p:tag name="KSO_WM_DIAGRAM_VERSION" val="3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37151423524404,&quot;left&quot;:54.80000000000001,&quot;top&quot;:110.21424288237795,&quot;width&quot;:849.9}"/>
  <p:tag name="KSO_WM_DIAGRAM_COLOR_TRICK" val="1"/>
  <p:tag name="KSO_WM_BEAUTIFY_FLAG" val="#wm#"/>
  <p:tag name="KSO_WM_DIAGRAM_COLOR_TEXT_CAN_REMOVE" val="n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4_1"/>
  <p:tag name="KSO_WM_UNIT_ID" val="diagram20238205_3*l_h_f*1_4_1"/>
  <p:tag name="KSO_WM_TEMPLATE_INDEX" val="20238205"/>
  <p:tag name="KSO_WM_TAG_VERSION" val="3.0"/>
  <p:tag name="KSO_WM_DIAGRAM_MIN_ITEMCNT" val="2"/>
  <p:tag name="KSO_WM_UNIT_VALUE" val="49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389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5_3*l_h_i*1_4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8"/>
  <p:tag name="KSO_WM_UNIT_USESOURCEFORMAT_APPLY" val="1"/>
</p:tagLst>
</file>

<file path=ppt/tags/tag390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05_3*l_h_i*1_4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5"/>
  <p:tag name="KSO_WM_UNIT_FILL_FORE_SCHEMECOLOR_INDEX_BRIGHTNESS" val="0"/>
  <p:tag name="KSO_WM_UNIT_SHADOW_SCHEMECOLOR_INDEX" val="8"/>
  <p:tag name="KSO_WM_UNIT_USESOURCEFORMAT_APPLY" val="1"/>
</p:tagLst>
</file>

<file path=ppt/tags/tag391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  <p:tag name="KSO_WM_SLIDE_ID" val="diagram20238205_5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5"/>
  <p:tag name="KSO_WM_SLIDE_SIZE" val="849.9*388.6"/>
  <p:tag name="KSO_WM_SLIDE_POSITION" val="54.8*110.1"/>
  <p:tag name="KSO_WM_DIAGRAM_GROUP_CODE" val="l1-1"/>
  <p:tag name="KSO_WM_SLIDE_DIAGTYPE" val="l"/>
  <p:tag name="KSO_WM_TAG_VERSION" val="3.0"/>
  <p:tag name="KSO_WM_SLIDE_LAYOUT" val="a_l"/>
  <p:tag name="KSO_WM_SLIDE_LAYOUT_CNT" val="1_1"/>
  <p:tag name="KSO_WM_SPECIAL_SOURCE" val="bdnull"/>
</p:tagLst>
</file>

<file path=ppt/tags/tag392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</p:tagLst>
</file>

<file path=ppt/tags/tag393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</p:tagLst>
</file>

<file path=ppt/tags/tag394.xml><?xml version="1.0" encoding="utf-8"?>
<p:tagLst xmlns:p="http://schemas.openxmlformats.org/presentationml/2006/main">
  <p:tag name="TABLE_ENDDRAG_ORIGIN_RECT" val="825*383"/>
  <p:tag name="TABLE_ENDDRAG_RECT" val="67*102*825*383"/>
</p:tagLst>
</file>

<file path=ppt/tags/tag395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</p:tagLst>
</file>

<file path=ppt/tags/tag396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</p:tagLst>
</file>

<file path=ppt/tags/tag397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</p:tagLst>
</file>

<file path=ppt/tags/tag398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</p:tagLst>
</file>

<file path=ppt/tags/tag399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</p:tagLst>
</file>

<file path=ppt/tags/tag400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</p:tagLst>
</file>

<file path=ppt/theme/theme1.xml><?xml version="1.0" encoding="utf-8"?>
<a:theme xmlns:a="http://schemas.openxmlformats.org/drawingml/2006/main" name="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4588</Words>
  <Application>WPS Presentation</Application>
  <PresentationFormat>Widescreen</PresentationFormat>
  <Paragraphs>197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江城圆体 400W</vt:lpstr>
      <vt:lpstr>Charis SIL</vt:lpstr>
      <vt:lpstr>Crimson Text SemiBold</vt:lpstr>
      <vt:lpstr>Google Sans</vt:lpstr>
      <vt:lpstr>monospace</vt:lpstr>
      <vt:lpstr>Segoe Print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The title goes here</vt:lpstr>
      <vt:lpstr>Methods of introducing a constant in a program</vt:lpstr>
      <vt:lpstr>Method-1 The #define Macro</vt:lpstr>
      <vt:lpstr>Method-1 The #define Macro</vt:lpstr>
      <vt:lpstr>PowerPoint 演示文稿</vt:lpstr>
      <vt:lpstr>Method-2 The const keyword</vt:lpstr>
      <vt:lpstr>Method-2 The const keyword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CONSTANTS</dc:title>
  <dc:creator/>
  <cp:lastModifiedBy>chatbotislive</cp:lastModifiedBy>
  <cp:revision>6</cp:revision>
  <dcterms:created xsi:type="dcterms:W3CDTF">2026-06-19T20:39:34Z</dcterms:created>
  <dcterms:modified xsi:type="dcterms:W3CDTF">2026-06-19T21:53:16Z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C1ABC17E64F549C7AEECB9163E155E50_12</vt:lpwstr>
  </property>
</Properties>
</file>