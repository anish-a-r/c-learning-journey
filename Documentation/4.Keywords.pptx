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8" r:id="rId3"/>
    <p:sldId id="260" r:id="rId4"/>
    <p:sldId id="261" r:id="rId5"/>
    <p:sldId id="262" r:id="rId6"/>
    <p:sldId id="263" r:id="rId7"/>
    <p:sldId id="264"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0" Type="http://schemas.openxmlformats.org/officeDocument/2006/relationships/image" Target="../media/image2.png"/><Relationship Id="rId2" Type="http://schemas.openxmlformats.org/officeDocument/2006/relationships/tags" Target="../tags/tag1.xml"/><Relationship Id="rId19" Type="http://schemas.openxmlformats.org/officeDocument/2006/relationships/tags" Target="../tags/tag17.xml"/><Relationship Id="rId18" Type="http://schemas.openxmlformats.org/officeDocument/2006/relationships/tags" Target="../tags/tag16.xml"/><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image" Target="../media/image1.png"/><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3" name="矩形 2"/>
          <p:cNvSpPr/>
          <p:nvPr userDrawn="1">
            <p:custDataLst>
              <p:tags r:id="rId2"/>
            </p:custDataLst>
          </p:nvPr>
        </p:nvSpPr>
        <p:spPr>
          <a:xfrm>
            <a:off x="635" y="635"/>
            <a:ext cx="12191365" cy="6856730"/>
          </a:xfrm>
          <a:prstGeom prst="rect">
            <a:avLst/>
          </a:prstGeom>
          <a:gradFill>
            <a:gsLst>
              <a:gs pos="30000">
                <a:schemeClr val="bg2"/>
              </a:gs>
              <a:gs pos="100000">
                <a:schemeClr val="bg1"/>
              </a:gs>
            </a:gsLst>
            <a:lin ang="14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3" name="圆角矩形 12"/>
          <p:cNvSpPr/>
          <p:nvPr userDrawn="1">
            <p:custDataLst>
              <p:tags r:id="rId3"/>
            </p:custDataLst>
          </p:nvPr>
        </p:nvSpPr>
        <p:spPr>
          <a:xfrm>
            <a:off x="368300" y="357505"/>
            <a:ext cx="11519535" cy="6144260"/>
          </a:xfrm>
          <a:prstGeom prst="roundRect">
            <a:avLst>
              <a:gd name="adj" fmla="val 2263"/>
            </a:avLst>
          </a:prstGeom>
          <a:solidFill>
            <a:schemeClr val="bg1"/>
          </a:solidFill>
          <a:ln w="412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4" name="日期占位符 3"/>
          <p:cNvSpPr>
            <a:spLocks noGrp="1"/>
          </p:cNvSpPr>
          <p:nvPr>
            <p:ph type="dt" sz="half" idx="10"/>
            <p:custDataLst>
              <p:tags r:id="rId4"/>
            </p:custDataLst>
          </p:nvPr>
        </p:nvSpPr>
        <p:spPr/>
        <p:txBody>
          <a:bodyPr wrap="square">
            <a:normAutofit/>
          </a:bodyPr>
          <a:lstStyle/>
          <a:p>
            <a:r>
              <a:rPr lang="en-US"/>
              <a:t>Date Area</a:t>
            </a:r>
            <a:endParaRPr lang="en-US"/>
          </a:p>
        </p:txBody>
      </p:sp>
      <p:sp>
        <p:nvSpPr>
          <p:cNvPr id="5" name="页脚占位符 4"/>
          <p:cNvSpPr>
            <a:spLocks noGrp="1"/>
          </p:cNvSpPr>
          <p:nvPr>
            <p:ph type="ftr" sz="quarter" idx="11"/>
            <p:custDataLst>
              <p:tags r:id="rId5"/>
            </p:custDataLst>
          </p:nvPr>
        </p:nvSpPr>
        <p:spPr/>
        <p:txBody>
          <a:bodyPr>
            <a:normAutofit/>
          </a:bodyPr>
          <a:lstStyle/>
          <a:p>
            <a:endParaRPr lang="en-US" dirty="0"/>
          </a:p>
        </p:txBody>
      </p:sp>
      <p:sp>
        <p:nvSpPr>
          <p:cNvPr id="6" name="灯片编号占位符 5"/>
          <p:cNvSpPr>
            <a:spLocks noGrp="1"/>
          </p:cNvSpPr>
          <p:nvPr>
            <p:ph type="sldNum" sz="quarter" idx="12"/>
            <p:custDataLst>
              <p:tags r:id="rId6"/>
            </p:custDataLst>
          </p:nvPr>
        </p:nvSpPr>
        <p:spPr>
          <a:xfrm>
            <a:off x="8610600" y="6356350"/>
            <a:ext cx="2743200" cy="365125"/>
          </a:xfrm>
        </p:spPr>
        <p:txBody>
          <a:bodyPr wrap="square">
            <a:normAutofit/>
          </a:bodyPr>
          <a:lstStyle/>
          <a:p>
            <a:fld id="{BE5F26B5-172A-4DC2-B0B7-181CFC56B87C}" type="slidenum">
              <a:rPr lang="en-US" smtClean="0"/>
            </a:fld>
            <a:endParaRPr lang="en-US"/>
          </a:p>
        </p:txBody>
      </p:sp>
      <p:sp>
        <p:nvSpPr>
          <p:cNvPr id="10" name="公司名占位符 6"/>
          <p:cNvSpPr>
            <a:spLocks noGrp="1"/>
          </p:cNvSpPr>
          <p:nvPr>
            <p:ph type="body" sz="quarter" idx="13" hasCustomPrompt="1"/>
            <p:custDataLst>
              <p:tags r:id="rId7"/>
            </p:custDataLst>
          </p:nvPr>
        </p:nvSpPr>
        <p:spPr>
          <a:xfrm>
            <a:off x="972820" y="775335"/>
            <a:ext cx="2682875" cy="504190"/>
          </a:xfrm>
        </p:spPr>
        <p:txBody>
          <a:bodyPr wrap="square" anchor="ctr">
            <a:normAutofit/>
          </a:bodyPr>
          <a:lstStyle>
            <a:lvl1pPr marL="0" indent="0">
              <a:lnSpc>
                <a:spcPct val="100000"/>
              </a:lnSpc>
              <a:buNone/>
              <a:defRPr sz="1800">
                <a:solidFill>
                  <a:schemeClr val="accent2"/>
                </a:solidFill>
                <a:latin typeface="+mn-lt"/>
              </a:defRPr>
            </a:lvl1pPr>
          </a:lstStyle>
          <a:p>
            <a:pPr lvl="0"/>
            <a:r>
              <a:rPr lang="en-US" dirty="0">
                <a:latin typeface="+mn-lt"/>
              </a:rPr>
              <a:t>Click to add text</a:t>
            </a:r>
            <a:endParaRPr lang="en-US" dirty="0"/>
          </a:p>
        </p:txBody>
      </p:sp>
      <p:sp>
        <p:nvSpPr>
          <p:cNvPr id="14" name="日期时间占位符 7"/>
          <p:cNvSpPr>
            <a:spLocks noGrp="1"/>
          </p:cNvSpPr>
          <p:nvPr>
            <p:ph type="body" sz="quarter" idx="14" hasCustomPrompt="1"/>
            <p:custDataLst>
              <p:tags r:id="rId8"/>
            </p:custDataLst>
          </p:nvPr>
        </p:nvSpPr>
        <p:spPr>
          <a:xfrm>
            <a:off x="4130855" y="774510"/>
            <a:ext cx="2880000" cy="504000"/>
          </a:xfrm>
        </p:spPr>
        <p:txBody>
          <a:bodyPr wrap="square" anchor="ctr">
            <a:normAutofit/>
          </a:bodyPr>
          <a:lstStyle>
            <a:lvl1pPr marL="0" indent="0" algn="l">
              <a:lnSpc>
                <a:spcPct val="100000"/>
              </a:lnSpc>
              <a:buNone/>
              <a:defRPr sz="1800">
                <a:solidFill>
                  <a:schemeClr val="accent2"/>
                </a:solidFill>
                <a:latin typeface="+mn-lt"/>
              </a:defRPr>
            </a:lvl1pPr>
          </a:lstStyle>
          <a:p>
            <a:pPr lvl="0"/>
            <a:r>
              <a:rPr lang="en-US" dirty="0">
                <a:latin typeface="+mn-lt"/>
              </a:rPr>
              <a:t>Click to add text</a:t>
            </a:r>
            <a:endParaRPr lang="en-US" dirty="0"/>
          </a:p>
        </p:txBody>
      </p:sp>
      <p:sp>
        <p:nvSpPr>
          <p:cNvPr id="24" name="署名占位符 10"/>
          <p:cNvSpPr>
            <a:spLocks noGrp="1"/>
          </p:cNvSpPr>
          <p:nvPr>
            <p:ph type="body" sz="quarter" idx="17" hasCustomPrompt="1"/>
            <p:custDataLst>
              <p:tags r:id="rId9"/>
            </p:custDataLst>
          </p:nvPr>
        </p:nvSpPr>
        <p:spPr>
          <a:xfrm>
            <a:off x="972820" y="4447540"/>
            <a:ext cx="2806700" cy="504190"/>
          </a:xfrm>
          <a:prstGeom prst="roundRect">
            <a:avLst>
              <a:gd name="adj" fmla="val 50000"/>
            </a:avLst>
          </a:prstGeom>
          <a:gradFill>
            <a:gsLst>
              <a:gs pos="0">
                <a:schemeClr val="accent2">
                  <a:lumMod val="90000"/>
                </a:schemeClr>
              </a:gs>
              <a:gs pos="66000">
                <a:schemeClr val="accent1"/>
              </a:gs>
            </a:gsLst>
            <a:lin ang="10800000" scaled="0"/>
          </a:gradFill>
        </p:spPr>
        <p:txBody>
          <a:bodyPr wrap="square" anchor="ctr">
            <a:normAutofit/>
          </a:bodyPr>
          <a:lstStyle>
            <a:lvl1pPr marL="0" indent="0" algn="ctr">
              <a:lnSpc>
                <a:spcPct val="100000"/>
              </a:lnSpc>
              <a:buNone/>
              <a:defRPr sz="1800">
                <a:solidFill>
                  <a:srgbClr val="FFFFFF"/>
                </a:solidFill>
                <a:latin typeface="+mn-lt"/>
              </a:defRPr>
            </a:lvl1pPr>
          </a:lstStyle>
          <a:p>
            <a:pPr lvl="0"/>
            <a:r>
              <a:rPr lang="en-US" dirty="0">
                <a:latin typeface="+mn-lt"/>
              </a:rPr>
              <a:t>Click to add text</a:t>
            </a:r>
            <a:endParaRPr lang="en-US" dirty="0"/>
          </a:p>
        </p:txBody>
      </p:sp>
      <p:sp>
        <p:nvSpPr>
          <p:cNvPr id="7" name="椭圆 6"/>
          <p:cNvSpPr/>
          <p:nvPr userDrawn="1">
            <p:custDataLst>
              <p:tags r:id="rId10"/>
            </p:custDataLst>
          </p:nvPr>
        </p:nvSpPr>
        <p:spPr>
          <a:xfrm>
            <a:off x="6652260" y="740410"/>
            <a:ext cx="4780280" cy="4780280"/>
          </a:xfrm>
          <a:prstGeom prst="ellipse">
            <a:avLst/>
          </a:prstGeom>
          <a:gradFill>
            <a:gsLst>
              <a:gs pos="57000">
                <a:schemeClr val="accent1">
                  <a:lumMod val="5000"/>
                  <a:lumOff val="95000"/>
                  <a:alpha val="0"/>
                </a:schemeClr>
              </a:gs>
              <a:gs pos="100000">
                <a:schemeClr val="accent2"/>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pic>
        <p:nvPicPr>
          <p:cNvPr id="8" name="图片 7" descr="矢量智能对象"/>
          <p:cNvPicPr>
            <a:picLocks noChangeAspect="1"/>
          </p:cNvPicPr>
          <p:nvPr userDrawn="1">
            <p:custDataLst>
              <p:tags r:id="rId11"/>
            </p:custDataLst>
          </p:nvPr>
        </p:nvPicPr>
        <p:blipFill>
          <a:blip r:embed="rId12"/>
          <a:stretch>
            <a:fillRect/>
          </a:stretch>
        </p:blipFill>
        <p:spPr>
          <a:xfrm>
            <a:off x="6610985" y="1279525"/>
            <a:ext cx="4085590" cy="4787900"/>
          </a:xfrm>
          <a:prstGeom prst="rect">
            <a:avLst/>
          </a:prstGeom>
        </p:spPr>
      </p:pic>
      <p:sp>
        <p:nvSpPr>
          <p:cNvPr id="9" name="椭圆 8"/>
          <p:cNvSpPr/>
          <p:nvPr userDrawn="1">
            <p:custDataLst>
              <p:tags r:id="rId13"/>
            </p:custDataLst>
          </p:nvPr>
        </p:nvSpPr>
        <p:spPr>
          <a:xfrm rot="19800000">
            <a:off x="6136005" y="1897380"/>
            <a:ext cx="5549900" cy="3015615"/>
          </a:xfrm>
          <a:prstGeom prst="ellipse">
            <a:avLst/>
          </a:prstGeom>
          <a:noFill/>
          <a:ln w="57150">
            <a:gradFill>
              <a:gsLst>
                <a:gs pos="46000">
                  <a:schemeClr val="accent1">
                    <a:lumMod val="5000"/>
                    <a:lumOff val="95000"/>
                    <a:alpha val="0"/>
                  </a:schemeClr>
                </a:gs>
                <a:gs pos="100000">
                  <a:schemeClr val="accent1"/>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1" name="十字星 10"/>
          <p:cNvSpPr/>
          <p:nvPr userDrawn="1">
            <p:custDataLst>
              <p:tags r:id="rId14"/>
            </p:custDataLst>
          </p:nvPr>
        </p:nvSpPr>
        <p:spPr>
          <a:xfrm rot="12300000">
            <a:off x="6240145" y="4419600"/>
            <a:ext cx="368300" cy="368300"/>
          </a:xfrm>
          <a:prstGeom prst="star4">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2" name="十字星 11"/>
          <p:cNvSpPr/>
          <p:nvPr userDrawn="1">
            <p:custDataLst>
              <p:tags r:id="rId15"/>
            </p:custDataLst>
          </p:nvPr>
        </p:nvSpPr>
        <p:spPr>
          <a:xfrm rot="1980000">
            <a:off x="11153140" y="1778000"/>
            <a:ext cx="368300" cy="368300"/>
          </a:xfrm>
          <a:prstGeom prst="star4">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 name="标题 1"/>
          <p:cNvSpPr>
            <a:spLocks noGrp="1"/>
          </p:cNvSpPr>
          <p:nvPr>
            <p:ph type="ctrTitle" hasCustomPrompt="1"/>
            <p:custDataLst>
              <p:tags r:id="rId16"/>
            </p:custDataLst>
          </p:nvPr>
        </p:nvSpPr>
        <p:spPr>
          <a:xfrm>
            <a:off x="972820" y="1474470"/>
            <a:ext cx="5790565" cy="2766060"/>
          </a:xfrm>
        </p:spPr>
        <p:txBody>
          <a:bodyPr wrap="square" anchor="b">
            <a:normAutofit/>
          </a:bodyPr>
          <a:lstStyle>
            <a:lvl1pPr algn="l">
              <a:lnSpc>
                <a:spcPct val="100000"/>
              </a:lnSpc>
              <a:defRPr sz="4400">
                <a:solidFill>
                  <a:schemeClr val="accent3"/>
                </a:solidFill>
                <a:latin typeface="+mj-lt"/>
              </a:defRPr>
            </a:lvl1pPr>
          </a:lstStyle>
          <a:p>
            <a:r>
              <a:rPr lang="en-US" dirty="0">
                <a:latin typeface="+mj-lt"/>
              </a:rPr>
              <a:t>Click to add title</a:t>
            </a:r>
            <a:endParaRPr lang="en-US" dirty="0"/>
          </a:p>
        </p:txBody>
      </p:sp>
      <p:cxnSp>
        <p:nvCxnSpPr>
          <p:cNvPr id="17" name="直接连接符 16"/>
          <p:cNvCxnSpPr/>
          <p:nvPr userDrawn="1">
            <p:custDataLst>
              <p:tags r:id="rId17"/>
            </p:custDataLst>
          </p:nvPr>
        </p:nvCxnSpPr>
        <p:spPr>
          <a:xfrm>
            <a:off x="3745865" y="935990"/>
            <a:ext cx="0" cy="177800"/>
          </a:xfrm>
          <a:prstGeom prst="line">
            <a:avLst/>
          </a:prstGeom>
          <a:ln>
            <a:solidFill>
              <a:schemeClr val="accent1">
                <a:lumMod val="20000"/>
                <a:lumOff val="80000"/>
              </a:schemeClr>
            </a:solidFill>
          </a:ln>
        </p:spPr>
        <p:style>
          <a:lnRef idx="2">
            <a:schemeClr val="accent1"/>
          </a:lnRef>
          <a:fillRef idx="0">
            <a:srgbClr val="FFFFFF"/>
          </a:fillRef>
          <a:effectRef idx="0">
            <a:srgbClr val="FFFFFF"/>
          </a:effectRef>
          <a:fontRef idx="minor">
            <a:schemeClr val="tx1"/>
          </a:fontRef>
        </p:style>
      </p:cxnSp>
      <p:cxnSp>
        <p:nvCxnSpPr>
          <p:cNvPr id="23" name="直接连接符 22"/>
          <p:cNvCxnSpPr/>
          <p:nvPr userDrawn="1">
            <p:custDataLst>
              <p:tags r:id="rId18"/>
            </p:custDataLst>
          </p:nvPr>
        </p:nvCxnSpPr>
        <p:spPr>
          <a:xfrm>
            <a:off x="972820" y="4240530"/>
            <a:ext cx="2807335" cy="0"/>
          </a:xfrm>
          <a:prstGeom prst="line">
            <a:avLst/>
          </a:prstGeom>
          <a:ln>
            <a:solidFill>
              <a:schemeClr val="accent1">
                <a:lumMod val="20000"/>
                <a:lumOff val="80000"/>
                <a:alpha val="27000"/>
              </a:schemeClr>
            </a:solidFill>
          </a:ln>
        </p:spPr>
        <p:style>
          <a:lnRef idx="2">
            <a:schemeClr val="accent1"/>
          </a:lnRef>
          <a:fillRef idx="0">
            <a:srgbClr val="FFFFFF"/>
          </a:fillRef>
          <a:effectRef idx="0">
            <a:srgbClr val="FFFFFF"/>
          </a:effectRef>
          <a:fontRef idx="minor">
            <a:schemeClr val="tx1"/>
          </a:fontRef>
        </p:style>
      </p:cxnSp>
      <p:pic>
        <p:nvPicPr>
          <p:cNvPr id="15" name="图片 14" descr="3333"/>
          <p:cNvPicPr>
            <a:picLocks noChangeAspect="1"/>
          </p:cNvPicPr>
          <p:nvPr userDrawn="1">
            <p:custDataLst>
              <p:tags r:id="rId19"/>
            </p:custDataLst>
          </p:nvPr>
        </p:nvPicPr>
        <p:blipFill>
          <a:blip r:embed="rId20"/>
          <a:stretch>
            <a:fillRect/>
          </a:stretch>
        </p:blipFill>
        <p:spPr>
          <a:xfrm>
            <a:off x="10346690" y="0"/>
            <a:ext cx="1845310" cy="286321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r>
              <a:rPr lang="en-US"/>
              <a:t>Date Area</a:t>
            </a:r>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5F26B5-172A-4DC2-B0B7-181CFC56B87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 name="矩形 9"/>
          <p:cNvSpPr/>
          <p:nvPr userDrawn="1">
            <p:custDataLst>
              <p:tags r:id="rId3"/>
            </p:custDataLst>
          </p:nvPr>
        </p:nvSpPr>
        <p:spPr>
          <a:xfrm>
            <a:off x="0" y="0"/>
            <a:ext cx="12192000" cy="6857365"/>
          </a:xfrm>
          <a:prstGeom prst="rect">
            <a:avLst/>
          </a:prstGeom>
          <a:gradFill>
            <a:gsLst>
              <a:gs pos="0">
                <a:schemeClr val="bg1"/>
              </a:gs>
              <a:gs pos="100000">
                <a:schemeClr val="bg2"/>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endParaRPr>
          </a:p>
        </p:txBody>
      </p:sp>
      <p:sp>
        <p:nvSpPr>
          <p:cNvPr id="2" name="标题占位符 1"/>
          <p:cNvSpPr>
            <a:spLocks noGrp="1"/>
          </p:cNvSpPr>
          <p:nvPr>
            <p:ph type="title"/>
            <p:custDataLst>
              <p:tags r:id="rId4"/>
            </p:custDataLst>
          </p:nvPr>
        </p:nvSpPr>
        <p:spPr>
          <a:xfrm>
            <a:off x="695960" y="360000"/>
            <a:ext cx="10800000" cy="720000"/>
          </a:xfrm>
          <a:prstGeom prst="rect">
            <a:avLst/>
          </a:prstGeom>
        </p:spPr>
        <p:txBody>
          <a:bodyPr vert="horz" wrap="square" lIns="0" tIns="0" rIns="0" bIns="0" rtlCol="0" anchor="b" anchorCtr="0">
            <a:normAutofit/>
          </a:bodyPr>
          <a:lstStyle/>
          <a:p>
            <a:r>
              <a:rPr lang="en-US" dirty="0">
                <a:latin typeface="+mj-lt"/>
              </a:rPr>
              <a:t>Click to add title</a:t>
            </a:r>
            <a:endParaRPr lang="en-US" dirty="0"/>
          </a:p>
        </p:txBody>
      </p:sp>
      <p:sp>
        <p:nvSpPr>
          <p:cNvPr id="3" name="文本占位符 2"/>
          <p:cNvSpPr>
            <a:spLocks noGrp="1"/>
          </p:cNvSpPr>
          <p:nvPr>
            <p:ph type="body" idx="1"/>
            <p:custDataLst>
              <p:tags r:id="rId5"/>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6"/>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defRPr>
            </a:lvl1pPr>
          </a:lstStyle>
          <a:p>
            <a:r>
              <a:rPr lang="en-US"/>
              <a:t>Date Area</a:t>
            </a:r>
            <a:endParaRPr lang="en-US"/>
          </a:p>
        </p:txBody>
      </p:sp>
      <p:sp>
        <p:nvSpPr>
          <p:cNvPr id="5" name="页脚占位符 4"/>
          <p:cNvSpPr>
            <a:spLocks noGrp="1"/>
          </p:cNvSpPr>
          <p:nvPr>
            <p:ph type="ftr" sz="quarter" idx="3"/>
            <p:custDataLst>
              <p:tags r:id="rId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Arial" panose="020B0604020202020204" pitchFamily="34" charset="0"/>
              </a:defRPr>
            </a:lvl1pPr>
          </a:lstStyle>
          <a:p>
            <a:endParaRPr lang="en-US" dirty="0"/>
          </a:p>
        </p:txBody>
      </p:sp>
      <p:sp>
        <p:nvSpPr>
          <p:cNvPr id="6" name="灯片编号占位符 5"/>
          <p:cNvSpPr>
            <a:spLocks noGrp="1"/>
          </p:cNvSpPr>
          <p:nvPr>
            <p:ph type="sldNum" sz="quarter" idx="4"/>
            <p:custDataLst>
              <p:tags r:id="rId8"/>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defRPr>
            </a:lvl1pPr>
          </a:lstStyle>
          <a:p>
            <a:fld id="{BE5F26B5-172A-4DC2-B0B7-181CFC56B87C}" type="slidenum">
              <a:rPr lang="en-US" smtClean="0"/>
            </a:fld>
            <a:endParaRPr lang="en-US"/>
          </a:p>
        </p:txBody>
      </p:sp>
      <p:sp>
        <p:nvSpPr>
          <p:cNvPr id="8" name="KSO_TEMPLATE" hidden="1"/>
          <p:cNvSpPr/>
          <p:nvPr userDrawn="1">
            <p:custDataLst>
              <p:tags r:id="rId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100000"/>
        </a:lnSpc>
        <a:spcBef>
          <a:spcPct val="0"/>
        </a:spcBef>
        <a:buNone/>
        <a:defRPr sz="3200" b="1" kern="1200">
          <a:solidFill>
            <a:schemeClr val="tx1"/>
          </a:solidFill>
          <a:latin typeface="Arial" panose="020B0604020202020204" pitchFamily="34" charset="0"/>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p:txBody>
          <a:bodyPr/>
          <a:lstStyle/>
          <a:p>
            <a:r>
              <a:rPr lang="en-US"/>
              <a:t>KEYWORDS</a:t>
            </a:r>
            <a:endParaRPr lang="en-US"/>
          </a:p>
        </p:txBody>
      </p:sp>
      <p:sp>
        <p:nvSpPr>
          <p:cNvPr id="10" name="署名"/>
          <p:cNvSpPr>
            <a:spLocks noGrp="1"/>
          </p:cNvSpPr>
          <p:nvPr>
            <p:ph type="body" sz="quarter" idx="17"/>
            <p:custDataLst>
              <p:tags r:id="rId2"/>
            </p:custDataLst>
          </p:nvPr>
        </p:nvSpPr>
        <p:spPr/>
        <p:txBody>
          <a:bodyPr/>
          <a:lstStyle/>
          <a:p>
            <a:r>
              <a:rPr lang="en-US"/>
              <a:t>ANISH A R</a:t>
            </a:r>
            <a:endParaRPr 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Keywords</a:t>
            </a:r>
            <a:endParaRPr lang="en-US"/>
          </a:p>
        </p:txBody>
      </p:sp>
      <p:sp>
        <p:nvSpPr>
          <p:cNvPr id="5" name="Text Placeholder 4"/>
          <p:cNvSpPr>
            <a:spLocks noGrp="1"/>
          </p:cNvSpPr>
          <p:nvPr>
            <p:ph type="body" idx="1"/>
          </p:nvPr>
        </p:nvSpPr>
        <p:spPr/>
        <p:txBody>
          <a:bodyPr/>
          <a:p>
            <a:r>
              <a:rPr lang="en-US" altLang="en-US"/>
              <a:t>You are describing keywords, also commonly known as reserved words. These predefined terms are baked into the core syntax of the compiler and dictate the structural logic, data types, and flow of your code.</a:t>
            </a:r>
            <a:endParaRPr lang="en-US" altLang="en-US"/>
          </a:p>
          <a:p>
            <a:r>
              <a:rPr lang="en-US" altLang="en-US"/>
              <a:t>The traditional C language specification features exactly 32 of these reserved words, divided into a few functional categories:</a:t>
            </a:r>
            <a:endParaRPr lang="en-US"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Data Types</a:t>
            </a:r>
            <a:endParaRPr lang="en-US"/>
          </a:p>
        </p:txBody>
      </p:sp>
      <p:sp>
        <p:nvSpPr>
          <p:cNvPr id="5" name="Text Placeholder 4"/>
          <p:cNvSpPr>
            <a:spLocks noGrp="1"/>
          </p:cNvSpPr>
          <p:nvPr>
            <p:ph type="body" idx="1"/>
          </p:nvPr>
        </p:nvSpPr>
        <p:spPr/>
        <p:txBody>
          <a:bodyPr>
            <a:normAutofit lnSpcReduction="10000"/>
          </a:bodyPr>
          <a:p>
            <a:r>
              <a:rPr lang="en-US" altLang="en-US"/>
              <a:t>These tell the compiler what kind of data your variables will hold or create new custom types:</a:t>
            </a:r>
            <a:endParaRPr lang="en-US" altLang="en-US"/>
          </a:p>
          <a:p>
            <a:pPr marL="457200" indent="-457200">
              <a:buAutoNum type="arabicPeriod"/>
            </a:pPr>
            <a:r>
              <a:rPr lang="en-US" altLang="en-US"/>
              <a:t>char: Declares a single character.</a:t>
            </a:r>
            <a:endParaRPr lang="en-US" altLang="en-US"/>
          </a:p>
          <a:p>
            <a:pPr marL="457200" indent="-457200">
              <a:buAutoNum type="arabicPeriod"/>
            </a:pPr>
            <a:r>
              <a:rPr lang="en-US" altLang="en-US"/>
              <a:t>int: Declares a whole number.</a:t>
            </a:r>
            <a:endParaRPr lang="en-US" altLang="en-US"/>
          </a:p>
          <a:p>
            <a:pPr marL="457200" indent="-457200">
              <a:buAutoNum type="arabicPeriod"/>
            </a:pPr>
            <a:r>
              <a:rPr lang="en-US" altLang="en-US"/>
              <a:t>float &amp; double: Declare decimal/floating-point numbers.</a:t>
            </a:r>
            <a:endParaRPr lang="en-US" altLang="en-US"/>
          </a:p>
          <a:p>
            <a:pPr marL="457200" indent="-457200">
              <a:buAutoNum type="arabicPeriod"/>
            </a:pPr>
            <a:r>
              <a:rPr lang="en-US" altLang="en-US"/>
              <a:t>struct &amp; union: Group different types of variables under one name.</a:t>
            </a:r>
            <a:endParaRPr lang="en-US" altLang="en-US"/>
          </a:p>
          <a:p>
            <a:pPr marL="457200" indent="-457200">
              <a:buAutoNum type="arabicPeriod"/>
            </a:pPr>
            <a:r>
              <a:rPr lang="en-US" altLang="en-US"/>
              <a:t>enum: Declares a set of named integer constants.</a:t>
            </a:r>
            <a:endParaRPr lang="en-US" altLang="en-US"/>
          </a:p>
          <a:p>
            <a:pPr marL="457200" indent="-457200">
              <a:buAutoNum type="arabicPeriod"/>
            </a:pPr>
            <a:r>
              <a:rPr lang="en-US" altLang="en-US"/>
              <a:t>sizeof: Evaluates the memory size (in bytes) of a data type or variable.</a:t>
            </a:r>
            <a:endParaRPr lang="en-US" altLang="en-US"/>
          </a:p>
          <a:p>
            <a:pPr marL="457200" indent="-457200">
              <a:buAutoNum type="arabicPeriod"/>
            </a:pPr>
            <a:r>
              <a:rPr lang="en-US" altLang="en-US"/>
              <a:t>void: Specifies that a function returns nothing.</a:t>
            </a:r>
            <a:endParaRPr lang="en-US" alt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Control Flow &amp; Logic</a:t>
            </a:r>
            <a:endParaRPr lang="en-US" altLang="en-US"/>
          </a:p>
        </p:txBody>
      </p:sp>
      <p:sp>
        <p:nvSpPr>
          <p:cNvPr id="5" name="Text Placeholder 4"/>
          <p:cNvSpPr>
            <a:spLocks noGrp="1"/>
          </p:cNvSpPr>
          <p:nvPr>
            <p:ph type="body" idx="1"/>
          </p:nvPr>
        </p:nvSpPr>
        <p:spPr/>
        <p:txBody>
          <a:bodyPr/>
          <a:p>
            <a:r>
              <a:rPr lang="en-US" altLang="en-US"/>
              <a:t>These control the path and repetition of the program's execution:</a:t>
            </a:r>
            <a:endParaRPr lang="en-US" altLang="en-US"/>
          </a:p>
          <a:p>
            <a:r>
              <a:rPr lang="en-US" altLang="en-US"/>
              <a:t>if &amp; else: Create conditional branches (true/false).</a:t>
            </a:r>
            <a:endParaRPr lang="en-US" altLang="en-US"/>
          </a:p>
          <a:p>
            <a:r>
              <a:rPr lang="en-US" altLang="en-US"/>
              <a:t>switch &amp; case: Select one of many possible code blocks based on a matching value.</a:t>
            </a:r>
            <a:endParaRPr lang="en-US" altLang="en-US"/>
          </a:p>
          <a:p>
            <a:r>
              <a:rPr lang="en-US" altLang="en-US"/>
              <a:t>for, while, &amp; do: Create loops that repeat until a condition is met.</a:t>
            </a:r>
            <a:endParaRPr lang="en-US" altLang="en-US"/>
          </a:p>
          <a:p>
            <a:r>
              <a:rPr lang="en-US" altLang="en-US"/>
              <a:t>break &amp; continue: Exit a loop entirely or skip to the next iteration.</a:t>
            </a:r>
            <a:endParaRPr lang="en-US" altLang="en-US"/>
          </a:p>
          <a:p>
            <a:r>
              <a:rPr lang="en-US" altLang="en-US"/>
              <a:t>goto: Unconditionally jump to a different, labeled part of the code.</a:t>
            </a:r>
            <a:endParaRPr lang="en-US" altLang="en-US"/>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Function Management</a:t>
            </a:r>
            <a:endParaRPr lang="en-US" altLang="en-US"/>
          </a:p>
        </p:txBody>
      </p:sp>
      <p:sp>
        <p:nvSpPr>
          <p:cNvPr id="5" name="Text Placeholder 4"/>
          <p:cNvSpPr>
            <a:spLocks noGrp="1"/>
          </p:cNvSpPr>
          <p:nvPr>
            <p:ph type="body" idx="1"/>
          </p:nvPr>
        </p:nvSpPr>
        <p:spPr/>
        <p:txBody>
          <a:bodyPr/>
          <a:p>
            <a:r>
              <a:rPr lang="en-US" altLang="en-US"/>
              <a:t>These manage inputs, outputs, and behaviors within functions:</a:t>
            </a:r>
            <a:endParaRPr lang="en-US" altLang="en-US"/>
          </a:p>
          <a:p>
            <a:pPr marL="457200" indent="-457200">
              <a:buAutoNum type="arabicPeriod"/>
            </a:pPr>
            <a:r>
              <a:rPr lang="en-US" altLang="en-US"/>
              <a:t>return: Exits a function and optionally returns a result to the caller.</a:t>
            </a:r>
            <a:endParaRPr lang="en-US" altLang="en-US"/>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Storage Class &amp; Qualifiers</a:t>
            </a:r>
            <a:endParaRPr lang="en-US" altLang="en-US"/>
          </a:p>
        </p:txBody>
      </p:sp>
      <p:sp>
        <p:nvSpPr>
          <p:cNvPr id="5" name="Text Placeholder 4"/>
          <p:cNvSpPr>
            <a:spLocks noGrp="1"/>
          </p:cNvSpPr>
          <p:nvPr>
            <p:ph type="body" idx="1"/>
          </p:nvPr>
        </p:nvSpPr>
        <p:spPr/>
        <p:txBody>
          <a:bodyPr/>
          <a:p>
            <a:r>
              <a:rPr lang="en-US" altLang="en-US"/>
              <a:t>These tell the compiler where a variable lives in memory and how long it survives:</a:t>
            </a:r>
            <a:endParaRPr lang="en-US" altLang="en-US"/>
          </a:p>
          <a:p>
            <a:pPr marL="457200" indent="-457200">
              <a:buAutoNum type="arabicPeriod"/>
            </a:pPr>
            <a:r>
              <a:rPr lang="en-US" altLang="en-US"/>
              <a:t>static, auto, extern, &amp; register.</a:t>
            </a:r>
            <a:endParaRPr lang="en-US" altLang="en-US"/>
          </a:p>
          <a:p>
            <a:pPr marL="457200" indent="-457200">
              <a:buAutoNum type="arabicPeriod"/>
            </a:pPr>
            <a:r>
              <a:rPr lang="en-US" altLang="en-US"/>
              <a:t>const (makes a variable read-only) &amp; volatile.</a:t>
            </a:r>
            <a:endParaRPr lang="en-US" altLang="en-US"/>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Placeholder 4"/>
          <p:cNvSpPr>
            <a:spLocks noGrp="1"/>
          </p:cNvSpPr>
          <p:nvPr>
            <p:ph type="body" idx="1"/>
          </p:nvPr>
        </p:nvSpPr>
        <p:spPr/>
        <p:txBody>
          <a:bodyPr anchor="ctr" anchorCtr="0"/>
          <a:p>
            <a:pPr marL="0" indent="0" algn="ctr">
              <a:buNone/>
            </a:pPr>
            <a:r>
              <a:rPr lang="en-US" sz="8000"/>
              <a:t>THANK YOU</a:t>
            </a:r>
            <a:endParaRPr lang="en-US" sz="8000"/>
          </a:p>
        </p:txBody>
      </p:sp>
    </p:spTree>
    <p:custDataLst>
      <p:tags r:id="rId1"/>
    </p:custDataLst>
  </p:cSld>
  <p:clrMapOvr>
    <a:masterClrMapping/>
  </p:clrMapOvr>
</p:sld>
</file>

<file path=ppt/tags/tag1.xml><?xml version="1.0" encoding="utf-8"?>
<p:tagLst xmlns:p="http://schemas.openxmlformats.org/presentationml/2006/main">
  <p:tag name="KSO_WM_UNIT_TYPE" val="i"/>
  <p:tag name="KSO_WM_UNIT_INDEX" val="1"/>
  <p:tag name="KSO_WM_BEAUTIFY_FLAG" val="#wm#"/>
  <p:tag name="KSO_WM_TAG_VERSION" val="3.0"/>
  <p:tag name="KSO_WM_UNIT_ID" val="_1*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xml><?xml version="1.0" encoding="utf-8"?>
<p:tagLst xmlns:p="http://schemas.openxmlformats.org/presentationml/2006/main">
  <p:tag name="KSO_WM_UNIT_TYPE" val="i"/>
  <p:tag name="KSO_WM_UNIT_INDEX" val="2"/>
  <p:tag name="KSO_WM_BEAUTIFY_FLAG" val="#wm#"/>
  <p:tag name="KSO_WM_TAG_VERSION" val="3.0"/>
  <p:tag name="KSO_WM_UNIT_ID" val="_1*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3.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4.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5.xml><?xml version="1.0" encoding="utf-8"?>
<p:tagLst xmlns:p="http://schemas.openxmlformats.org/presentationml/2006/main">
  <p:tag name="KSO_WM_UNIT_ID" val="_1**"/>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6.xml><?xml version="1.0" encoding="utf-8"?>
<p:tagLst xmlns:p="http://schemas.openxmlformats.org/presentationml/2006/main">
  <p:tag name="KSO_WM_UNIT_TYPE" val="f"/>
  <p:tag name="KSO_WM_UNIT_SUBTYPE" val="g"/>
  <p:tag name="KSO_WM_UNIT_INDEX" val="3"/>
  <p:tag name="KSO_WM_BEAUTIFY_FLAG" val="#wm#"/>
  <p:tag name="KSO_WM_TAG_VERSION" val="3.0"/>
  <p:tag name="KSO_WM_UNIT_PRESET_TEXT" val="公司名"/>
  <p:tag name="KSO_WM_UNIT_ID" val="_1*f*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0"/>
</p:tagLst>
</file>

<file path=ppt/tags/tag7.xml><?xml version="1.0" encoding="utf-8"?>
<p:tagLst xmlns:p="http://schemas.openxmlformats.org/presentationml/2006/main">
  <p:tag name="KSO_WM_UNIT_TYPE" val="f"/>
  <p:tag name="KSO_WM_UNIT_SUBTYPE" val="c"/>
  <p:tag name="KSO_WM_UNIT_INDEX" val="2"/>
  <p:tag name="KSO_WM_BEAUTIFY_FLAG" val="#wm#"/>
  <p:tag name="KSO_WM_TAG_VERSION" val="3.0"/>
  <p:tag name="KSO_WM_UNIT_PRESET_TEXT" val="日期时间"/>
  <p:tag name="KSO_WM_UNIT_ID" val="_1*f*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1"/>
</p:tagLst>
</file>

<file path=ppt/tags/tag8.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PRESET_TEXT" val="署名"/>
  <p:tag name="KSO_WM_UNIT_ID" val="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11"/>
</p:tagLst>
</file>

<file path=ppt/tags/tag9.xml><?xml version="1.0" encoding="utf-8"?>
<p:tagLst xmlns:p="http://schemas.openxmlformats.org/presentationml/2006/main">
  <p:tag name="KSO_WM_UNIT_TYPE" val="i"/>
  <p:tag name="KSO_WM_UNIT_INDEX" val="8"/>
  <p:tag name="KSO_WM_BEAUTIFY_FLAG" val="#wm#"/>
  <p:tag name="KSO_WM_TAG_VERSION" val="3.0"/>
  <p:tag name="KSO_WM_UNIT_ID" val="_1*i*8"/>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TYPE" val="i"/>
  <p:tag name="KSO_WM_UNIT_INDEX" val="7"/>
  <p:tag name="KSO_WM_BEAUTIFY_FLAG" val="#wm#"/>
  <p:tag name="KSO_WM_TAG_VERSION" val="3.0"/>
  <p:tag name="KSO_WM_UNIT_ID" val="_1*i*7"/>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TYPE" val="i"/>
  <p:tag name="KSO_WM_UNIT_INDEX" val="5"/>
  <p:tag name="KSO_WM_BEAUTIFY_FLAG" val="#wm#"/>
  <p:tag name="KSO_WM_TAG_VERSION" val="3.0"/>
  <p:tag name="KSO_WM_UNIT_ID" val="_1*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TYPE" val="i"/>
  <p:tag name="KSO_WM_UNIT_INDEX" val="6"/>
  <p:tag name="KSO_WM_BEAUTIFY_FLAG" val="#wm#"/>
  <p:tag name="KSO_WM_TAG_VERSION" val="3.0"/>
  <p:tag name="KSO_WM_UNIT_ID" val="_1*i*6"/>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TYPE" val="i"/>
  <p:tag name="KSO_WM_UNIT_INDEX" val="10"/>
  <p:tag name="KSO_WM_BEAUTIFY_FLAG" val="#wm#"/>
  <p:tag name="KSO_WM_TAG_VERSION" val="3.0"/>
  <p:tag name="KSO_WM_UNIT_ID" val="_1*i*1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TYPE" val="a"/>
  <p:tag name="KSO_WM_UNIT_INDEX" val="1"/>
  <p:tag name="KSO_WM_BEAUTIFY_FLAG" val="#wm#"/>
  <p:tag name="KSO_WM_TAG_VERSION" val="3.0"/>
  <p:tag name="KSO_WM_UNIT_PRESET_TEXT" val="单击编辑母版标题"/>
  <p:tag name="KSO_WM_UNIT_ID" val="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44"/>
</p:tagLst>
</file>

<file path=ppt/tags/tag15.xml><?xml version="1.0" encoding="utf-8"?>
<p:tagLst xmlns:p="http://schemas.openxmlformats.org/presentationml/2006/main">
  <p:tag name="KSO_WM_UNIT_TYPE" val="i"/>
  <p:tag name="KSO_WM_UNIT_INDEX" val="4"/>
  <p:tag name="KSO_WM_BEAUTIFY_FLAG" val="#wm#"/>
  <p:tag name="KSO_WM_TAG_VERSION" val="3.0"/>
  <p:tag name="KSO_WM_UNIT_ID" val="_1*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6.xml><?xml version="1.0" encoding="utf-8"?>
<p:tagLst xmlns:p="http://schemas.openxmlformats.org/presentationml/2006/main">
  <p:tag name="KSO_WM_UNIT_TYPE" val="i"/>
  <p:tag name="KSO_WM_UNIT_INDEX" val="3"/>
  <p:tag name="KSO_WM_BEAUTIFY_FLAG" val="#wm#"/>
  <p:tag name="KSO_WM_TAG_VERSION" val="3.0"/>
  <p:tag name="KSO_WM_UNIT_ID" val="_1*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7.xml><?xml version="1.0" encoding="utf-8"?>
<p:tagLst xmlns:p="http://schemas.openxmlformats.org/presentationml/2006/main">
  <p:tag name="KSO_WM_UNIT_TYPE" val="i"/>
  <p:tag name="KSO_WM_UNIT_INDEX" val="9"/>
  <p:tag name="KSO_WM_BEAUTIFY_FLAG" val="#wm#"/>
  <p:tag name="KSO_WM_TAG_VERSION" val="3.0"/>
  <p:tag name="KSO_WM_UNIT_ID" val="_1*i*9"/>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8.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9.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30"/>
  <p:tag name="KSO_WM_TEMPLATE_CATEGORY" val="custom"/>
  <p:tag name="KSO_WM_TEMPLATE_INDEX" val="20238443"/>
</p:tagLst>
</file>

<file path=ppt/tags/tag20.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350"/>
  <p:tag name="KSO_WM_TEMPLATE_CATEGORY" val="custom"/>
  <p:tag name="KSO_WM_TEMPLATE_INDEX" val="20238443"/>
</p:tagLst>
</file>

<file path=ppt/tags/tag21.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3.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4.xml><?xml version="1.0" encoding="utf-8"?>
<p:tagLst xmlns:p="http://schemas.openxmlformats.org/presentationml/2006/main">
  <p:tag name="KSO_WM_TEMPLATE_THUMBS_INDEX" val="1、9"/>
  <p:tag name="KSO_WM_TEMPLATE_SUBCATEGORY" val="29"/>
  <p:tag name="KSO_WM_TEMPLATE_COLOR_TYPE" val="0"/>
  <p:tag name="KSO_WM_TAG_VERSION" val="3.0"/>
  <p:tag name="KSO_WM_BEAUTIFY_FLAG" val="#wm#"/>
  <p:tag name="KSO_WM_TEMPLATE_INDEX" val="20238443"/>
  <p:tag name="KSO_WM_TEMPLATE_CATEGORY" val="custom"/>
  <p:tag name="KSO_WM_TEMPLATE_MASTER_TYPE" val="0"/>
  <p:tag name="KSO_WM_SPECIAL_SOURCE" val="bdnull"/>
</p:tagLst>
</file>

<file path=ppt/tags/tag25.xml><?xml version="1.0" encoding="utf-8"?>
<p:tagLst xmlns:p="http://schemas.openxmlformats.org/presentationml/2006/main">
  <p:tag name="KSO_WM_UNIT_TYPE" val="a"/>
  <p:tag name="KSO_WM_UNIT_INDEX" val="1"/>
  <p:tag name="KSO_WM_BEAUTIFY_FLAG" val="#wm#"/>
  <p:tag name="KSO_WM_TAG_VERSION" val="3.0"/>
  <p:tag name="KSO_WM_UNIT_ID" val="custom20238443_1*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443"/>
  <p:tag name="KSO_WM_TEMPLATE_CATEGORY" val="custom"/>
  <p:tag name="KSO_WM_UNIT_ISCONTENTSTITLE" val="0"/>
  <p:tag name="KSO_WM_UNIT_PRESET_TEXT" val="The title goes here"/>
</p:tagLst>
</file>

<file path=ppt/tags/tag26.xml><?xml version="1.0" encoding="utf-8"?>
<p:tagLst xmlns:p="http://schemas.openxmlformats.org/presentationml/2006/main">
  <p:tag name="KSO_WM_UNIT_TYPE" val="f"/>
  <p:tag name="KSO_WM_UNIT_SUBTYPE" val="b"/>
  <p:tag name="KSO_WM_UNIT_INDEX" val="1"/>
  <p:tag name="KSO_WM_BEAUTIFY_FLAG" val="#wm#"/>
  <p:tag name="KSO_WM_TAG_VERSION" val="3.0"/>
  <p:tag name="KSO_WM_UNIT_ID" val="custom20238443_1*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443"/>
  <p:tag name="KSO_WM_TEMPLATE_CATEGORY" val="custom"/>
  <p:tag name="KSO_WM_UNIT_PRESET_TEXT" val="Name"/>
</p:tagLst>
</file>

<file path=ppt/tags/tag27.xml><?xml version="1.0" encoding="utf-8"?>
<p:tagLst xmlns:p="http://schemas.openxmlformats.org/presentationml/2006/main">
  <p:tag name="KSO_WM_TEMPLATE_THUMBS_INDEX" val="1、9"/>
  <p:tag name="KSO_WM_SLIDE_TYPE" val="title"/>
  <p:tag name="KSO_WM_TEMPLATE_SUBCATEGORY" val="29"/>
  <p:tag name="KSO_WM_TEMPLATE_COLOR_TYPE" val="0"/>
  <p:tag name="KSO_WM_TAG_VERSION" val="3.0"/>
  <p:tag name="KSO_WM_SLIDE_SUBTYPE" val="pureTxt"/>
  <p:tag name="KSO_WM_SLIDE_ITEM_CNT" val="0"/>
  <p:tag name="KSO_WM_BEAUTIFY_FLAG" val="#wm#"/>
  <p:tag name="KSO_WM_TEMPLATE_INDEX" val="20238443"/>
  <p:tag name="KSO_WM_TEMPLATE_CATEGORY" val="custom"/>
  <p:tag name="KSO_WM_SLIDE_INDEX" val="1"/>
  <p:tag name="KSO_WM_SLIDE_ID" val="custom20238443_1"/>
  <p:tag name="KSO_WM_TEMPLATE_MASTER_TYPE" val="0"/>
  <p:tag name="KSO_WM_SLIDE_LAYOUT" val="a_f"/>
  <p:tag name="KSO_WM_SLIDE_LAYOUT_CNT" val="1_3"/>
  <p:tag name="KSO_WM_SPECIAL_SOURCE" val="bdnull"/>
</p:tagLst>
</file>

<file path=ppt/tags/tag28.xml><?xml version="1.0" encoding="utf-8"?>
<p:tagLst xmlns:p="http://schemas.openxmlformats.org/presentationml/2006/main">
  <p:tag name="KSO_WM_BEAUTIFY_FLAG" val="#wm#"/>
  <p:tag name="KSO_WM_TEMPLATE_CATEGORY" val="custom"/>
  <p:tag name="KSO_WM_TEMPLATE_INDEX" val="20238443"/>
</p:tagLst>
</file>

<file path=ppt/tags/tag29.xml><?xml version="1.0" encoding="utf-8"?>
<p:tagLst xmlns:p="http://schemas.openxmlformats.org/presentationml/2006/main">
  <p:tag name="KSO_WM_BEAUTIFY_FLAG" val="#wm#"/>
  <p:tag name="KSO_WM_TEMPLATE_CATEGORY" val="custom"/>
  <p:tag name="KSO_WM_TEMPLATE_INDEX" val="20238443"/>
</p:tagLst>
</file>

<file path=ppt/tags/tag30.xml><?xml version="1.0" encoding="utf-8"?>
<p:tagLst xmlns:p="http://schemas.openxmlformats.org/presentationml/2006/main">
  <p:tag name="KSO_WM_BEAUTIFY_FLAG" val="#wm#"/>
  <p:tag name="KSO_WM_TEMPLATE_CATEGORY" val="custom"/>
  <p:tag name="KSO_WM_TEMPLATE_INDEX" val="20238443"/>
</p:tagLst>
</file>

<file path=ppt/tags/tag31.xml><?xml version="1.0" encoding="utf-8"?>
<p:tagLst xmlns:p="http://schemas.openxmlformats.org/presentationml/2006/main">
  <p:tag name="KSO_WM_BEAUTIFY_FLAG" val="#wm#"/>
  <p:tag name="KSO_WM_TEMPLATE_CATEGORY" val="custom"/>
  <p:tag name="KSO_WM_TEMPLATE_INDEX" val="20238443"/>
</p:tagLst>
</file>

<file path=ppt/tags/tag32.xml><?xml version="1.0" encoding="utf-8"?>
<p:tagLst xmlns:p="http://schemas.openxmlformats.org/presentationml/2006/main">
  <p:tag name="KSO_WM_BEAUTIFY_FLAG" val="#wm#"/>
  <p:tag name="KSO_WM_TEMPLATE_CATEGORY" val="custom"/>
  <p:tag name="KSO_WM_TEMPLATE_INDEX" val="20238443"/>
</p:tagLst>
</file>

<file path=ppt/tags/tag33.xml><?xml version="1.0" encoding="utf-8"?>
<p:tagLst xmlns:p="http://schemas.openxmlformats.org/presentationml/2006/main">
  <p:tag name="KSO_WM_BEAUTIFY_FLAG" val="#wm#"/>
  <p:tag name="KSO_WM_TEMPLATE_CATEGORY" val="custom"/>
  <p:tag name="KSO_WM_TEMPLATE_INDEX" val="20238443"/>
</p:tagLst>
</file>

<file path=ppt/theme/theme1.xml><?xml version="1.0" encoding="utf-8"?>
<a:theme xmlns:a="http://schemas.openxmlformats.org/drawingml/2006/main" name="Office Theme">
  <a:themeElements>
    <a:clrScheme name="自定义 280">
      <a:dk1>
        <a:srgbClr val="000000"/>
      </a:dk1>
      <a:lt1>
        <a:srgbClr val="FFFFFF"/>
      </a:lt1>
      <a:dk2>
        <a:srgbClr val="3F3F3F"/>
      </a:dk2>
      <a:lt2>
        <a:srgbClr val="FCD7DD"/>
      </a:lt2>
      <a:accent1>
        <a:srgbClr val="F13B55"/>
      </a:accent1>
      <a:accent2>
        <a:srgbClr val="FF9999"/>
      </a:accent2>
      <a:accent3>
        <a:srgbClr val="518325"/>
      </a:accent3>
      <a:accent4>
        <a:srgbClr val="FFB923"/>
      </a:accent4>
      <a:accent5>
        <a:srgbClr val="2A67E2"/>
      </a:accent5>
      <a:accent6>
        <a:srgbClr val="9675D3"/>
      </a:accent6>
      <a:hlink>
        <a:srgbClr val="F13B55"/>
      </a:hlink>
      <a:folHlink>
        <a:srgbClr val="FFB923"/>
      </a:folHlink>
    </a:clrScheme>
    <a:fontScheme name="简约">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1584</Words>
  <Application>WPS Presentation</Application>
  <PresentationFormat>Widescreen</PresentationFormat>
  <Paragraphs>42</Paragraphs>
  <Slides>7</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7</vt:i4>
      </vt:variant>
    </vt:vector>
  </HeadingPairs>
  <TitlesOfParts>
    <vt:vector size="21" baseType="lpstr">
      <vt:lpstr>Arial</vt:lpstr>
      <vt:lpstr>SimSun</vt:lpstr>
      <vt:lpstr>Wingdings</vt:lpstr>
      <vt:lpstr>Wingdings</vt:lpstr>
      <vt:lpstr>Microsoft YaHei</vt:lpstr>
      <vt:lpstr>Arial Unicode MS</vt:lpstr>
      <vt:lpstr>Calibri</vt:lpstr>
      <vt:lpstr>Lato</vt:lpstr>
      <vt:lpstr>Manrope ExtraBold</vt:lpstr>
      <vt:lpstr>Google Sans</vt:lpstr>
      <vt:lpstr>monospace</vt:lpstr>
      <vt:lpstr>Arial</vt:lpstr>
      <vt:lpstr>Segoe Print</vt:lpstr>
      <vt:lpstr>Office Theme</vt:lpstr>
      <vt:lpstr>The title goes here</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KEYWORDS</dc:title>
  <dc:creator/>
  <cp:lastModifiedBy>chatbotislive</cp:lastModifiedBy>
  <cp:revision>1</cp:revision>
  <dcterms:created xsi:type="dcterms:W3CDTF">2026-06-19T17:40:09Z</dcterms:created>
  <dcterms:modified xsi:type="dcterms:W3CDTF">2026-06-19T17:40:09Z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EC8EDB4805564824897DE753A753AA5B_12</vt:lpwstr>
  </property>
</Properties>
</file>