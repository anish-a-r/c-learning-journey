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3"/>
  </p:handoutMasterIdLst>
  <p:sldIdLst>
    <p:sldId id="258" r:id="rId3"/>
    <p:sldId id="263" r:id="rId5"/>
    <p:sldId id="270" r:id="rId6"/>
    <p:sldId id="271" r:id="rId7"/>
    <p:sldId id="272" r:id="rId8"/>
    <p:sldId id="265" r:id="rId9"/>
    <p:sldId id="266" r:id="rId10"/>
    <p:sldId id="273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microsoft.com/office/2007/relationships/hdphoto" Target="../media/image2.wdp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/>
          <p:nvPr userDrawn="1">
            <p:custDataLst>
              <p:tags r:id="rId2"/>
            </p:custDataLst>
          </p:nvPr>
        </p:nvSpPr>
        <p:spPr>
          <a:xfrm>
            <a:off x="5680164" y="0"/>
            <a:ext cx="6511836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255" h="10800">
                <a:moveTo>
                  <a:pt x="0" y="0"/>
                </a:moveTo>
                <a:lnTo>
                  <a:pt x="10255" y="0"/>
                </a:lnTo>
                <a:lnTo>
                  <a:pt x="10255" y="10800"/>
                </a:lnTo>
                <a:lnTo>
                  <a:pt x="7586" y="10800"/>
                </a:lnTo>
                <a:lnTo>
                  <a:pt x="7456" y="10341"/>
                </a:lnTo>
                <a:cubicBezTo>
                  <a:pt x="6188" y="6265"/>
                  <a:pt x="3660" y="2745"/>
                  <a:pt x="327" y="237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93000">
                <a:schemeClr val="accent1">
                  <a:alpha val="0"/>
                </a:schemeClr>
              </a:gs>
              <a:gs pos="14000">
                <a:schemeClr val="accent1">
                  <a:alpha val="25000"/>
                </a:schemeClr>
              </a:gs>
            </a:gsLst>
            <a:lin ang="888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8" name="任意多边形: 形状 7"/>
          <p:cNvSpPr/>
          <p:nvPr userDrawn="1">
            <p:custDataLst>
              <p:tags r:id="rId3"/>
            </p:custDataLst>
          </p:nvPr>
        </p:nvSpPr>
        <p:spPr>
          <a:xfrm flipV="1">
            <a:off x="0" y="5487938"/>
            <a:ext cx="1833696" cy="1370062"/>
          </a:xfrm>
          <a:custGeom>
            <a:avLst/>
            <a:gdLst>
              <a:gd name="connsiteX0" fmla="*/ 0 w 2471453"/>
              <a:gd name="connsiteY0" fmla="*/ 0 h 1846568"/>
              <a:gd name="connsiteX1" fmla="*/ 2471453 w 2471453"/>
              <a:gd name="connsiteY1" fmla="*/ 0 h 1846568"/>
              <a:gd name="connsiteX2" fmla="*/ 2462477 w 2471453"/>
              <a:gd name="connsiteY2" fmla="*/ 34908 h 1846568"/>
              <a:gd name="connsiteX3" fmla="*/ 0 w 2471453"/>
              <a:gd name="connsiteY3" fmla="*/ 1846568 h 1846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1453" h="1846568">
                <a:moveTo>
                  <a:pt x="0" y="0"/>
                </a:moveTo>
                <a:lnTo>
                  <a:pt x="2471453" y="0"/>
                </a:lnTo>
                <a:lnTo>
                  <a:pt x="2462477" y="34908"/>
                </a:lnTo>
                <a:cubicBezTo>
                  <a:pt x="2136022" y="1084493"/>
                  <a:pt x="1157008" y="1846568"/>
                  <a:pt x="0" y="1846568"/>
                </a:cubicBezTo>
                <a:close/>
              </a:path>
            </a:pathLst>
          </a:custGeom>
          <a:gradFill flip="none" rotWithShape="1">
            <a:gsLst>
              <a:gs pos="93000">
                <a:schemeClr val="accent1">
                  <a:alpha val="0"/>
                </a:schemeClr>
              </a:gs>
              <a:gs pos="14000">
                <a:schemeClr val="accent1">
                  <a:alpha val="4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2" name="任意多边形: 形状 11"/>
          <p:cNvSpPr/>
          <p:nvPr userDrawn="1">
            <p:custDataLst>
              <p:tags r:id="rId4"/>
            </p:custDataLst>
          </p:nvPr>
        </p:nvSpPr>
        <p:spPr>
          <a:xfrm>
            <a:off x="11066604" y="6058012"/>
            <a:ext cx="393558" cy="62008"/>
          </a:xfrm>
          <a:custGeom>
            <a:avLst/>
            <a:gdLst>
              <a:gd name="connsiteX0" fmla="*/ 362554 w 393558"/>
              <a:gd name="connsiteY0" fmla="*/ 0 h 62008"/>
              <a:gd name="connsiteX1" fmla="*/ 393558 w 393558"/>
              <a:gd name="connsiteY1" fmla="*/ 31004 h 62008"/>
              <a:gd name="connsiteX2" fmla="*/ 362554 w 393558"/>
              <a:gd name="connsiteY2" fmla="*/ 62008 h 62008"/>
              <a:gd name="connsiteX3" fmla="*/ 331550 w 393558"/>
              <a:gd name="connsiteY3" fmla="*/ 31004 h 62008"/>
              <a:gd name="connsiteX4" fmla="*/ 362554 w 393558"/>
              <a:gd name="connsiteY4" fmla="*/ 0 h 62008"/>
              <a:gd name="connsiteX5" fmla="*/ 252037 w 393558"/>
              <a:gd name="connsiteY5" fmla="*/ 0 h 62008"/>
              <a:gd name="connsiteX6" fmla="*/ 283041 w 393558"/>
              <a:gd name="connsiteY6" fmla="*/ 31004 h 62008"/>
              <a:gd name="connsiteX7" fmla="*/ 252037 w 393558"/>
              <a:gd name="connsiteY7" fmla="*/ 62008 h 62008"/>
              <a:gd name="connsiteX8" fmla="*/ 221033 w 393558"/>
              <a:gd name="connsiteY8" fmla="*/ 31004 h 62008"/>
              <a:gd name="connsiteX9" fmla="*/ 252037 w 393558"/>
              <a:gd name="connsiteY9" fmla="*/ 0 h 62008"/>
              <a:gd name="connsiteX10" fmla="*/ 141521 w 393558"/>
              <a:gd name="connsiteY10" fmla="*/ 0 h 62008"/>
              <a:gd name="connsiteX11" fmla="*/ 172525 w 393558"/>
              <a:gd name="connsiteY11" fmla="*/ 31004 h 62008"/>
              <a:gd name="connsiteX12" fmla="*/ 141521 w 393558"/>
              <a:gd name="connsiteY12" fmla="*/ 62008 h 62008"/>
              <a:gd name="connsiteX13" fmla="*/ 110517 w 393558"/>
              <a:gd name="connsiteY13" fmla="*/ 31004 h 62008"/>
              <a:gd name="connsiteX14" fmla="*/ 141521 w 393558"/>
              <a:gd name="connsiteY14" fmla="*/ 0 h 62008"/>
              <a:gd name="connsiteX15" fmla="*/ 31004 w 393558"/>
              <a:gd name="connsiteY15" fmla="*/ 0 h 62008"/>
              <a:gd name="connsiteX16" fmla="*/ 62008 w 393558"/>
              <a:gd name="connsiteY16" fmla="*/ 31004 h 62008"/>
              <a:gd name="connsiteX17" fmla="*/ 31004 w 393558"/>
              <a:gd name="connsiteY17" fmla="*/ 62008 h 62008"/>
              <a:gd name="connsiteX18" fmla="*/ 0 w 393558"/>
              <a:gd name="connsiteY18" fmla="*/ 31004 h 62008"/>
              <a:gd name="connsiteX19" fmla="*/ 31004 w 393558"/>
              <a:gd name="connsiteY19" fmla="*/ 0 h 62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93558" h="62008">
                <a:moveTo>
                  <a:pt x="362554" y="0"/>
                </a:moveTo>
                <a:cubicBezTo>
                  <a:pt x="379677" y="0"/>
                  <a:pt x="393558" y="13881"/>
                  <a:pt x="393558" y="31004"/>
                </a:cubicBezTo>
                <a:cubicBezTo>
                  <a:pt x="393558" y="48127"/>
                  <a:pt x="379677" y="62008"/>
                  <a:pt x="362554" y="62008"/>
                </a:cubicBezTo>
                <a:cubicBezTo>
                  <a:pt x="345431" y="62008"/>
                  <a:pt x="331550" y="48127"/>
                  <a:pt x="331550" y="31004"/>
                </a:cubicBezTo>
                <a:cubicBezTo>
                  <a:pt x="331550" y="13881"/>
                  <a:pt x="345431" y="0"/>
                  <a:pt x="362554" y="0"/>
                </a:cubicBezTo>
                <a:close/>
                <a:moveTo>
                  <a:pt x="252037" y="0"/>
                </a:moveTo>
                <a:cubicBezTo>
                  <a:pt x="269160" y="0"/>
                  <a:pt x="283041" y="13881"/>
                  <a:pt x="283041" y="31004"/>
                </a:cubicBezTo>
                <a:cubicBezTo>
                  <a:pt x="283041" y="48127"/>
                  <a:pt x="269160" y="62008"/>
                  <a:pt x="252037" y="62008"/>
                </a:cubicBezTo>
                <a:cubicBezTo>
                  <a:pt x="234914" y="62008"/>
                  <a:pt x="221033" y="48127"/>
                  <a:pt x="221033" y="31004"/>
                </a:cubicBezTo>
                <a:cubicBezTo>
                  <a:pt x="221033" y="13881"/>
                  <a:pt x="234914" y="0"/>
                  <a:pt x="252037" y="0"/>
                </a:cubicBezTo>
                <a:close/>
                <a:moveTo>
                  <a:pt x="141521" y="0"/>
                </a:moveTo>
                <a:cubicBezTo>
                  <a:pt x="158644" y="0"/>
                  <a:pt x="172525" y="13881"/>
                  <a:pt x="172525" y="31004"/>
                </a:cubicBezTo>
                <a:cubicBezTo>
                  <a:pt x="172525" y="48127"/>
                  <a:pt x="158644" y="62008"/>
                  <a:pt x="141521" y="62008"/>
                </a:cubicBezTo>
                <a:cubicBezTo>
                  <a:pt x="124398" y="62008"/>
                  <a:pt x="110517" y="48127"/>
                  <a:pt x="110517" y="31004"/>
                </a:cubicBezTo>
                <a:cubicBezTo>
                  <a:pt x="110517" y="13881"/>
                  <a:pt x="124398" y="0"/>
                  <a:pt x="141521" y="0"/>
                </a:cubicBezTo>
                <a:close/>
                <a:moveTo>
                  <a:pt x="31004" y="0"/>
                </a:moveTo>
                <a:cubicBezTo>
                  <a:pt x="48127" y="0"/>
                  <a:pt x="62008" y="13881"/>
                  <a:pt x="62008" y="31004"/>
                </a:cubicBezTo>
                <a:cubicBezTo>
                  <a:pt x="62008" y="48127"/>
                  <a:pt x="48127" y="62008"/>
                  <a:pt x="31004" y="62008"/>
                </a:cubicBezTo>
                <a:cubicBezTo>
                  <a:pt x="13881" y="62008"/>
                  <a:pt x="0" y="48127"/>
                  <a:pt x="0" y="31004"/>
                </a:cubicBezTo>
                <a:cubicBezTo>
                  <a:pt x="0" y="13881"/>
                  <a:pt x="13881" y="0"/>
                  <a:pt x="310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椭圆 20"/>
          <p:cNvSpPr/>
          <p:nvPr userDrawn="1">
            <p:custDataLst>
              <p:tags r:id="rId5"/>
            </p:custDataLst>
          </p:nvPr>
        </p:nvSpPr>
        <p:spPr>
          <a:xfrm>
            <a:off x="6632998" y="1119128"/>
            <a:ext cx="4670017" cy="4670010"/>
          </a:xfrm>
          <a:prstGeom prst="ellipse">
            <a:avLst/>
          </a:prstGeom>
          <a:noFill/>
          <a:ln w="9525" cap="flat">
            <a:solidFill>
              <a:schemeClr val="accent1">
                <a:lumMod val="20000"/>
                <a:lumOff val="8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椭圆 21"/>
          <p:cNvSpPr/>
          <p:nvPr userDrawn="1">
            <p:custDataLst>
              <p:tags r:id="rId6"/>
            </p:custDataLst>
          </p:nvPr>
        </p:nvSpPr>
        <p:spPr>
          <a:xfrm>
            <a:off x="9922658" y="3690963"/>
            <a:ext cx="1476097" cy="1476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椭圆 22"/>
          <p:cNvSpPr/>
          <p:nvPr userDrawn="1">
            <p:custDataLst>
              <p:tags r:id="rId7"/>
            </p:custDataLst>
          </p:nvPr>
        </p:nvSpPr>
        <p:spPr>
          <a:xfrm>
            <a:off x="6934200" y="1420330"/>
            <a:ext cx="4067612" cy="4067606"/>
          </a:xfrm>
          <a:prstGeom prst="ellipse">
            <a:avLst/>
          </a:prstGeom>
          <a:gradFill>
            <a:gsLst>
              <a:gs pos="87000">
                <a:schemeClr val="accent1"/>
              </a:gs>
              <a:gs pos="74000">
                <a:schemeClr val="accent1">
                  <a:lumMod val="60000"/>
                  <a:lumOff val="40000"/>
                </a:schemeClr>
              </a:gs>
              <a:gs pos="21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9050" cap="flat">
            <a:solidFill>
              <a:schemeClr val="bg2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椭圆 24"/>
          <p:cNvSpPr/>
          <p:nvPr userDrawn="1">
            <p:custDataLst>
              <p:tags r:id="rId8"/>
            </p:custDataLst>
          </p:nvPr>
        </p:nvSpPr>
        <p:spPr>
          <a:xfrm>
            <a:off x="7586266" y="5026336"/>
            <a:ext cx="625730" cy="6257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图片 25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5000"/>
                    </a14:imgEffect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73603" y="376697"/>
            <a:ext cx="2784978" cy="4943336"/>
          </a:xfrm>
          <a:prstGeom prst="rect">
            <a:avLst/>
          </a:prstGeom>
        </p:spPr>
      </p:pic>
      <p:sp>
        <p:nvSpPr>
          <p:cNvPr id="13" name="椭圆 12"/>
          <p:cNvSpPr/>
          <p:nvPr userDrawn="1">
            <p:custDataLst>
              <p:tags r:id="rId12"/>
            </p:custDataLst>
          </p:nvPr>
        </p:nvSpPr>
        <p:spPr>
          <a:xfrm>
            <a:off x="10533246" y="1708523"/>
            <a:ext cx="206036" cy="20603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椭圆 14"/>
          <p:cNvSpPr/>
          <p:nvPr userDrawn="1">
            <p:custDataLst>
              <p:tags r:id="rId13"/>
            </p:custDataLst>
          </p:nvPr>
        </p:nvSpPr>
        <p:spPr>
          <a:xfrm>
            <a:off x="11219967" y="2129247"/>
            <a:ext cx="442587" cy="442587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4"/>
            </p:custDataLst>
          </p:nvPr>
        </p:nvSpPr>
        <p:spPr>
          <a:xfrm>
            <a:off x="838200" y="1208405"/>
            <a:ext cx="5795010" cy="2854325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200" b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838198" y="4323540"/>
            <a:ext cx="2880000" cy="576000"/>
          </a:xfrm>
          <a:prstGeom prst="roundRect">
            <a:avLst>
              <a:gd name="adj" fmla="val 50000"/>
            </a:avLst>
          </a:prstGeom>
          <a:gradFill>
            <a:gsLst>
              <a:gs pos="69000">
                <a:schemeClr val="accent1"/>
              </a:gs>
              <a:gs pos="6000">
                <a:schemeClr val="accent2"/>
              </a:gs>
            </a:gsLst>
            <a:lin ang="2700000" scaled="1"/>
          </a:gradFill>
          <a:effectLst>
            <a:outerShdw blurRad="127000" dist="127000" dir="2700000" algn="tl" rotWithShape="0">
              <a:schemeClr val="accent1">
                <a:alpha val="30000"/>
              </a:schemeClr>
            </a:outerShdw>
          </a:effectLst>
        </p:spPr>
        <p:txBody>
          <a:bodyPr wrap="square" rtlCol="0" anchor="ctr" anchorCtr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 b="1" dirty="0">
                <a:solidFill>
                  <a:srgbClr val="FFFFFF"/>
                </a:solidFill>
                <a:latin typeface="+mn-lt"/>
              </a:defRPr>
            </a:lvl1pPr>
          </a:lstStyle>
          <a:p>
            <a:pPr marL="0" lvl="0" algn="ctr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image" Target="../media/image3.png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3000">
                <a:schemeClr val="accent1">
                  <a:alpha val="0"/>
                </a:schemeClr>
              </a:gs>
              <a:gs pos="14000">
                <a:schemeClr val="accent1">
                  <a:alpha val="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105734" y="5219471"/>
            <a:ext cx="2086266" cy="1638529"/>
          </a:xfrm>
          <a:prstGeom prst="rect">
            <a:avLst/>
          </a:prstGeom>
        </p:spPr>
      </p:pic>
      <p:sp>
        <p:nvSpPr>
          <p:cNvPr id="8" name="任意多边形: 形状 7"/>
          <p:cNvSpPr/>
          <p:nvPr userDrawn="1">
            <p:custDataLst>
              <p:tags r:id="rId6"/>
            </p:custDataLst>
          </p:nvPr>
        </p:nvSpPr>
        <p:spPr>
          <a:xfrm>
            <a:off x="1" y="0"/>
            <a:ext cx="1240195" cy="926623"/>
          </a:xfrm>
          <a:custGeom>
            <a:avLst/>
            <a:gdLst>
              <a:gd name="connsiteX0" fmla="*/ 0 w 2471453"/>
              <a:gd name="connsiteY0" fmla="*/ 0 h 1846568"/>
              <a:gd name="connsiteX1" fmla="*/ 2471453 w 2471453"/>
              <a:gd name="connsiteY1" fmla="*/ 0 h 1846568"/>
              <a:gd name="connsiteX2" fmla="*/ 2462477 w 2471453"/>
              <a:gd name="connsiteY2" fmla="*/ 34908 h 1846568"/>
              <a:gd name="connsiteX3" fmla="*/ 0 w 2471453"/>
              <a:gd name="connsiteY3" fmla="*/ 1846568 h 1846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1453" h="1846568">
                <a:moveTo>
                  <a:pt x="0" y="0"/>
                </a:moveTo>
                <a:lnTo>
                  <a:pt x="2471453" y="0"/>
                </a:lnTo>
                <a:lnTo>
                  <a:pt x="2462477" y="34908"/>
                </a:lnTo>
                <a:cubicBezTo>
                  <a:pt x="2136022" y="1084493"/>
                  <a:pt x="1157008" y="1846568"/>
                  <a:pt x="0" y="1846568"/>
                </a:cubicBezTo>
                <a:close/>
              </a:path>
            </a:pathLst>
          </a:custGeom>
          <a:gradFill flip="none" rotWithShape="1">
            <a:gsLst>
              <a:gs pos="93000">
                <a:schemeClr val="accent1">
                  <a:alpha val="0"/>
                </a:schemeClr>
              </a:gs>
              <a:gs pos="14000">
                <a:schemeClr val="accent1">
                  <a:alpha val="4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任意多边形: 形状 10"/>
          <p:cNvSpPr/>
          <p:nvPr userDrawn="1">
            <p:custDataLst>
              <p:tags r:id="rId7"/>
            </p:custDataLst>
          </p:nvPr>
        </p:nvSpPr>
        <p:spPr>
          <a:xfrm rot="16200000">
            <a:off x="338918" y="865515"/>
            <a:ext cx="290173" cy="45719"/>
          </a:xfrm>
          <a:custGeom>
            <a:avLst/>
            <a:gdLst>
              <a:gd name="connsiteX0" fmla="*/ 362554 w 393558"/>
              <a:gd name="connsiteY0" fmla="*/ 0 h 62008"/>
              <a:gd name="connsiteX1" fmla="*/ 393558 w 393558"/>
              <a:gd name="connsiteY1" fmla="*/ 31004 h 62008"/>
              <a:gd name="connsiteX2" fmla="*/ 362554 w 393558"/>
              <a:gd name="connsiteY2" fmla="*/ 62008 h 62008"/>
              <a:gd name="connsiteX3" fmla="*/ 331550 w 393558"/>
              <a:gd name="connsiteY3" fmla="*/ 31004 h 62008"/>
              <a:gd name="connsiteX4" fmla="*/ 362554 w 393558"/>
              <a:gd name="connsiteY4" fmla="*/ 0 h 62008"/>
              <a:gd name="connsiteX5" fmla="*/ 252037 w 393558"/>
              <a:gd name="connsiteY5" fmla="*/ 0 h 62008"/>
              <a:gd name="connsiteX6" fmla="*/ 283041 w 393558"/>
              <a:gd name="connsiteY6" fmla="*/ 31004 h 62008"/>
              <a:gd name="connsiteX7" fmla="*/ 252037 w 393558"/>
              <a:gd name="connsiteY7" fmla="*/ 62008 h 62008"/>
              <a:gd name="connsiteX8" fmla="*/ 221033 w 393558"/>
              <a:gd name="connsiteY8" fmla="*/ 31004 h 62008"/>
              <a:gd name="connsiteX9" fmla="*/ 252037 w 393558"/>
              <a:gd name="connsiteY9" fmla="*/ 0 h 62008"/>
              <a:gd name="connsiteX10" fmla="*/ 141521 w 393558"/>
              <a:gd name="connsiteY10" fmla="*/ 0 h 62008"/>
              <a:gd name="connsiteX11" fmla="*/ 172525 w 393558"/>
              <a:gd name="connsiteY11" fmla="*/ 31004 h 62008"/>
              <a:gd name="connsiteX12" fmla="*/ 141521 w 393558"/>
              <a:gd name="connsiteY12" fmla="*/ 62008 h 62008"/>
              <a:gd name="connsiteX13" fmla="*/ 110517 w 393558"/>
              <a:gd name="connsiteY13" fmla="*/ 31004 h 62008"/>
              <a:gd name="connsiteX14" fmla="*/ 141521 w 393558"/>
              <a:gd name="connsiteY14" fmla="*/ 0 h 62008"/>
              <a:gd name="connsiteX15" fmla="*/ 31004 w 393558"/>
              <a:gd name="connsiteY15" fmla="*/ 0 h 62008"/>
              <a:gd name="connsiteX16" fmla="*/ 62008 w 393558"/>
              <a:gd name="connsiteY16" fmla="*/ 31004 h 62008"/>
              <a:gd name="connsiteX17" fmla="*/ 31004 w 393558"/>
              <a:gd name="connsiteY17" fmla="*/ 62008 h 62008"/>
              <a:gd name="connsiteX18" fmla="*/ 0 w 393558"/>
              <a:gd name="connsiteY18" fmla="*/ 31004 h 62008"/>
              <a:gd name="connsiteX19" fmla="*/ 31004 w 393558"/>
              <a:gd name="connsiteY19" fmla="*/ 0 h 62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93558" h="62008">
                <a:moveTo>
                  <a:pt x="362554" y="0"/>
                </a:moveTo>
                <a:cubicBezTo>
                  <a:pt x="379677" y="0"/>
                  <a:pt x="393558" y="13881"/>
                  <a:pt x="393558" y="31004"/>
                </a:cubicBezTo>
                <a:cubicBezTo>
                  <a:pt x="393558" y="48127"/>
                  <a:pt x="379677" y="62008"/>
                  <a:pt x="362554" y="62008"/>
                </a:cubicBezTo>
                <a:cubicBezTo>
                  <a:pt x="345431" y="62008"/>
                  <a:pt x="331550" y="48127"/>
                  <a:pt x="331550" y="31004"/>
                </a:cubicBezTo>
                <a:cubicBezTo>
                  <a:pt x="331550" y="13881"/>
                  <a:pt x="345431" y="0"/>
                  <a:pt x="362554" y="0"/>
                </a:cubicBezTo>
                <a:close/>
                <a:moveTo>
                  <a:pt x="252037" y="0"/>
                </a:moveTo>
                <a:cubicBezTo>
                  <a:pt x="269160" y="0"/>
                  <a:pt x="283041" y="13881"/>
                  <a:pt x="283041" y="31004"/>
                </a:cubicBezTo>
                <a:cubicBezTo>
                  <a:pt x="283041" y="48127"/>
                  <a:pt x="269160" y="62008"/>
                  <a:pt x="252037" y="62008"/>
                </a:cubicBezTo>
                <a:cubicBezTo>
                  <a:pt x="234914" y="62008"/>
                  <a:pt x="221033" y="48127"/>
                  <a:pt x="221033" y="31004"/>
                </a:cubicBezTo>
                <a:cubicBezTo>
                  <a:pt x="221033" y="13881"/>
                  <a:pt x="234914" y="0"/>
                  <a:pt x="252037" y="0"/>
                </a:cubicBezTo>
                <a:close/>
                <a:moveTo>
                  <a:pt x="141521" y="0"/>
                </a:moveTo>
                <a:cubicBezTo>
                  <a:pt x="158644" y="0"/>
                  <a:pt x="172525" y="13881"/>
                  <a:pt x="172525" y="31004"/>
                </a:cubicBezTo>
                <a:cubicBezTo>
                  <a:pt x="172525" y="48127"/>
                  <a:pt x="158644" y="62008"/>
                  <a:pt x="141521" y="62008"/>
                </a:cubicBezTo>
                <a:cubicBezTo>
                  <a:pt x="124398" y="62008"/>
                  <a:pt x="110517" y="48127"/>
                  <a:pt x="110517" y="31004"/>
                </a:cubicBezTo>
                <a:cubicBezTo>
                  <a:pt x="110517" y="13881"/>
                  <a:pt x="124398" y="0"/>
                  <a:pt x="141521" y="0"/>
                </a:cubicBezTo>
                <a:close/>
                <a:moveTo>
                  <a:pt x="31004" y="0"/>
                </a:moveTo>
                <a:cubicBezTo>
                  <a:pt x="48127" y="0"/>
                  <a:pt x="62008" y="13881"/>
                  <a:pt x="62008" y="31004"/>
                </a:cubicBezTo>
                <a:cubicBezTo>
                  <a:pt x="62008" y="48127"/>
                  <a:pt x="48127" y="62008"/>
                  <a:pt x="31004" y="62008"/>
                </a:cubicBezTo>
                <a:cubicBezTo>
                  <a:pt x="13881" y="62008"/>
                  <a:pt x="0" y="48127"/>
                  <a:pt x="0" y="31004"/>
                </a:cubicBezTo>
                <a:cubicBezTo>
                  <a:pt x="0" y="13881"/>
                  <a:pt x="13881" y="0"/>
                  <a:pt x="310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KSO_TEMPLATE" hidden="1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tags" Target="../tags/tag3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tags" Target="../tags/tag5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4" Type="http://schemas.openxmlformats.org/officeDocument/2006/relationships/notesSlide" Target="../notesSlides/notesSlide5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89.xml"/><Relationship Id="rId21" Type="http://schemas.openxmlformats.org/officeDocument/2006/relationships/tags" Target="../tags/tag88.xml"/><Relationship Id="rId20" Type="http://schemas.openxmlformats.org/officeDocument/2006/relationships/tags" Target="../tags/tag87.xml"/><Relationship Id="rId2" Type="http://schemas.openxmlformats.org/officeDocument/2006/relationships/tags" Target="../tags/tag69.xml"/><Relationship Id="rId19" Type="http://schemas.openxmlformats.org/officeDocument/2006/relationships/tags" Target="../tags/tag86.xml"/><Relationship Id="rId18" Type="http://schemas.openxmlformats.org/officeDocument/2006/relationships/tags" Target="../tags/tag85.xml"/><Relationship Id="rId17" Type="http://schemas.openxmlformats.org/officeDocument/2006/relationships/tags" Target="../tags/tag84.xml"/><Relationship Id="rId16" Type="http://schemas.openxmlformats.org/officeDocument/2006/relationships/tags" Target="../tags/tag83.xml"/><Relationship Id="rId15" Type="http://schemas.openxmlformats.org/officeDocument/2006/relationships/tags" Target="../tags/tag82.xml"/><Relationship Id="rId14" Type="http://schemas.openxmlformats.org/officeDocument/2006/relationships/tags" Target="../tags/tag81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tags" Target="../tags/tag9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IDENTIFIERS</a:t>
            </a:r>
            <a:endParaRPr 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ANISH A R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94405"/>
            <a:ext cx="10800000" cy="792000"/>
          </a:xfrm>
        </p:spPr>
        <p:txBody>
          <a:bodyPr wrap="square">
            <a:normAutofit/>
          </a:bodyPr>
          <a:lstStyle/>
          <a:p>
            <a:r>
              <a:rPr lang="en-US" spc="0" dirty="0">
                <a:latin typeface="+mj-lt"/>
              </a:rPr>
              <a:t>Rules for Naming Identifiers</a:t>
            </a:r>
            <a:endParaRPr lang="en-US" spc="0" dirty="0">
              <a:latin typeface="+mj-lt"/>
            </a:endParaRPr>
          </a:p>
        </p:txBody>
      </p:sp>
      <p:sp>
        <p:nvSpPr>
          <p:cNvPr id="2" name="任意多边形: 形状 53"/>
          <p:cNvSpPr/>
          <p:nvPr>
            <p:custDataLst>
              <p:tags r:id="rId2"/>
            </p:custDataLst>
          </p:nvPr>
        </p:nvSpPr>
        <p:spPr>
          <a:xfrm>
            <a:off x="4962141" y="2105617"/>
            <a:ext cx="888189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324000" rIns="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01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4" name="任意多边形: 形状 56"/>
          <p:cNvSpPr/>
          <p:nvPr>
            <p:custDataLst>
              <p:tags r:id="rId3"/>
            </p:custDataLst>
          </p:nvPr>
        </p:nvSpPr>
        <p:spPr>
          <a:xfrm>
            <a:off x="695325" y="1476295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2371" tIns="177358" rIns="1253264" bIns="177357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C compiler enforces strict grammatical rules for creating names. Breaking these rules causes a syntax error.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任意多边形: 形状 61"/>
          <p:cNvSpPr/>
          <p:nvPr>
            <p:custDataLst>
              <p:tags r:id="rId4"/>
            </p:custDataLst>
          </p:nvPr>
        </p:nvSpPr>
        <p:spPr>
          <a:xfrm>
            <a:off x="4962141" y="3779575"/>
            <a:ext cx="888190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324000" rIns="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03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6" name="任意多边形: 形状 64"/>
          <p:cNvSpPr/>
          <p:nvPr>
            <p:custDataLst>
              <p:tags r:id="rId5"/>
            </p:custDataLst>
          </p:nvPr>
        </p:nvSpPr>
        <p:spPr>
          <a:xfrm>
            <a:off x="695325" y="3139458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2371" tIns="177358" rIns="1253264" bIns="177357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First Character: Must be a letter or an underscore. It cannot start with a digit.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7" name="任意多边形: 形状 65"/>
          <p:cNvSpPr/>
          <p:nvPr>
            <p:custDataLst>
              <p:tags r:id="rId6"/>
            </p:custDataLst>
          </p:nvPr>
        </p:nvSpPr>
        <p:spPr>
          <a:xfrm>
            <a:off x="4962141" y="5442738"/>
            <a:ext cx="888190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324000" rIns="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05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8" name="任意多边形: 形状 68"/>
          <p:cNvSpPr/>
          <p:nvPr>
            <p:custDataLst>
              <p:tags r:id="rId7"/>
            </p:custDataLst>
          </p:nvPr>
        </p:nvSpPr>
        <p:spPr>
          <a:xfrm>
            <a:off x="695325" y="4803255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2371" tIns="177358" rIns="1253264" bIns="177357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Case Sensitivity: Upper and lowercase letters are completely different. myVariable and myvariable are distinct.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9" name="任意多边形: 形状 91"/>
          <p:cNvSpPr/>
          <p:nvPr>
            <p:custDataLst>
              <p:tags r:id="rId8"/>
            </p:custDataLst>
          </p:nvPr>
        </p:nvSpPr>
        <p:spPr>
          <a:xfrm flipH="1">
            <a:off x="6341442" y="2105617"/>
            <a:ext cx="888189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24000" rIns="14400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02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10" name="任意多边形: 形状 94"/>
          <p:cNvSpPr/>
          <p:nvPr>
            <p:custDataLst>
              <p:tags r:id="rId9"/>
            </p:custDataLst>
          </p:nvPr>
        </p:nvSpPr>
        <p:spPr>
          <a:xfrm flipH="1">
            <a:off x="6298894" y="1476295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53264" tIns="177358" rIns="322370" bIns="177357" rtlCol="0" anchor="ctr">
            <a:normAutofit/>
          </a:bodyPr>
          <a:p>
            <a:pPr algn="r">
              <a:lnSpc>
                <a:spcPct val="15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Allowed Characters: Only letters (uppercase and lowercase), digits (0-9), and underscores (_).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1" name="任意多边形: 形状 95"/>
          <p:cNvSpPr/>
          <p:nvPr>
            <p:custDataLst>
              <p:tags r:id="rId10"/>
            </p:custDataLst>
          </p:nvPr>
        </p:nvSpPr>
        <p:spPr>
          <a:xfrm flipH="1">
            <a:off x="6341442" y="3779575"/>
            <a:ext cx="888190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24000" rIns="14400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04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12" name="任意多边形: 形状 98"/>
          <p:cNvSpPr/>
          <p:nvPr>
            <p:custDataLst>
              <p:tags r:id="rId11"/>
            </p:custDataLst>
          </p:nvPr>
        </p:nvSpPr>
        <p:spPr>
          <a:xfrm flipH="1">
            <a:off x="6298894" y="3139458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53264" tIns="177358" rIns="322370" bIns="177357" rtlCol="0" anchor="ctr">
            <a:normAutofit/>
          </a:bodyPr>
          <a:p>
            <a:pPr algn="r">
              <a:lnSpc>
                <a:spcPct val="15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No Keywords: You cannot use reserved keywords (like int or return) as names.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3" name="任意多边形: 形状 99"/>
          <p:cNvSpPr/>
          <p:nvPr>
            <p:custDataLst>
              <p:tags r:id="rId12"/>
            </p:custDataLst>
          </p:nvPr>
        </p:nvSpPr>
        <p:spPr>
          <a:xfrm flipH="1">
            <a:off x="6341442" y="5442738"/>
            <a:ext cx="888189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24000" rIns="14400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06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14" name="任意多边形: 形状 102"/>
          <p:cNvSpPr/>
          <p:nvPr>
            <p:custDataLst>
              <p:tags r:id="rId13"/>
            </p:custDataLst>
          </p:nvPr>
        </p:nvSpPr>
        <p:spPr>
          <a:xfrm flipH="1">
            <a:off x="6298894" y="4803255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53264" tIns="177358" rIns="322370" bIns="177357" rtlCol="0" anchor="ctr">
            <a:normAutofit/>
          </a:bodyPr>
          <a:p>
            <a:pPr algn="r">
              <a:lnSpc>
                <a:spcPct val="15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No Special Symbols: Spaces, punctuation, and symbols (like $, @, #, %) are strictly forbidden.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t>Invaild identiiers</a:t>
            </a:r>
          </a:p>
        </p:txBody>
      </p:sp>
      <p:sp>
        <p:nvSpPr>
          <p:cNvPr id="7" name="任意多边形 19"/>
          <p:cNvSpPr/>
          <p:nvPr>
            <p:custDataLst>
              <p:tags r:id="rId2"/>
            </p:custDataLst>
          </p:nvPr>
        </p:nvSpPr>
        <p:spPr>
          <a:xfrm>
            <a:off x="945068" y="3017673"/>
            <a:ext cx="5036645" cy="1386127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189" y="0"/>
                </a:moveTo>
                <a:lnTo>
                  <a:pt x="2366" y="0"/>
                </a:lnTo>
                <a:cubicBezTo>
                  <a:pt x="2370" y="0"/>
                  <a:pt x="2374" y="0"/>
                  <a:pt x="2378" y="0"/>
                </a:cubicBezTo>
                <a:lnTo>
                  <a:pt x="2388" y="1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5310" y="2179"/>
                </a:lnTo>
                <a:lnTo>
                  <a:pt x="2189" y="2179"/>
                </a:lnTo>
                <a:lnTo>
                  <a:pt x="243" y="2179"/>
                </a:lnTo>
                <a:cubicBezTo>
                  <a:pt x="109" y="2179"/>
                  <a:pt x="0" y="2072"/>
                  <a:pt x="0" y="1939"/>
                </a:cubicBezTo>
                <a:lnTo>
                  <a:pt x="0" y="1689"/>
                </a:lnTo>
                <a:lnTo>
                  <a:pt x="27" y="1693"/>
                </a:lnTo>
                <a:cubicBezTo>
                  <a:pt x="58" y="1698"/>
                  <a:pt x="90" y="1701"/>
                  <a:pt x="123" y="1701"/>
                </a:cubicBezTo>
                <a:cubicBezTo>
                  <a:pt x="468" y="1701"/>
                  <a:pt x="747" y="1425"/>
                  <a:pt x="747" y="1084"/>
                </a:cubicBezTo>
                <a:cubicBezTo>
                  <a:pt x="747" y="744"/>
                  <a:pt x="468" y="468"/>
                  <a:pt x="123" y="468"/>
                </a:cubicBezTo>
                <a:cubicBezTo>
                  <a:pt x="90" y="468"/>
                  <a:pt x="58" y="471"/>
                  <a:pt x="27" y="476"/>
                </a:cubicBezTo>
                <a:lnTo>
                  <a:pt x="0" y="479"/>
                </a:lnTo>
                <a:lnTo>
                  <a:pt x="0" y="241"/>
                </a:lnTo>
                <a:cubicBezTo>
                  <a:pt x="0" y="108"/>
                  <a:pt x="109" y="1"/>
                  <a:pt x="243" y="1"/>
                </a:cubicBezTo>
                <a:lnTo>
                  <a:pt x="2189" y="1"/>
                </a:lnTo>
                <a:lnTo>
                  <a:pt x="2189" y="0"/>
                </a:ln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sym typeface="+mn-ea"/>
              </a:rPr>
              <a:t>user name 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➔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 Invalid: Contains a space. The compiler treats this as two separate tokens and throws a syntax error.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任意多边形 22"/>
          <p:cNvSpPr/>
          <p:nvPr>
            <p:custDataLst>
              <p:tags r:id="rId3"/>
            </p:custDataLst>
          </p:nvPr>
        </p:nvSpPr>
        <p:spPr>
          <a:xfrm>
            <a:off x="945068" y="4678349"/>
            <a:ext cx="5036645" cy="1386127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43" y="0"/>
                </a:moveTo>
                <a:lnTo>
                  <a:pt x="2189" y="0"/>
                </a:lnTo>
                <a:lnTo>
                  <a:pt x="2366" y="0"/>
                </a:lnTo>
                <a:lnTo>
                  <a:pt x="2378" y="0"/>
                </a:lnTo>
                <a:lnTo>
                  <a:pt x="5310" y="0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2189" y="2179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 lnSpcReduction="10000"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sym typeface="+mn-ea"/>
              </a:rPr>
              <a:t>gross-weight 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➔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 Invalid: Contains a hyphen. The compiler reads this as a subtraction operation (gross minus weight).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任意多边形 5"/>
          <p:cNvSpPr/>
          <p:nvPr>
            <p:custDataLst>
              <p:tags r:id="rId4"/>
            </p:custDataLst>
          </p:nvPr>
        </p:nvSpPr>
        <p:spPr>
          <a:xfrm>
            <a:off x="945068" y="1357631"/>
            <a:ext cx="5036645" cy="1384426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sym typeface="+mn-ea"/>
              </a:rPr>
              <a:t>2nd_place 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➔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 Invalid: Starts with a digit. The compiler expects a number or keyword when it reads a digit first.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10" name="椭圆 4"/>
          <p:cNvSpPr/>
          <p:nvPr>
            <p:custDataLst>
              <p:tags r:id="rId5"/>
            </p:custDataLst>
          </p:nvPr>
        </p:nvSpPr>
        <p:spPr>
          <a:xfrm>
            <a:off x="698031" y="1725330"/>
            <a:ext cx="648167" cy="64816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 dirty="0">
                <a:solidFill>
                  <a:schemeClr val="lt1"/>
                </a:solidFill>
                <a:sym typeface="+mn-lt"/>
              </a:rPr>
              <a:t>01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1" name="椭圆 21"/>
          <p:cNvSpPr/>
          <p:nvPr>
            <p:custDataLst>
              <p:tags r:id="rId6"/>
            </p:custDataLst>
          </p:nvPr>
        </p:nvSpPr>
        <p:spPr>
          <a:xfrm>
            <a:off x="698031" y="3385371"/>
            <a:ext cx="648167" cy="64816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03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4" name="任意多边形 27"/>
          <p:cNvSpPr/>
          <p:nvPr>
            <p:custDataLst>
              <p:tags r:id="rId7"/>
            </p:custDataLst>
          </p:nvPr>
        </p:nvSpPr>
        <p:spPr>
          <a:xfrm>
            <a:off x="6468168" y="1357631"/>
            <a:ext cx="5036645" cy="1384426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sym typeface="+mn-ea"/>
              </a:rPr>
              <a:t>total$amount 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➔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 Invalid: Contains the $ symbol. Only letters, digits, and underscores are allowed.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椭圆 24"/>
          <p:cNvSpPr/>
          <p:nvPr>
            <p:custDataLst>
              <p:tags r:id="rId8"/>
            </p:custDataLst>
          </p:nvPr>
        </p:nvSpPr>
        <p:spPr>
          <a:xfrm>
            <a:off x="698031" y="5045413"/>
            <a:ext cx="648167" cy="64816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05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6" name="椭圆 28"/>
          <p:cNvSpPr/>
          <p:nvPr>
            <p:custDataLst>
              <p:tags r:id="rId9"/>
            </p:custDataLst>
          </p:nvPr>
        </p:nvSpPr>
        <p:spPr>
          <a:xfrm>
            <a:off x="6221130" y="1725330"/>
            <a:ext cx="648167" cy="64816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02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7" name="任意多边形 2"/>
          <p:cNvSpPr/>
          <p:nvPr>
            <p:custDataLst>
              <p:tags r:id="rId10"/>
            </p:custDataLst>
          </p:nvPr>
        </p:nvSpPr>
        <p:spPr>
          <a:xfrm>
            <a:off x="6468803" y="3018308"/>
            <a:ext cx="5036645" cy="1384426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sym typeface="+mn-ea"/>
              </a:rPr>
              <a:t>switch 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➔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 Invalid: This is a reserved keyword [gpnanakpur.ac.in]. You cannot reuse it for variables.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8" name="椭圆 3"/>
          <p:cNvSpPr/>
          <p:nvPr>
            <p:custDataLst>
              <p:tags r:id="rId11"/>
            </p:custDataLst>
          </p:nvPr>
        </p:nvSpPr>
        <p:spPr>
          <a:xfrm>
            <a:off x="6221765" y="3386006"/>
            <a:ext cx="648167" cy="64816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04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t>Valid But Terrible Identifiers</a:t>
            </a:r>
          </a:p>
        </p:txBody>
      </p:sp>
      <p:sp>
        <p:nvSpPr>
          <p:cNvPr id="7" name="任意多边形 19"/>
          <p:cNvSpPr/>
          <p:nvPr>
            <p:custDataLst>
              <p:tags r:id="rId2"/>
            </p:custDataLst>
          </p:nvPr>
        </p:nvSpPr>
        <p:spPr>
          <a:xfrm>
            <a:off x="945068" y="3017673"/>
            <a:ext cx="5036645" cy="1386127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189" y="0"/>
                </a:moveTo>
                <a:lnTo>
                  <a:pt x="2366" y="0"/>
                </a:lnTo>
                <a:cubicBezTo>
                  <a:pt x="2370" y="0"/>
                  <a:pt x="2374" y="0"/>
                  <a:pt x="2378" y="0"/>
                </a:cubicBezTo>
                <a:lnTo>
                  <a:pt x="2388" y="1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5310" y="2179"/>
                </a:lnTo>
                <a:lnTo>
                  <a:pt x="2189" y="2179"/>
                </a:lnTo>
                <a:lnTo>
                  <a:pt x="243" y="2179"/>
                </a:lnTo>
                <a:cubicBezTo>
                  <a:pt x="109" y="2179"/>
                  <a:pt x="0" y="2072"/>
                  <a:pt x="0" y="1939"/>
                </a:cubicBezTo>
                <a:lnTo>
                  <a:pt x="0" y="1689"/>
                </a:lnTo>
                <a:lnTo>
                  <a:pt x="27" y="1693"/>
                </a:lnTo>
                <a:cubicBezTo>
                  <a:pt x="58" y="1698"/>
                  <a:pt x="90" y="1701"/>
                  <a:pt x="123" y="1701"/>
                </a:cubicBezTo>
                <a:cubicBezTo>
                  <a:pt x="468" y="1701"/>
                  <a:pt x="747" y="1425"/>
                  <a:pt x="747" y="1084"/>
                </a:cubicBezTo>
                <a:cubicBezTo>
                  <a:pt x="747" y="744"/>
                  <a:pt x="468" y="468"/>
                  <a:pt x="123" y="468"/>
                </a:cubicBezTo>
                <a:cubicBezTo>
                  <a:pt x="90" y="468"/>
                  <a:pt x="58" y="471"/>
                  <a:pt x="27" y="476"/>
                </a:cubicBezTo>
                <a:lnTo>
                  <a:pt x="0" y="479"/>
                </a:lnTo>
                <a:lnTo>
                  <a:pt x="0" y="241"/>
                </a:lnTo>
                <a:cubicBezTo>
                  <a:pt x="0" y="108"/>
                  <a:pt x="109" y="1"/>
                  <a:pt x="243" y="1"/>
                </a:cubicBezTo>
                <a:lnTo>
                  <a:pt x="2189" y="1"/>
                </a:lnTo>
                <a:lnTo>
                  <a:pt x="2189" y="0"/>
                </a:ln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sym typeface="+mn-ea"/>
              </a:rPr>
              <a:t>int a, b, c, d; 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➔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 Terrible: Single-letter names tell the reader nothing about what data the variable holds.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任意多边形 22"/>
          <p:cNvSpPr/>
          <p:nvPr>
            <p:custDataLst>
              <p:tags r:id="rId3"/>
            </p:custDataLst>
          </p:nvPr>
        </p:nvSpPr>
        <p:spPr>
          <a:xfrm>
            <a:off x="944880" y="4678045"/>
            <a:ext cx="5737860" cy="1386205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43" y="0"/>
                </a:moveTo>
                <a:lnTo>
                  <a:pt x="2189" y="0"/>
                </a:lnTo>
                <a:lnTo>
                  <a:pt x="2366" y="0"/>
                </a:lnTo>
                <a:lnTo>
                  <a:pt x="2378" y="0"/>
                </a:lnTo>
                <a:lnTo>
                  <a:pt x="5310" y="0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2189" y="2179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 fontScale="90000"/>
          </a:bodyPr>
          <a:p>
            <a:pPr>
              <a:lnSpc>
                <a:spcPct val="150000"/>
              </a:lnSpc>
            </a:pPr>
            <a:r>
              <a:rPr lang="en-US" sz="1600" b="1">
                <a:solidFill>
                  <a:schemeClr val="tx1"/>
                </a:solidFill>
                <a:sym typeface="+mn-ea"/>
              </a:rPr>
              <a:t>float data_from_the_sensor_located_in_the_main_engine_chamber; 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➔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 Terrible: Excessively long names make lines of code hard to read and type.</a:t>
            </a:r>
            <a:endParaRPr lang="en-US" altLang="zh-CN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任意多边形 5"/>
          <p:cNvSpPr/>
          <p:nvPr>
            <p:custDataLst>
              <p:tags r:id="rId4"/>
            </p:custDataLst>
          </p:nvPr>
        </p:nvSpPr>
        <p:spPr>
          <a:xfrm>
            <a:off x="945068" y="1357631"/>
            <a:ext cx="5036645" cy="1384426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sym typeface="+mn-ea"/>
              </a:rPr>
              <a:t>These names compile perfectly but cause confusion, bugs, and maintenance issues:</a:t>
            </a:r>
            <a:endParaRPr 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10" name="椭圆 4"/>
          <p:cNvSpPr/>
          <p:nvPr>
            <p:custDataLst>
              <p:tags r:id="rId5"/>
            </p:custDataLst>
          </p:nvPr>
        </p:nvSpPr>
        <p:spPr>
          <a:xfrm>
            <a:off x="698031" y="1725330"/>
            <a:ext cx="648167" cy="64816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 dirty="0">
                <a:solidFill>
                  <a:schemeClr val="lt1"/>
                </a:solidFill>
                <a:sym typeface="+mn-lt"/>
              </a:rPr>
              <a:t>01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1" name="椭圆 21"/>
          <p:cNvSpPr/>
          <p:nvPr>
            <p:custDataLst>
              <p:tags r:id="rId6"/>
            </p:custDataLst>
          </p:nvPr>
        </p:nvSpPr>
        <p:spPr>
          <a:xfrm>
            <a:off x="698031" y="3385371"/>
            <a:ext cx="648167" cy="64816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03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4" name="任意多边形 27"/>
          <p:cNvSpPr/>
          <p:nvPr>
            <p:custDataLst>
              <p:tags r:id="rId7"/>
            </p:custDataLst>
          </p:nvPr>
        </p:nvSpPr>
        <p:spPr>
          <a:xfrm>
            <a:off x="6468168" y="1357631"/>
            <a:ext cx="5036645" cy="1384426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sym typeface="+mn-ea"/>
              </a:rPr>
              <a:t>int l, O; 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➔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 Terrible: Lowercase l looks exactly like the number 1. Uppercase O looks like the number 0.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椭圆 24"/>
          <p:cNvSpPr/>
          <p:nvPr>
            <p:custDataLst>
              <p:tags r:id="rId8"/>
            </p:custDataLst>
          </p:nvPr>
        </p:nvSpPr>
        <p:spPr>
          <a:xfrm>
            <a:off x="698031" y="5045413"/>
            <a:ext cx="648167" cy="64816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05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6" name="椭圆 28"/>
          <p:cNvSpPr/>
          <p:nvPr>
            <p:custDataLst>
              <p:tags r:id="rId9"/>
            </p:custDataLst>
          </p:nvPr>
        </p:nvSpPr>
        <p:spPr>
          <a:xfrm>
            <a:off x="6221130" y="1725330"/>
            <a:ext cx="648167" cy="64816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02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7" name="任意多边形 2"/>
          <p:cNvSpPr/>
          <p:nvPr>
            <p:custDataLst>
              <p:tags r:id="rId10"/>
            </p:custDataLst>
          </p:nvPr>
        </p:nvSpPr>
        <p:spPr>
          <a:xfrm>
            <a:off x="6468803" y="3018308"/>
            <a:ext cx="5036645" cy="1384426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sym typeface="+mn-ea"/>
              </a:rPr>
              <a:t>void function1(); 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➔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 Terrible: Generics like function1 force developers to read the entire logic to understand its purpose.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8" name="椭圆 3"/>
          <p:cNvSpPr/>
          <p:nvPr>
            <p:custDataLst>
              <p:tags r:id="rId11"/>
            </p:custDataLst>
          </p:nvPr>
        </p:nvSpPr>
        <p:spPr>
          <a:xfrm>
            <a:off x="6221765" y="3386006"/>
            <a:ext cx="648167" cy="64816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04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Good Identifiers</a:t>
            </a:r>
            <a:endParaRPr lang="en-US"/>
          </a:p>
        </p:txBody>
      </p:sp>
      <p:sp>
        <p:nvSpPr>
          <p:cNvPr id="2" name="矩形 23"/>
          <p:cNvSpPr/>
          <p:nvPr>
            <p:custDataLst>
              <p:tags r:id="rId2"/>
            </p:custDataLst>
          </p:nvPr>
        </p:nvSpPr>
        <p:spPr>
          <a:xfrm>
            <a:off x="4440140" y="1248019"/>
            <a:ext cx="3312019" cy="2304135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矩形 21"/>
          <p:cNvSpPr/>
          <p:nvPr>
            <p:custDataLst>
              <p:tags r:id="rId3"/>
            </p:custDataLst>
          </p:nvPr>
        </p:nvSpPr>
        <p:spPr>
          <a:xfrm>
            <a:off x="4440140" y="1248019"/>
            <a:ext cx="3312019" cy="7200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12" name="矩形 19"/>
          <p:cNvSpPr/>
          <p:nvPr>
            <p:custDataLst>
              <p:tags r:id="rId4"/>
            </p:custDataLst>
          </p:nvPr>
        </p:nvSpPr>
        <p:spPr>
          <a:xfrm>
            <a:off x="695960" y="1248019"/>
            <a:ext cx="3312019" cy="2304135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矩形 18"/>
          <p:cNvSpPr/>
          <p:nvPr>
            <p:custDataLst>
              <p:tags r:id="rId5"/>
            </p:custDataLst>
          </p:nvPr>
        </p:nvSpPr>
        <p:spPr>
          <a:xfrm>
            <a:off x="695960" y="1248019"/>
            <a:ext cx="3312019" cy="720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21" name="矩形 12"/>
          <p:cNvSpPr/>
          <p:nvPr>
            <p:custDataLst>
              <p:tags r:id="rId6"/>
            </p:custDataLst>
          </p:nvPr>
        </p:nvSpPr>
        <p:spPr>
          <a:xfrm>
            <a:off x="965835" y="1574165"/>
            <a:ext cx="2772410" cy="18027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These names compile cleanly, follow conventions, and make code instantly readable: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6" name="矩形 13"/>
          <p:cNvSpPr/>
          <p:nvPr>
            <p:custDataLst>
              <p:tags r:id="rId7"/>
            </p:custDataLst>
          </p:nvPr>
        </p:nvSpPr>
        <p:spPr>
          <a:xfrm>
            <a:off x="4709795" y="1582420"/>
            <a:ext cx="2772410" cy="17945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int student_age;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➔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Good: Clearly states the data type context and the entity it belongs to.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7" name="矩形 24"/>
          <p:cNvSpPr/>
          <p:nvPr>
            <p:custDataLst>
              <p:tags r:id="rId8"/>
            </p:custDataLst>
          </p:nvPr>
        </p:nvSpPr>
        <p:spPr>
          <a:xfrm>
            <a:off x="8184955" y="1248019"/>
            <a:ext cx="3312019" cy="2304135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矩形 22"/>
          <p:cNvSpPr/>
          <p:nvPr>
            <p:custDataLst>
              <p:tags r:id="rId9"/>
            </p:custDataLst>
          </p:nvPr>
        </p:nvSpPr>
        <p:spPr>
          <a:xfrm>
            <a:off x="8184955" y="1248019"/>
            <a:ext cx="3312019" cy="7200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30" name="矩形 15"/>
          <p:cNvSpPr/>
          <p:nvPr>
            <p:custDataLst>
              <p:tags r:id="rId10"/>
            </p:custDataLst>
          </p:nvPr>
        </p:nvSpPr>
        <p:spPr>
          <a:xfrm>
            <a:off x="8455025" y="1582420"/>
            <a:ext cx="2772410" cy="17945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float tax_rate;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➔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Good: Short, precise, and self-documenting.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45" name="矩形 3"/>
          <p:cNvSpPr/>
          <p:nvPr>
            <p:custDataLst>
              <p:tags r:id="rId11"/>
            </p:custDataLst>
          </p:nvPr>
        </p:nvSpPr>
        <p:spPr>
          <a:xfrm>
            <a:off x="6312230" y="3880884"/>
            <a:ext cx="3312019" cy="2304135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矩形 4"/>
          <p:cNvSpPr/>
          <p:nvPr>
            <p:custDataLst>
              <p:tags r:id="rId12"/>
            </p:custDataLst>
          </p:nvPr>
        </p:nvSpPr>
        <p:spPr>
          <a:xfrm>
            <a:off x="6312230" y="3880884"/>
            <a:ext cx="3312019" cy="72004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48" name="矩形 7"/>
          <p:cNvSpPr/>
          <p:nvPr>
            <p:custDataLst>
              <p:tags r:id="rId13"/>
            </p:custDataLst>
          </p:nvPr>
        </p:nvSpPr>
        <p:spPr>
          <a:xfrm>
            <a:off x="2568050" y="3880884"/>
            <a:ext cx="3312019" cy="2304135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9" name="矩形 8"/>
          <p:cNvSpPr/>
          <p:nvPr>
            <p:custDataLst>
              <p:tags r:id="rId14"/>
            </p:custDataLst>
          </p:nvPr>
        </p:nvSpPr>
        <p:spPr>
          <a:xfrm>
            <a:off x="2568050" y="3880884"/>
            <a:ext cx="3312019" cy="7200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51" name="矩形 35"/>
          <p:cNvSpPr/>
          <p:nvPr>
            <p:custDataLst>
              <p:tags r:id="rId15"/>
            </p:custDataLst>
          </p:nvPr>
        </p:nvSpPr>
        <p:spPr>
          <a:xfrm>
            <a:off x="2837815" y="4271010"/>
            <a:ext cx="2772410" cy="17399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double total_score;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➔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Good: Uses a standard delimiter (underscore) to separate words cleanly.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52" name="矩形 36"/>
          <p:cNvSpPr/>
          <p:nvPr>
            <p:custDataLst>
              <p:tags r:id="rId16"/>
            </p:custDataLst>
          </p:nvPr>
        </p:nvSpPr>
        <p:spPr>
          <a:xfrm>
            <a:off x="6582410" y="4271645"/>
            <a:ext cx="2772410" cy="17392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void calculate_total();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➔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Good: Uses a clear verb-noun pairing for a function name.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53" name="矩形 33"/>
          <p:cNvSpPr/>
          <p:nvPr>
            <p:custDataLst>
              <p:tags r:id="rId17"/>
            </p:custDataLst>
          </p:nvPr>
        </p:nvSpPr>
        <p:spPr>
          <a:xfrm>
            <a:off x="4744323" y="5491974"/>
            <a:ext cx="841430" cy="662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accent4">
                    <a:alpha val="50000"/>
                  </a:schemeClr>
                </a:solidFill>
                <a:latin typeface="+mn-lt"/>
                <a:sym typeface="+mn-lt"/>
              </a:rPr>
              <a:t>04</a:t>
            </a:r>
            <a:endParaRPr lang="en-US" sz="2800" b="1" dirty="0">
              <a:solidFill>
                <a:schemeClr val="accent4">
                  <a:alpha val="50000"/>
                </a:schemeClr>
              </a:solidFill>
              <a:latin typeface="+mn-lt"/>
              <a:sym typeface="+mn-lt"/>
            </a:endParaRPr>
          </a:p>
        </p:txBody>
      </p:sp>
      <p:sp>
        <p:nvSpPr>
          <p:cNvPr id="54" name="矩形 34"/>
          <p:cNvSpPr/>
          <p:nvPr>
            <p:custDataLst>
              <p:tags r:id="rId18"/>
            </p:custDataLst>
          </p:nvPr>
        </p:nvSpPr>
        <p:spPr>
          <a:xfrm>
            <a:off x="8533591" y="5491974"/>
            <a:ext cx="841430" cy="662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accent5">
                    <a:alpha val="50000"/>
                  </a:schemeClr>
                </a:solidFill>
                <a:latin typeface="+mn-lt"/>
                <a:sym typeface="+mn-lt"/>
              </a:rPr>
              <a:t>05</a:t>
            </a:r>
            <a:endParaRPr lang="en-US" sz="2800" b="1" dirty="0">
              <a:solidFill>
                <a:schemeClr val="accent5">
                  <a:alpha val="50000"/>
                </a:schemeClr>
              </a:solidFill>
              <a:latin typeface="+mn-lt"/>
              <a:sym typeface="+mn-lt"/>
            </a:endParaRPr>
          </a:p>
        </p:txBody>
      </p:sp>
      <p:sp>
        <p:nvSpPr>
          <p:cNvPr id="55" name="矩形 30"/>
          <p:cNvSpPr/>
          <p:nvPr>
            <p:custDataLst>
              <p:tags r:id="rId19"/>
            </p:custDataLst>
          </p:nvPr>
        </p:nvSpPr>
        <p:spPr>
          <a:xfrm>
            <a:off x="10395520" y="2901022"/>
            <a:ext cx="841430" cy="662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2800" b="1">
                <a:solidFill>
                  <a:schemeClr val="accent3">
                    <a:alpha val="50000"/>
                  </a:schemeClr>
                </a:solidFill>
                <a:latin typeface="+mn-lt"/>
                <a:sym typeface="+mn-lt"/>
              </a:rPr>
              <a:t>03</a:t>
            </a:r>
            <a:endParaRPr lang="en-US" sz="2800" b="1" dirty="0">
              <a:solidFill>
                <a:schemeClr val="accent3">
                  <a:alpha val="50000"/>
                </a:schemeClr>
              </a:solidFill>
              <a:latin typeface="+mn-lt"/>
              <a:sym typeface="+mn-lt"/>
            </a:endParaRPr>
          </a:p>
        </p:txBody>
      </p:sp>
      <p:sp>
        <p:nvSpPr>
          <p:cNvPr id="56" name="矩形 31"/>
          <p:cNvSpPr/>
          <p:nvPr>
            <p:custDataLst>
              <p:tags r:id="rId20"/>
            </p:custDataLst>
          </p:nvPr>
        </p:nvSpPr>
        <p:spPr>
          <a:xfrm>
            <a:off x="2901445" y="2900387"/>
            <a:ext cx="841430" cy="662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accent1">
                    <a:alpha val="50000"/>
                  </a:schemeClr>
                </a:solidFill>
                <a:latin typeface="+mn-lt"/>
                <a:sym typeface="+mn-lt"/>
              </a:rPr>
              <a:t>01</a:t>
            </a:r>
            <a:endParaRPr lang="en-US" sz="2800" b="1" dirty="0">
              <a:solidFill>
                <a:schemeClr val="accent1">
                  <a:alpha val="50000"/>
                </a:schemeClr>
              </a:solidFill>
              <a:latin typeface="+mn-lt"/>
              <a:sym typeface="+mn-lt"/>
            </a:endParaRPr>
          </a:p>
        </p:txBody>
      </p:sp>
      <p:sp>
        <p:nvSpPr>
          <p:cNvPr id="57" name="矩形 32"/>
          <p:cNvSpPr/>
          <p:nvPr>
            <p:custDataLst>
              <p:tags r:id="rId21"/>
            </p:custDataLst>
          </p:nvPr>
        </p:nvSpPr>
        <p:spPr>
          <a:xfrm>
            <a:off x="6655785" y="2900387"/>
            <a:ext cx="841430" cy="662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2800" b="1">
                <a:solidFill>
                  <a:schemeClr val="accent2">
                    <a:alpha val="50000"/>
                  </a:schemeClr>
                </a:solidFill>
                <a:latin typeface="+mn-lt"/>
                <a:sym typeface="+mn-lt"/>
              </a:rPr>
              <a:t>02</a:t>
            </a:r>
            <a:endParaRPr lang="en-US" sz="2800" b="1" dirty="0">
              <a:solidFill>
                <a:schemeClr val="accent2">
                  <a:alpha val="50000"/>
                </a:schemeClr>
              </a:solidFill>
              <a:latin typeface="+mn-lt"/>
              <a:sym typeface="+mn-lt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Best Practices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/>
          </a:bodyPr>
          <a:p>
            <a:r>
              <a:rPr lang="en-US" altLang="en-US" b="1"/>
              <a:t>Choose One Style and Stick to It. Mixing styles breaks code readability. Pick one naming convention for your project and use it everywhere.</a:t>
            </a:r>
            <a:endParaRPr lang="en-US" altLang="en-US" b="1"/>
          </a:p>
          <a:p>
            <a:r>
              <a:rPr lang="en-US" altLang="en-US" b="1"/>
              <a:t>snake_case: Words are separated by underscores.</a:t>
            </a:r>
            <a:endParaRPr lang="en-US" altLang="en-US" b="1"/>
          </a:p>
          <a:p>
            <a:r>
              <a:rPr lang="en-US" altLang="en-US" b="1"/>
              <a:t>Example: user_session_id, is_button_clicked</a:t>
            </a:r>
            <a:endParaRPr lang="en-US" altLang="en-US" b="1"/>
          </a:p>
          <a:p>
            <a:r>
              <a:rPr lang="en-US" altLang="en-US" b="1"/>
              <a:t>Context: This is the traditional, standard style for standard C libraries.</a:t>
            </a:r>
            <a:endParaRPr lang="en-US" altLang="en-US" b="1"/>
          </a:p>
          <a:p>
            <a:r>
              <a:rPr lang="en-US" altLang="en-US" b="1"/>
              <a:t>camelCase: Words are smashed together, capitalising every word after the first.</a:t>
            </a:r>
            <a:endParaRPr lang="en-US" altLang="en-US" b="1"/>
          </a:p>
          <a:p>
            <a:r>
              <a:rPr lang="en-US" altLang="en-US" b="1"/>
              <a:t>Example: userSessionId, isButtonClicked</a:t>
            </a:r>
            <a:endParaRPr lang="en-US" altLang="en-US" b="1"/>
          </a:p>
          <a:p>
            <a:r>
              <a:rPr lang="en-US" altLang="en-US" b="1"/>
              <a:t>Context: Highly popular in modern programming and cross-language developers.</a:t>
            </a:r>
            <a:endParaRPr lang="en-US" altLang="en-US" b="1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 Best Practices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Avoid Internal Library Conflicts</a:t>
            </a:r>
            <a:endParaRPr lang="en-US" altLang="en-US"/>
          </a:p>
          <a:p>
            <a:r>
              <a:rPr lang="en-US" altLang="en-US"/>
              <a:t>Do not start your identifiers with an underscore (_) or double underscores (__).</a:t>
            </a:r>
            <a:endParaRPr lang="en-US" altLang="en-US"/>
          </a:p>
          <a:p>
            <a:r>
              <a:rPr lang="en-US" altLang="en-US"/>
              <a:t>The Risk: The C standard reserve leading underscores for system headers, compiler internals, and standard libraries.</a:t>
            </a:r>
            <a:endParaRPr lang="en-US" altLang="en-US"/>
          </a:p>
          <a:p>
            <a:r>
              <a:rPr lang="en-US" altLang="en-US"/>
              <a:t>The Outcome: Naming your variable _count might compile fine today, but cause a sudden collision error tomorrow if a compiler update uses that exact name for an internal macro.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94405"/>
            <a:ext cx="10800000" cy="792000"/>
          </a:xfrm>
        </p:spPr>
        <p:txBody>
          <a:bodyPr wrap="square">
            <a:normAutofit/>
          </a:bodyPr>
          <a:lstStyle/>
          <a:p>
            <a:r>
              <a:rPr lang="en-US" spc="0" dirty="0">
                <a:latin typeface="+mj-lt"/>
              </a:rPr>
              <a:t>Best Practices</a:t>
            </a:r>
            <a:endParaRPr lang="en-US" spc="0" dirty="0">
              <a:latin typeface="+mj-lt"/>
            </a:endParaRPr>
          </a:p>
        </p:txBody>
      </p:sp>
      <p:sp>
        <p:nvSpPr>
          <p:cNvPr id="2" name="任意多边形: 形状 53"/>
          <p:cNvSpPr/>
          <p:nvPr>
            <p:custDataLst>
              <p:tags r:id="rId2"/>
            </p:custDataLst>
          </p:nvPr>
        </p:nvSpPr>
        <p:spPr>
          <a:xfrm>
            <a:off x="4962141" y="2105617"/>
            <a:ext cx="888189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324000" rIns="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01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4" name="任意多边形: 形状 56"/>
          <p:cNvSpPr/>
          <p:nvPr>
            <p:custDataLst>
              <p:tags r:id="rId3"/>
            </p:custDataLst>
          </p:nvPr>
        </p:nvSpPr>
        <p:spPr>
          <a:xfrm>
            <a:off x="695325" y="1476295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2371" tIns="177358" rIns="1253264" bIns="177357" rtlCol="0" anchor="ctr">
            <a:normAutofit/>
          </a:bodyPr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Keep Name Length Balanced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任意多边形: 形状 61"/>
          <p:cNvSpPr/>
          <p:nvPr>
            <p:custDataLst>
              <p:tags r:id="rId4"/>
            </p:custDataLst>
          </p:nvPr>
        </p:nvSpPr>
        <p:spPr>
          <a:xfrm>
            <a:off x="4962141" y="3779575"/>
            <a:ext cx="888190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324000" rIns="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03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6" name="任意多边形: 形状 64"/>
          <p:cNvSpPr/>
          <p:nvPr>
            <p:custDataLst>
              <p:tags r:id="rId5"/>
            </p:custDataLst>
          </p:nvPr>
        </p:nvSpPr>
        <p:spPr>
          <a:xfrm>
            <a:off x="695325" y="3139458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2371" tIns="177358" rIns="1253264" bIns="177357" rtlCol="0" anchor="ctr">
            <a:noAutofit/>
          </a:bodyPr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Local Variables: If a variable lives inside a tiny 3-line loop, short names are acceptable.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7" name="任意多边形: 形状 65"/>
          <p:cNvSpPr/>
          <p:nvPr>
            <p:custDataLst>
              <p:tags r:id="rId6"/>
            </p:custDataLst>
          </p:nvPr>
        </p:nvSpPr>
        <p:spPr>
          <a:xfrm>
            <a:off x="4962141" y="5442738"/>
            <a:ext cx="888190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324000" rIns="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05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8" name="任意多边形: 形状 68"/>
          <p:cNvSpPr/>
          <p:nvPr>
            <p:custDataLst>
              <p:tags r:id="rId7"/>
            </p:custDataLst>
          </p:nvPr>
        </p:nvSpPr>
        <p:spPr>
          <a:xfrm>
            <a:off x="695325" y="4803255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2371" tIns="177358" rIns="1253264" bIns="177357" rtlCol="0" anchor="ctr">
            <a:noAutofit/>
          </a:bodyPr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Global Variables &amp; Functions: If an identifier is accessible across multiple files, it needs explicit, descriptive framing.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9" name="任意多边形: 形状 91"/>
          <p:cNvSpPr/>
          <p:nvPr>
            <p:custDataLst>
              <p:tags r:id="rId8"/>
            </p:custDataLst>
          </p:nvPr>
        </p:nvSpPr>
        <p:spPr>
          <a:xfrm flipH="1">
            <a:off x="6341442" y="2105617"/>
            <a:ext cx="888189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24000" rIns="14400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02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10" name="任意多边形: 形状 94"/>
          <p:cNvSpPr/>
          <p:nvPr>
            <p:custDataLst>
              <p:tags r:id="rId9"/>
            </p:custDataLst>
          </p:nvPr>
        </p:nvSpPr>
        <p:spPr>
          <a:xfrm flipH="1">
            <a:off x="6298894" y="1476295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53264" tIns="177358" rIns="322370" bIns="177357" rtlCol="0" anchor="ctr">
            <a:noAutofit/>
          </a:bodyPr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Aim for a "sweet spot" regarding identifier length based on where the variable lives.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1" name="任意多边形: 形状 95"/>
          <p:cNvSpPr/>
          <p:nvPr>
            <p:custDataLst>
              <p:tags r:id="rId10"/>
            </p:custDataLst>
          </p:nvPr>
        </p:nvSpPr>
        <p:spPr>
          <a:xfrm flipH="1">
            <a:off x="6341442" y="3779575"/>
            <a:ext cx="888190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24000" rIns="14400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04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12" name="任意多边形: 形状 98"/>
          <p:cNvSpPr/>
          <p:nvPr>
            <p:custDataLst>
              <p:tags r:id="rId11"/>
            </p:custDataLst>
          </p:nvPr>
        </p:nvSpPr>
        <p:spPr>
          <a:xfrm flipH="1">
            <a:off x="6298894" y="3139458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53264" tIns="177358" rIns="322370" bIns="177357" rtlCol="0" anchor="ctr">
            <a:normAutofit/>
          </a:bodyPr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Good: 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for (int i = 0; i &lt; 10; i++)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3" name="任意多边形: 形状 99"/>
          <p:cNvSpPr/>
          <p:nvPr>
            <p:custDataLst>
              <p:tags r:id="rId12"/>
            </p:custDataLst>
          </p:nvPr>
        </p:nvSpPr>
        <p:spPr>
          <a:xfrm flipH="1">
            <a:off x="6341442" y="5442738"/>
            <a:ext cx="888189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24000" rIns="14400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06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14" name="任意多边形: 形状 102"/>
          <p:cNvSpPr/>
          <p:nvPr>
            <p:custDataLst>
              <p:tags r:id="rId13"/>
            </p:custDataLst>
          </p:nvPr>
        </p:nvSpPr>
        <p:spPr>
          <a:xfrm flipH="1">
            <a:off x="6298894" y="4803255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53264" tIns="177358" rIns="322370" bIns="177357" rtlCol="0" anchor="ctr">
            <a:normAutofit/>
          </a:bodyPr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Good: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extern int global_system_status;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3111500" y="2256790"/>
            <a:ext cx="4064000" cy="91440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p>
            <a:pPr algn="l">
              <a:lnSpc>
                <a:spcPct val="140000"/>
              </a:lnSpc>
            </a:pPr>
            <a:endParaRPr lang="en-US" sz="20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2273300" y="2411095"/>
            <a:ext cx="4064000" cy="91440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p>
            <a:pPr algn="l">
              <a:lnSpc>
                <a:spcPct val="140000"/>
              </a:lnSpc>
            </a:pPr>
            <a:endParaRPr lang="en-US" sz="20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669289"/>
            <a:ext cx="10800000" cy="4873625"/>
          </a:xfrm>
        </p:spPr>
        <p:txBody>
          <a:bodyPr anchor="ctr" anchorCtr="0"/>
          <a:p>
            <a:pPr marL="0" indent="0" algn="ctr">
              <a:buNone/>
            </a:pPr>
            <a:r>
              <a:rPr lang="en-US" sz="8000"/>
              <a:t>Thank You</a:t>
            </a:r>
            <a:endParaRPr lang="en-US" sz="8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ISNUMDGMTITLE" val="0"/>
  <p:tag name="KSO_WM_UNIT_SUBTYPE" val="g"/>
  <p:tag name="KSO_WM_UNIT_PRESET_TEXT" val="公司名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ISNUMDGMTITLE" val="0"/>
  <p:tag name="KSO_WM_UNIT_SUBTYPE" val="b"/>
  <p:tag name="KSO_WM_UNIT_PRESET_TEXT" val="署名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112"/>
</p:tagLst>
</file>

<file path=ppt/tags/tag22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35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112"/>
</p:tagLst>
</file>

<file path=ppt/tags/tag2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112"/>
</p:tagLst>
</file>

<file path=ppt/tags/tag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112_1*a*1"/>
  <p:tag name="KSO_WM_TEMPLATE_CATEGORY" val="custom"/>
  <p:tag name="KSO_WM_TEMPLATE_INDEX" val="20238112"/>
  <p:tag name="KSO_WM_UNIT_LAYERLEVEL" val="1"/>
  <p:tag name="KSO_WM_TAG_VERSION" val="3.0"/>
  <p:tag name="KSO_WM_BEAUTIFY_FLAG" val="#wm#"/>
  <p:tag name="KSO_WM_UNIT_PRESET_TEXT" val="The title goes here"/>
</p:tagLst>
</file>

<file path=ppt/tags/tag28.xml><?xml version="1.0" encoding="utf-8"?>
<p:tagLst xmlns:p="http://schemas.openxmlformats.org/presentationml/2006/main">
  <p:tag name="KSO_WM_UNIT_ISNUMDGMTITLE" val="0"/>
  <p:tag name="KSO_WM_UNIT_SUBTYPE" val="b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8112_1*f*1"/>
  <p:tag name="KSO_WM_TEMPLATE_CATEGORY" val="custom"/>
  <p:tag name="KSO_WM_TEMPLATE_INDEX" val="20238112"/>
  <p:tag name="KSO_WM_UNIT_LAYERLEVEL" val="1"/>
  <p:tag name="KSO_WM_TAG_VERSION" val="3.0"/>
  <p:tag name="KSO_WM_BEAUTIFY_FLAG" val="#wm#"/>
  <p:tag name="KSO_WM_UNIT_PRESET_TEXT" val="Name"/>
</p:tagLst>
</file>

<file path=ppt/tags/tag29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811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112"/>
  <p:tag name="KSO_WM_SLIDE_LAYOUT" val="a_f"/>
  <p:tag name="KSO_WM_SLIDE_LAYOUT_CNT" val="1_2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365_1*a*1"/>
  <p:tag name="KSO_WM_TEMPLATE_CATEGORY" val="diagram"/>
  <p:tag name="KSO_WM_TEMPLATE_INDEX" val="20238365"/>
  <p:tag name="KSO_WM_UNIT_LAYERLEVEL" val="1"/>
  <p:tag name="KSO_WM_TAG_VERSION" val="3.0"/>
  <p:tag name="KSO_WM_BEAUTIFY_FLAG" val="#wm#"/>
  <p:tag name="KSO_WM_UNIT_VALUE" val="29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3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365_1*l_h_i*1_1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1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32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1_1"/>
  <p:tag name="KSO_WM_UNIT_ID" val="diagram20238365_1*l_h_f*1_1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3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365_1*l_h_i*1_3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3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34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3_1"/>
  <p:tag name="KSO_WM_UNIT_ID" val="diagram20238365_1*l_h_f*1_3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3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diagram20238365_1*l_h_i*1_5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5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36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5_1"/>
  <p:tag name="KSO_WM_UNIT_ID" val="diagram20238365_1*l_h_f*1_5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3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365_1*l_h_i*1_2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2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38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2_1"/>
  <p:tag name="KSO_WM_UNIT_ID" val="diagram20238365_1*l_h_f*1_2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3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8365_1*l_h_i*1_4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4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40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4_1"/>
  <p:tag name="KSO_WM_UNIT_ID" val="diagram20238365_1*l_h_f*1_4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1"/>
  <p:tag name="KSO_WM_UNIT_ID" val="diagram20238365_1*l_h_i*1_6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6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42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6_1"/>
  <p:tag name="KSO_WM_UNIT_ID" val="diagram20238365_1*l_h_f*1_6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3.xml><?xml version="1.0" encoding="utf-8"?>
<p:tagLst xmlns:p="http://schemas.openxmlformats.org/presentationml/2006/main">
  <p:tag name="KSO_WM_SLIDE_ID" val="diagram20238365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1"/>
  <p:tag name="KSO_WM_SLIDE_SIZE" val="850.45*382.409"/>
  <p:tag name="KSO_WM_SLIDE_POSITION" val="54.75*116.225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8365"/>
  <p:tag name="KSO_WM_SLIDE_LAYOUT" val="a_l"/>
  <p:tag name="KSO_WM_SLIDE_LAYOUT_CNT" val="1_1"/>
  <p:tag name="KSO_WM_SPECIAL_SOURCE" val="bdnull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202_5*a*1"/>
  <p:tag name="KSO_WM_TEMPLATE_CATEGORY" val="diagram"/>
  <p:tag name="KSO_WM_TEMPLATE_INDEX" val="20238202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4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02_4*l_h_f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8202_4*l_h_f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02_4*l_h_f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02_4*l_h_i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02_4*l_h_i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02_4*l_h_f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8202_4*l_h_i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02_4*l_h_i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202_4*l_h_f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02_4*l_h_i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5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  <p:tag name="KSO_WM_SPECIAL_SOURCE" val="bdnull"/>
  <p:tag name="KSO_WM_SLIDE_ID" val="diagram20238202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SLIDE_TYPE" val="text"/>
  <p:tag name="KSO_WM_SLIDE_SUBTYPE" val="diag"/>
  <p:tag name="KSO_WM_SLIDE_SIZE" val="850.946*370.584"/>
  <p:tag name="KSO_WM_SLIDE_POSITION" val="54.9539*106.9"/>
  <p:tag name="KSO_WM_DIAGRAM_GROUP_CODE" val="l1-1"/>
  <p:tag name="KSO_WM_SLIDE_DIAGTYPE" val="l"/>
  <p:tag name="KSO_WM_SLIDE_LAYOUT" val="a_l"/>
  <p:tag name="KSO_WM_SLIDE_LAYOUT_CNT" val="1_1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202_5*a*1"/>
  <p:tag name="KSO_WM_TEMPLATE_CATEGORY" val="diagram"/>
  <p:tag name="KSO_WM_TEMPLATE_INDEX" val="20238202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5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02_4*l_h_f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5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8202_4*l_h_f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5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02_4*l_h_f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02_4*l_h_i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02_4*l_h_i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6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02_4*l_h_f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8202_4*l_h_i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02_4*l_h_i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6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202_4*l_h_f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02_4*l_h_i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67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  <p:tag name="KSO_WM_SPECIAL_SOURCE" val="bdnull"/>
  <p:tag name="KSO_WM_SLIDE_ID" val="diagram20238202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SLIDE_TYPE" val="text"/>
  <p:tag name="KSO_WM_SLIDE_SUBTYPE" val="diag"/>
  <p:tag name="KSO_WM_SLIDE_SIZE" val="850.946*370.584"/>
  <p:tag name="KSO_WM_SLIDE_POSITION" val="54.9539*106.9"/>
  <p:tag name="KSO_WM_DIAGRAM_GROUP_CODE" val="l1-1"/>
  <p:tag name="KSO_WM_SLIDE_DIAGTYPE" val="l"/>
  <p:tag name="KSO_WM_SLIDE_LAYOUT" val="a_l"/>
  <p:tag name="KSO_WM_SLIDE_LAYOUT_CNT" val="1_1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189_5*a*1"/>
  <p:tag name="KSO_WM_TEMPLATE_CATEGORY" val="diagram"/>
  <p:tag name="KSO_WM_TEMPLATE_INDEX" val="20238189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2_2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2"/>
  <p:tag name="KSO_WM_UNIT_TEXT_FILL_TYPE" val="1"/>
  <p:tag name="KSO_WM_UNIT_USESOURCEFORMAT_APPLY" val="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2_3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1_2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2"/>
  <p:tag name="KSO_WM_UNIT_TEXT_FILL_TYPE" val="1"/>
  <p:tag name="KSO_WM_UNIT_USESOURCEFORMAT_APPLY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1_3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f*1_1_1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9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f*1_2_1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9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3_2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2"/>
  <p:tag name="KSO_WM_UNIT_TEXT_FILL_TYPE" val="1"/>
  <p:tag name="KSO_WM_UNIT_USESOURCEFORMAT_APPLY" val="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3_3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f*1_3_1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3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9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5_2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5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2"/>
  <p:tag name="KSO_WM_UNIT_TEXT_FILL_TYPE" val="1"/>
  <p:tag name="KSO_WM_UNIT_USESOURCEFORMAT_APPLY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5_3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5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4_2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2"/>
  <p:tag name="KSO_WM_UNIT_TEXT_FILL_TYPE" val="1"/>
  <p:tag name="KSO_WM_UNIT_USESOURCEFORMAT_APPLY" val="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4_3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f*1_4_1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4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9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f*1_5_1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5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9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4_1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4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TEXT_FILL_FORE_SCHEMECOLOR_INDEX" val="1"/>
  <p:tag name="KSO_WM_UNIT_TEXT_FILL_TYPE" val="1"/>
  <p:tag name="KSO_WM_UNIT_USESOURCEFORMAT_APPLY" val="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5_1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5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5"/>
  <p:tag name="KSO_WM_UNIT_TEXT_FILL_FORE_SCHEMECOLOR_INDEX" val="1"/>
  <p:tag name="KSO_WM_UNIT_TEXT_FILL_TYPE" val="1"/>
  <p:tag name="KSO_WM_UNIT_USESOURCEFORMAT_APPLY" val="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3_1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3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TEXT_FILL_FORE_SCHEMECOLOR_INDEX" val="1"/>
  <p:tag name="KSO_WM_UNIT_TEXT_FILL_TYPE" val="1"/>
  <p:tag name="KSO_WM_UNIT_USESOURCEFORMAT_APPLY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1_1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1"/>
  <p:tag name="KSO_WM_UNIT_TEXT_FILL_TYPE" val="1"/>
  <p:tag name="KSO_WM_UNIT_USESOURCEFORMAT_APPLY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2_1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1"/>
  <p:tag name="KSO_WM_UNIT_TEXT_FILL_TYPE" val="1"/>
  <p:tag name="KSO_WM_UNIT_USESOURCEFORMAT_APPLY" val="1"/>
</p:tagLst>
</file>

<file path=ppt/tags/tag89.xml><?xml version="1.0" encoding="utf-8"?>
<p:tagLst xmlns:p="http://schemas.openxmlformats.org/presentationml/2006/main">
  <p:tag name="KSO_WM_SLIDE_ID" val="diagram20238189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8189"/>
  <p:tag name="KSO_WM_SPECIAL_SOURCE" val="bdnull"/>
  <p:tag name="KSO_WM_SLIDE_TYPE" val="text"/>
  <p:tag name="KSO_WM_SLIDE_SUBTYPE" val="diag"/>
  <p:tag name="KSO_WM_SLIDE_SIZE" val="850.4*389.211"/>
  <p:tag name="KSO_WM_SLIDE_POSITION" val="54.8*98.025"/>
  <p:tag name="KSO_WM_DIAGRAM_GROUP_CODE" val="l1-1"/>
  <p:tag name="KSO_WM_SLIDE_DIAGTYPE" val="l"/>
  <p:tag name="KSO_WM_SLIDE_LAYOUT" val="a_l"/>
  <p:tag name="KSO_WM_SLIDE_LAYOUT_CNT" val="1_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38112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38112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365_1*a*1"/>
  <p:tag name="KSO_WM_TEMPLATE_CATEGORY" val="diagram"/>
  <p:tag name="KSO_WM_TEMPLATE_INDEX" val="20238365"/>
  <p:tag name="KSO_WM_UNIT_LAYERLEVEL" val="1"/>
  <p:tag name="KSO_WM_TAG_VERSION" val="3.0"/>
  <p:tag name="KSO_WM_BEAUTIFY_FLAG" val="#wm#"/>
  <p:tag name="KSO_WM_UNIT_VALUE" val="29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9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365_1*l_h_i*1_1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1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94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1_1"/>
  <p:tag name="KSO_WM_UNIT_ID" val="diagram20238365_1*l_h_f*1_1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9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365_1*l_h_i*1_3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3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96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3_1"/>
  <p:tag name="KSO_WM_UNIT_ID" val="diagram20238365_1*l_h_f*1_3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9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diagram20238365_1*l_h_i*1_5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5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98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5_1"/>
  <p:tag name="KSO_WM_UNIT_ID" val="diagram20238365_1*l_h_f*1_5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9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365_1*l_h_i*1_2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2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100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2_1"/>
  <p:tag name="KSO_WM_UNIT_ID" val="diagram20238365_1*l_h_f*1_2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0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8365_1*l_h_i*1_4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4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102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4_1"/>
  <p:tag name="KSO_WM_UNIT_ID" val="diagram20238365_1*l_h_f*1_4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0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1"/>
  <p:tag name="KSO_WM_UNIT_ID" val="diagram20238365_1*l_h_i*1_6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6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104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6_1"/>
  <p:tag name="KSO_WM_UNIT_ID" val="diagram20238365_1*l_h_f*1_6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05.xml><?xml version="1.0" encoding="utf-8"?>
<p:tagLst xmlns:p="http://schemas.openxmlformats.org/presentationml/2006/main">
  <p:tag name="KSO_WM_SLIDE_ID" val="diagram20238365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1"/>
  <p:tag name="KSO_WM_SLIDE_SIZE" val="850.45*382.409"/>
  <p:tag name="KSO_WM_SLIDE_POSITION" val="54.75*116.225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8365"/>
  <p:tag name="KSO_WM_SLIDE_LAYOUT" val="a_l"/>
  <p:tag name="KSO_WM_SLIDE_LAYOUT_CNT" val="1_1"/>
  <p:tag name="KSO_WM_SPECIAL_SOURCE" val="bdnull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38112"/>
</p:tagLst>
</file>

<file path=ppt/theme/theme1.xml><?xml version="1.0" encoding="utf-8"?>
<a:theme xmlns:a="http://schemas.openxmlformats.org/drawingml/2006/main" name="Office Theme">
  <a:themeElements>
    <a:clrScheme name="0313-13">
      <a:dk1>
        <a:srgbClr val="333333"/>
      </a:dk1>
      <a:lt1>
        <a:sysClr val="window" lastClr="FFFFFF"/>
      </a:lt1>
      <a:dk2>
        <a:srgbClr val="1D1D1D"/>
      </a:dk2>
      <a:lt2>
        <a:srgbClr val="F1FAF4"/>
      </a:lt2>
      <a:accent1>
        <a:srgbClr val="80D290"/>
      </a:accent1>
      <a:accent2>
        <a:srgbClr val="9CDC5C"/>
      </a:accent2>
      <a:accent3>
        <a:srgbClr val="F2BA02"/>
      </a:accent3>
      <a:accent4>
        <a:srgbClr val="7FD9EA"/>
      </a:accent4>
      <a:accent5>
        <a:srgbClr val="4CB3D8"/>
      </a:accent5>
      <a:accent6>
        <a:srgbClr val="5672FF"/>
      </a:accent6>
      <a:hlink>
        <a:srgbClr val="0026E5"/>
      </a:hlink>
      <a:folHlink>
        <a:srgbClr val="7E1FAD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 lnSpcReduction="10000"/>
      </a:bodyPr>
      <a:lstStyle>
        <a:defPPr algn="l">
          <a:lnSpc>
            <a:spcPct val="140000"/>
          </a:lnSpc>
          <a:defRPr sz="20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3577</Words>
  <Application>WPS Presentation</Application>
  <PresentationFormat>Widescreen</PresentationFormat>
  <Paragraphs>143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江城圆体 400W</vt:lpstr>
      <vt:lpstr>Charis SIL</vt:lpstr>
      <vt:lpstr>Crimson Text SemiBold</vt:lpstr>
      <vt:lpstr>Office Theme</vt:lpstr>
      <vt:lpstr>The title goes here</vt:lpstr>
      <vt:lpstr>Rules for Naming Identifiers</vt:lpstr>
      <vt:lpstr>Invaild identiiers</vt:lpstr>
      <vt:lpstr>Valid But Terrible Identifiers</vt:lpstr>
      <vt:lpstr>Good Identifiers</vt:lpstr>
      <vt:lpstr>PowerPoint 演示文稿</vt:lpstr>
      <vt:lpstr>PowerPoint 演示文稿</vt:lpstr>
      <vt:lpstr>Best Practices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IDENTIFIERS</dc:title>
  <dc:creator/>
  <cp:lastModifiedBy>chatbotislive</cp:lastModifiedBy>
  <cp:revision>2</cp:revision>
  <dcterms:created xsi:type="dcterms:W3CDTF">2026-06-19T18:19:58Z</dcterms:created>
  <dcterms:modified xsi:type="dcterms:W3CDTF">2026-06-19T18:26:07Z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A4F02E5D400A4BD0904ED222B479E968_12</vt:lpwstr>
  </property>
</Properties>
</file>