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6"/>
  </p:handoutMasterIdLst>
  <p:sldIdLst>
    <p:sldId id="258" r:id="rId3"/>
    <p:sldId id="260" r:id="rId4"/>
    <p:sldId id="265" r:id="rId5"/>
    <p:sldId id="266" r:id="rId7"/>
    <p:sldId id="263" r:id="rId8"/>
    <p:sldId id="264" r:id="rId9"/>
    <p:sldId id="267" r:id="rId10"/>
    <p:sldId id="268" r:id="rId11"/>
    <p:sldId id="269" r:id="rId12"/>
    <p:sldId id="270" r:id="rId13"/>
    <p:sldId id="271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7"/>
        <p:guide pos="38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1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 userDrawn="1">
            <p:custDataLst>
              <p:tags r:id="rId2"/>
            </p:custDataLst>
          </p:nvPr>
        </p:nvSpPr>
        <p:spPr>
          <a:xfrm>
            <a:off x="0" y="343"/>
            <a:ext cx="1219199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等腰三角形 4"/>
          <p:cNvSpPr/>
          <p:nvPr userDrawn="1">
            <p:custDataLst>
              <p:tags r:id="rId3"/>
            </p:custDataLst>
          </p:nvPr>
        </p:nvSpPr>
        <p:spPr>
          <a:xfrm rot="17999979">
            <a:off x="7297552" y="2000236"/>
            <a:ext cx="929607" cy="107326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4"/>
            </p:custDataLst>
          </p:nvPr>
        </p:nvSpPr>
        <p:spPr>
          <a:xfrm>
            <a:off x="5235827" y="0"/>
            <a:ext cx="7003632" cy="6858000"/>
          </a:xfrm>
          <a:custGeom>
            <a:avLst/>
            <a:gdLst>
              <a:gd name="connsiteX0" fmla="*/ 2754236 w 6928594"/>
              <a:gd name="connsiteY0" fmla="*/ 0 h 6858000"/>
              <a:gd name="connsiteX1" fmla="*/ 6928594 w 6928594"/>
              <a:gd name="connsiteY1" fmla="*/ 0 h 6858000"/>
              <a:gd name="connsiteX2" fmla="*/ 6928594 w 6928594"/>
              <a:gd name="connsiteY2" fmla="*/ 2630365 h 6858000"/>
              <a:gd name="connsiteX3" fmla="*/ 1780640 w 6928594"/>
              <a:gd name="connsiteY3" fmla="*/ 6858000 h 6858000"/>
              <a:gd name="connsiteX4" fmla="*/ 917918 w 6928594"/>
              <a:gd name="connsiteY4" fmla="*/ 6858000 h 6858000"/>
              <a:gd name="connsiteX5" fmla="*/ 0 w 6928594"/>
              <a:gd name="connsiteY5" fmla="*/ 17414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8594" h="6858000">
                <a:moveTo>
                  <a:pt x="2754236" y="0"/>
                </a:moveTo>
                <a:lnTo>
                  <a:pt x="6928594" y="0"/>
                </a:lnTo>
                <a:lnTo>
                  <a:pt x="6928594" y="2630365"/>
                </a:lnTo>
                <a:lnTo>
                  <a:pt x="1780640" y="6858000"/>
                </a:lnTo>
                <a:lnTo>
                  <a:pt x="917918" y="6858000"/>
                </a:lnTo>
                <a:lnTo>
                  <a:pt x="0" y="1741463"/>
                </a:lnTo>
                <a:close/>
              </a:path>
            </a:pathLst>
          </a:custGeom>
          <a:gradFill>
            <a:gsLst>
              <a:gs pos="36000">
                <a:schemeClr val="accent3">
                  <a:lumMod val="75000"/>
                  <a:alpha val="16000"/>
                </a:schemeClr>
              </a:gs>
              <a:gs pos="90000">
                <a:schemeClr val="bg2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80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5"/>
            </p:custDataLst>
          </p:nvPr>
        </p:nvSpPr>
        <p:spPr>
          <a:xfrm>
            <a:off x="3726193" y="231742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solidFill>
            <a:srgbClr val="262626"/>
          </a:soli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6"/>
            </p:custDataLst>
          </p:nvPr>
        </p:nvSpPr>
        <p:spPr>
          <a:xfrm>
            <a:off x="3726194" y="2327130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75000"/>
                  <a:alpha val="24000"/>
                </a:schemeClr>
              </a:gs>
              <a:gs pos="0">
                <a:srgbClr val="2D2926">
                  <a:alpha val="0"/>
                </a:srgbClr>
              </a:gs>
            </a:gsLst>
            <a:lin ang="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7"/>
            </p:custDataLst>
          </p:nvPr>
        </p:nvSpPr>
        <p:spPr>
          <a:xfrm>
            <a:off x="0" y="343"/>
            <a:ext cx="6168018" cy="3770132"/>
          </a:xfrm>
          <a:custGeom>
            <a:avLst/>
            <a:gdLst>
              <a:gd name="connsiteX0" fmla="*/ 0 w 6168018"/>
              <a:gd name="connsiteY0" fmla="*/ 0 h 3770132"/>
              <a:gd name="connsiteX1" fmla="*/ 2194037 w 6168018"/>
              <a:gd name="connsiteY1" fmla="*/ 0 h 3770132"/>
              <a:gd name="connsiteX2" fmla="*/ 6168018 w 6168018"/>
              <a:gd name="connsiteY2" fmla="*/ 2326787 h 3770132"/>
              <a:gd name="connsiteX3" fmla="*/ 3719837 w 6168018"/>
              <a:gd name="connsiteY3" fmla="*/ 3770132 h 3770132"/>
              <a:gd name="connsiteX4" fmla="*/ 0 w 6168018"/>
              <a:gd name="connsiteY4" fmla="*/ 1562572 h 377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8018" h="3770132">
                <a:moveTo>
                  <a:pt x="0" y="0"/>
                </a:moveTo>
                <a:lnTo>
                  <a:pt x="2194037" y="0"/>
                </a:lnTo>
                <a:lnTo>
                  <a:pt x="6168018" y="2326787"/>
                </a:lnTo>
                <a:lnTo>
                  <a:pt x="3719837" y="3770132"/>
                </a:lnTo>
                <a:lnTo>
                  <a:pt x="0" y="1562572"/>
                </a:lnTo>
                <a:close/>
              </a:path>
            </a:pathLst>
          </a:custGeom>
          <a:gradFill>
            <a:gsLst>
              <a:gs pos="69000">
                <a:srgbClr val="404040"/>
              </a:gs>
              <a:gs pos="11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8"/>
            </p:custDataLst>
          </p:nvPr>
        </p:nvSpPr>
        <p:spPr>
          <a:xfrm>
            <a:off x="3473492" y="344"/>
            <a:ext cx="4936640" cy="1851395"/>
          </a:xfrm>
          <a:custGeom>
            <a:avLst/>
            <a:gdLst>
              <a:gd name="connsiteX0" fmla="*/ 1332490 w 4936640"/>
              <a:gd name="connsiteY0" fmla="*/ 0 h 1851395"/>
              <a:gd name="connsiteX1" fmla="*/ 4936640 w 4936640"/>
              <a:gd name="connsiteY1" fmla="*/ 0 h 1851395"/>
              <a:gd name="connsiteX2" fmla="*/ 1816995 w 4936640"/>
              <a:gd name="connsiteY2" fmla="*/ 1851395 h 1851395"/>
              <a:gd name="connsiteX3" fmla="*/ 0 w 4936640"/>
              <a:gd name="connsiteY3" fmla="*/ 780172 h 185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640" h="1851395">
                <a:moveTo>
                  <a:pt x="1332490" y="0"/>
                </a:moveTo>
                <a:lnTo>
                  <a:pt x="4936640" y="0"/>
                </a:lnTo>
                <a:lnTo>
                  <a:pt x="1816995" y="1851395"/>
                </a:lnTo>
                <a:lnTo>
                  <a:pt x="0" y="780172"/>
                </a:lnTo>
                <a:close/>
              </a:path>
            </a:pathLst>
          </a:custGeom>
          <a:gradFill>
            <a:gsLst>
              <a:gs pos="45000">
                <a:srgbClr val="404040"/>
              </a:gs>
              <a:gs pos="14000">
                <a:srgbClr val="262626"/>
              </a:gs>
            </a:gsLst>
            <a:lin ang="180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9"/>
            </p:custDataLst>
          </p:nvPr>
        </p:nvSpPr>
        <p:spPr>
          <a:xfrm>
            <a:off x="0" y="3960353"/>
            <a:ext cx="3859222" cy="2880714"/>
          </a:xfrm>
          <a:custGeom>
            <a:avLst/>
            <a:gdLst>
              <a:gd name="connsiteX0" fmla="*/ 2816049 w 2816048"/>
              <a:gd name="connsiteY0" fmla="*/ 1648797 h 2102037"/>
              <a:gd name="connsiteX1" fmla="*/ 2047377 w 2816048"/>
              <a:gd name="connsiteY1" fmla="*/ 2102038 h 2102037"/>
              <a:gd name="connsiteX2" fmla="*/ 1171614 w 2816048"/>
              <a:gd name="connsiteY2" fmla="*/ 2102038 h 2102037"/>
              <a:gd name="connsiteX3" fmla="*/ 0 w 2816048"/>
              <a:gd name="connsiteY3" fmla="*/ 1406679 h 2102037"/>
              <a:gd name="connsiteX4" fmla="*/ 0 w 2816048"/>
              <a:gd name="connsiteY4" fmla="*/ 0 h 2102037"/>
              <a:gd name="connsiteX5" fmla="*/ 2402991 w 2816048"/>
              <a:gd name="connsiteY5" fmla="*/ 1406957 h 210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048" h="2102037">
                <a:moveTo>
                  <a:pt x="2816049" y="1648797"/>
                </a:moveTo>
                <a:lnTo>
                  <a:pt x="2047377" y="2102038"/>
                </a:lnTo>
                <a:lnTo>
                  <a:pt x="1171614" y="2102038"/>
                </a:lnTo>
                <a:lnTo>
                  <a:pt x="0" y="1406679"/>
                </a:lnTo>
                <a:lnTo>
                  <a:pt x="0" y="0"/>
                </a:lnTo>
                <a:lnTo>
                  <a:pt x="2402991" y="1406957"/>
                </a:lnTo>
                <a:close/>
              </a:path>
            </a:pathLst>
          </a:custGeom>
          <a:gradFill>
            <a:gsLst>
              <a:gs pos="95000">
                <a:srgbClr val="404040">
                  <a:alpha val="40000"/>
                </a:srgbClr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10"/>
            </p:custDataLst>
          </p:nvPr>
        </p:nvSpPr>
        <p:spPr>
          <a:xfrm>
            <a:off x="2604916" y="2751699"/>
            <a:ext cx="2844078" cy="1021483"/>
          </a:xfrm>
          <a:custGeom>
            <a:avLst/>
            <a:gdLst>
              <a:gd name="connsiteX0" fmla="*/ 4500760 w 4500759"/>
              <a:gd name="connsiteY0" fmla="*/ 1703364 h 2756563"/>
              <a:gd name="connsiteX1" fmla="*/ 2714339 w 4500759"/>
              <a:gd name="connsiteY1" fmla="*/ 2756563 h 2756563"/>
              <a:gd name="connsiteX2" fmla="*/ 0 w 4500759"/>
              <a:gd name="connsiteY2" fmla="*/ 1145722 h 2756563"/>
              <a:gd name="connsiteX3" fmla="*/ 0 w 4500759"/>
              <a:gd name="connsiteY3" fmla="*/ 0 h 2756563"/>
              <a:gd name="connsiteX4" fmla="*/ 1591539 w 4500759"/>
              <a:gd name="connsiteY4" fmla="*/ 0 h 2756563"/>
              <a:gd name="connsiteX0-1" fmla="*/ 1591539 w 4500760"/>
              <a:gd name="connsiteY0-2" fmla="*/ 0 h 2756563"/>
              <a:gd name="connsiteX1-3" fmla="*/ 4500760 w 4500760"/>
              <a:gd name="connsiteY1-4" fmla="*/ 1703364 h 2756563"/>
              <a:gd name="connsiteX2-5" fmla="*/ 2714339 w 4500760"/>
              <a:gd name="connsiteY2-6" fmla="*/ 2756563 h 2756563"/>
              <a:gd name="connsiteX3-7" fmla="*/ 0 w 4500760"/>
              <a:gd name="connsiteY3-8" fmla="*/ 1145722 h 2756563"/>
              <a:gd name="connsiteX4-9" fmla="*/ 0 w 4500760"/>
              <a:gd name="connsiteY4-10" fmla="*/ 0 h 2756563"/>
              <a:gd name="connsiteX5" fmla="*/ 1658262 w 4500760"/>
              <a:gd name="connsiteY5" fmla="*/ 66723 h 2756563"/>
              <a:gd name="connsiteX0-11" fmla="*/ 1591539 w 4500760"/>
              <a:gd name="connsiteY0-12" fmla="*/ 567147 h 3323710"/>
              <a:gd name="connsiteX1-13" fmla="*/ 4500760 w 4500760"/>
              <a:gd name="connsiteY1-14" fmla="*/ 2270511 h 3323710"/>
              <a:gd name="connsiteX2-15" fmla="*/ 2714339 w 4500760"/>
              <a:gd name="connsiteY2-16" fmla="*/ 3323710 h 3323710"/>
              <a:gd name="connsiteX3-17" fmla="*/ 0 w 4500760"/>
              <a:gd name="connsiteY3-18" fmla="*/ 1712869 h 3323710"/>
              <a:gd name="connsiteX4-19" fmla="*/ 0 w 4500760"/>
              <a:gd name="connsiteY4-20" fmla="*/ 567147 h 3323710"/>
              <a:gd name="connsiteX5-21" fmla="*/ 323799 w 4500760"/>
              <a:gd name="connsiteY5-22" fmla="*/ 0 h 3323710"/>
              <a:gd name="connsiteX0-23" fmla="*/ 1591539 w 4500760"/>
              <a:gd name="connsiteY0-24" fmla="*/ 0 h 2756563"/>
              <a:gd name="connsiteX1-25" fmla="*/ 4500760 w 4500760"/>
              <a:gd name="connsiteY1-26" fmla="*/ 1703364 h 2756563"/>
              <a:gd name="connsiteX2-27" fmla="*/ 2714339 w 4500760"/>
              <a:gd name="connsiteY2-28" fmla="*/ 2756563 h 2756563"/>
              <a:gd name="connsiteX3-29" fmla="*/ 0 w 4500760"/>
              <a:gd name="connsiteY3-30" fmla="*/ 1145722 h 2756563"/>
              <a:gd name="connsiteX4-31" fmla="*/ 0 w 4500760"/>
              <a:gd name="connsiteY4-32" fmla="*/ 0 h 2756563"/>
              <a:gd name="connsiteX0-33" fmla="*/ 1591539 w 4500760"/>
              <a:gd name="connsiteY0-34" fmla="*/ 0 h 2756563"/>
              <a:gd name="connsiteX1-35" fmla="*/ 4500760 w 4500760"/>
              <a:gd name="connsiteY1-36" fmla="*/ 1703364 h 2756563"/>
              <a:gd name="connsiteX2-37" fmla="*/ 2714339 w 4500760"/>
              <a:gd name="connsiteY2-38" fmla="*/ 2756563 h 2756563"/>
              <a:gd name="connsiteX3-39" fmla="*/ 0 w 4500760"/>
              <a:gd name="connsiteY3-40" fmla="*/ 1145722 h 2756563"/>
              <a:gd name="connsiteX0-41" fmla="*/ 4500760 w 4500760"/>
              <a:gd name="connsiteY0-42" fmla="*/ 557642 h 1610841"/>
              <a:gd name="connsiteX1-43" fmla="*/ 2714339 w 4500760"/>
              <a:gd name="connsiteY1-44" fmla="*/ 1610841 h 1610841"/>
              <a:gd name="connsiteX2-45" fmla="*/ 0 w 4500760"/>
              <a:gd name="connsiteY2-46" fmla="*/ 0 h 1610841"/>
              <a:gd name="connsiteX0-47" fmla="*/ 3953630 w 3953630"/>
              <a:gd name="connsiteY0-48" fmla="*/ 884586 h 1610841"/>
              <a:gd name="connsiteX1-49" fmla="*/ 2714339 w 3953630"/>
              <a:gd name="connsiteY1-50" fmla="*/ 1610841 h 1610841"/>
              <a:gd name="connsiteX2-51" fmla="*/ 0 w 3953630"/>
              <a:gd name="connsiteY2-52" fmla="*/ 0 h 1610841"/>
              <a:gd name="connsiteX0-53" fmla="*/ 2063141 w 2063141"/>
              <a:gd name="connsiteY0-54" fmla="*/ 0 h 726255"/>
              <a:gd name="connsiteX1-55" fmla="*/ 823850 w 2063141"/>
              <a:gd name="connsiteY1-56" fmla="*/ 726255 h 726255"/>
              <a:gd name="connsiteX2-57" fmla="*/ 0 w 2063141"/>
              <a:gd name="connsiteY2-58" fmla="*/ 269168 h 726255"/>
              <a:gd name="connsiteX0-59" fmla="*/ 2063141 w 2063141"/>
              <a:gd name="connsiteY0-60" fmla="*/ 0 h 748844"/>
              <a:gd name="connsiteX1-61" fmla="*/ 820374 w 2063141"/>
              <a:gd name="connsiteY1-62" fmla="*/ 748844 h 748844"/>
              <a:gd name="connsiteX2-63" fmla="*/ 0 w 2063141"/>
              <a:gd name="connsiteY2-64" fmla="*/ 269168 h 748844"/>
              <a:gd name="connsiteX0-65" fmla="*/ 2075304 w 2075304"/>
              <a:gd name="connsiteY0-66" fmla="*/ 0 h 745369"/>
              <a:gd name="connsiteX1-67" fmla="*/ 820374 w 2075304"/>
              <a:gd name="connsiteY1-68" fmla="*/ 745369 h 745369"/>
              <a:gd name="connsiteX2-69" fmla="*/ 0 w 2075304"/>
              <a:gd name="connsiteY2-70" fmla="*/ 265693 h 745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75304" h="745369">
                <a:moveTo>
                  <a:pt x="2075304" y="0"/>
                </a:moveTo>
                <a:lnTo>
                  <a:pt x="820374" y="745369"/>
                </a:lnTo>
                <a:lnTo>
                  <a:pt x="0" y="265693"/>
                </a:lnTo>
              </a:path>
            </a:pathLst>
          </a:custGeom>
          <a:noFill/>
          <a:ln w="9278" cap="flat">
            <a:gradFill>
              <a:gsLst>
                <a:gs pos="94000">
                  <a:schemeClr val="bg1">
                    <a:alpha val="0"/>
                  </a:schemeClr>
                </a:gs>
                <a:gs pos="17000">
                  <a:schemeClr val="bg2">
                    <a:alpha val="0"/>
                  </a:schemeClr>
                </a:gs>
                <a:gs pos="51000">
                  <a:schemeClr val="tx2">
                    <a:alpha val="55000"/>
                  </a:schemeClr>
                </a:gs>
              </a:gsLst>
              <a:lin ang="120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11"/>
            </p:custDataLst>
          </p:nvPr>
        </p:nvSpPr>
        <p:spPr>
          <a:xfrm>
            <a:off x="5335307" y="-24505"/>
            <a:ext cx="3132400" cy="1858965"/>
          </a:xfrm>
          <a:custGeom>
            <a:avLst/>
            <a:gdLst>
              <a:gd name="connsiteX0" fmla="*/ 3611540 w 3611539"/>
              <a:gd name="connsiteY0" fmla="*/ 0 h 1356473"/>
              <a:gd name="connsiteX1" fmla="*/ 1325849 w 3611539"/>
              <a:gd name="connsiteY1" fmla="*/ 1356474 h 1356473"/>
              <a:gd name="connsiteX2" fmla="*/ 0 w 3611539"/>
              <a:gd name="connsiteY2" fmla="*/ 574810 h 1356473"/>
              <a:gd name="connsiteX3" fmla="*/ 981743 w 3611539"/>
              <a:gd name="connsiteY3" fmla="*/ 0 h 1356473"/>
              <a:gd name="connsiteX0-1" fmla="*/ 0 w 3611540"/>
              <a:gd name="connsiteY0-2" fmla="*/ 574810 h 1356474"/>
              <a:gd name="connsiteX1-3" fmla="*/ 981743 w 3611540"/>
              <a:gd name="connsiteY1-4" fmla="*/ 0 h 1356474"/>
              <a:gd name="connsiteX2-5" fmla="*/ 3611540 w 3611540"/>
              <a:gd name="connsiteY2-6" fmla="*/ 0 h 1356474"/>
              <a:gd name="connsiteX3-7" fmla="*/ 1325849 w 3611540"/>
              <a:gd name="connsiteY3-8" fmla="*/ 1356474 h 1356474"/>
              <a:gd name="connsiteX4" fmla="*/ 66723 w 3611540"/>
              <a:gd name="connsiteY4" fmla="*/ 641533 h 1356474"/>
              <a:gd name="connsiteX0-9" fmla="*/ 1100932 w 3544817"/>
              <a:gd name="connsiteY0-10" fmla="*/ 0 h 1490597"/>
              <a:gd name="connsiteX1-11" fmla="*/ 915020 w 3544817"/>
              <a:gd name="connsiteY1-12" fmla="*/ 134123 h 1490597"/>
              <a:gd name="connsiteX2-13" fmla="*/ 3544817 w 3544817"/>
              <a:gd name="connsiteY2-14" fmla="*/ 134123 h 1490597"/>
              <a:gd name="connsiteX3-15" fmla="*/ 1259126 w 3544817"/>
              <a:gd name="connsiteY3-16" fmla="*/ 1490597 h 1490597"/>
              <a:gd name="connsiteX4-17" fmla="*/ 0 w 3544817"/>
              <a:gd name="connsiteY4-18" fmla="*/ 775656 h 1490597"/>
              <a:gd name="connsiteX0-19" fmla="*/ 915020 w 3544817"/>
              <a:gd name="connsiteY0-20" fmla="*/ 0 h 1356474"/>
              <a:gd name="connsiteX1-21" fmla="*/ 3544817 w 3544817"/>
              <a:gd name="connsiteY1-22" fmla="*/ 0 h 1356474"/>
              <a:gd name="connsiteX2-23" fmla="*/ 1259126 w 3544817"/>
              <a:gd name="connsiteY2-24" fmla="*/ 1356474 h 1356474"/>
              <a:gd name="connsiteX3-25" fmla="*/ 0 w 3544817"/>
              <a:gd name="connsiteY3-26" fmla="*/ 641533 h 1356474"/>
              <a:gd name="connsiteX0-27" fmla="*/ 3544817 w 3544817"/>
              <a:gd name="connsiteY0-28" fmla="*/ 0 h 1356474"/>
              <a:gd name="connsiteX1-29" fmla="*/ 1259126 w 3544817"/>
              <a:gd name="connsiteY1-30" fmla="*/ 1356474 h 1356474"/>
              <a:gd name="connsiteX2-31" fmla="*/ 0 w 3544817"/>
              <a:gd name="connsiteY2-32" fmla="*/ 641533 h 1356474"/>
              <a:gd name="connsiteX0-33" fmla="*/ 2285691 w 2285691"/>
              <a:gd name="connsiteY0-34" fmla="*/ 0 h 1356474"/>
              <a:gd name="connsiteX1-35" fmla="*/ 0 w 2285691"/>
              <a:gd name="connsiteY1-36" fmla="*/ 1356474 h 13564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285691" h="1356474">
                <a:moveTo>
                  <a:pt x="2285691" y="0"/>
                </a:moveTo>
                <a:lnTo>
                  <a:pt x="0" y="1356474"/>
                </a:lnTo>
              </a:path>
            </a:pathLst>
          </a:custGeom>
          <a:noFill/>
          <a:ln w="19050" cap="flat">
            <a:gradFill>
              <a:gsLst>
                <a:gs pos="0">
                  <a:schemeClr val="bg2">
                    <a:alpha val="0"/>
                  </a:schemeClr>
                </a:gs>
                <a:gs pos="57000">
                  <a:srgbClr val="FFFFFF">
                    <a:alpha val="28000"/>
                  </a:srgb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8" name="图片 37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3084" y="1571980"/>
            <a:ext cx="1535822" cy="1510300"/>
          </a:xfrm>
          <a:prstGeom prst="rect">
            <a:avLst/>
          </a:prstGeom>
        </p:spPr>
      </p:pic>
      <p:sp>
        <p:nvSpPr>
          <p:cNvPr id="41" name="任意多边形: 形状 40"/>
          <p:cNvSpPr/>
          <p:nvPr userDrawn="1">
            <p:custDataLst>
              <p:tags r:id="rId14"/>
            </p:custDataLst>
          </p:nvPr>
        </p:nvSpPr>
        <p:spPr>
          <a:xfrm>
            <a:off x="7272596" y="2257514"/>
            <a:ext cx="1266441" cy="459507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15"/>
            </p:custDataLst>
          </p:nvPr>
        </p:nvSpPr>
        <p:spPr>
          <a:xfrm>
            <a:off x="8539036" y="2258278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16"/>
            </p:custDataLst>
          </p:nvPr>
        </p:nvSpPr>
        <p:spPr>
          <a:xfrm>
            <a:off x="7272596" y="1512250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17"/>
            </p:custDataLst>
          </p:nvPr>
        </p:nvSpPr>
        <p:spPr>
          <a:xfrm>
            <a:off x="7528899" y="2414794"/>
            <a:ext cx="1003751" cy="279371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 userDrawn="1">
            <p:custDataLst>
              <p:tags r:id="rId18"/>
            </p:custDataLst>
          </p:nvPr>
        </p:nvSpPr>
        <p:spPr>
          <a:xfrm flipH="1">
            <a:off x="8531056" y="2425220"/>
            <a:ext cx="999740" cy="57845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9"/>
            </p:custDataLst>
          </p:nvPr>
        </p:nvSpPr>
        <p:spPr>
          <a:xfrm>
            <a:off x="7269249" y="2245992"/>
            <a:ext cx="1269786" cy="4606597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20"/>
            </p:custDataLst>
          </p:nvPr>
        </p:nvSpPr>
        <p:spPr>
          <a:xfrm>
            <a:off x="8539036" y="2263687"/>
            <a:ext cx="1264914" cy="4594313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21"/>
            </p:custDataLst>
          </p:nvPr>
        </p:nvSpPr>
        <p:spPr>
          <a:xfrm>
            <a:off x="7272596" y="1520888"/>
            <a:ext cx="2522961" cy="1492055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22"/>
            </p:custDataLst>
          </p:nvPr>
        </p:nvSpPr>
        <p:spPr>
          <a:xfrm>
            <a:off x="8882635" y="4208351"/>
            <a:ext cx="2441821" cy="2632716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3"/>
            </p:custDataLst>
          </p:nvPr>
        </p:nvSpPr>
        <p:spPr>
          <a:xfrm>
            <a:off x="8872161" y="2264495"/>
            <a:ext cx="3319840" cy="3387202"/>
          </a:xfrm>
          <a:custGeom>
            <a:avLst/>
            <a:gdLst>
              <a:gd name="connsiteX0" fmla="*/ 3319840 w 3319840"/>
              <a:gd name="connsiteY0" fmla="*/ 0 h 3387202"/>
              <a:gd name="connsiteX1" fmla="*/ 3319840 w 3319840"/>
              <a:gd name="connsiteY1" fmla="*/ 2869896 h 3387202"/>
              <a:gd name="connsiteX2" fmla="*/ 2448054 w 3319840"/>
              <a:gd name="connsiteY2" fmla="*/ 3387202 h 3387202"/>
              <a:gd name="connsiteX3" fmla="*/ 0 w 3319840"/>
              <a:gd name="connsiteY3" fmla="*/ 1943856 h 338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9840" h="3387202">
                <a:moveTo>
                  <a:pt x="3319840" y="0"/>
                </a:moveTo>
                <a:lnTo>
                  <a:pt x="3319840" y="2869896"/>
                </a:lnTo>
                <a:lnTo>
                  <a:pt x="2448054" y="3387202"/>
                </a:lnTo>
                <a:lnTo>
                  <a:pt x="0" y="1943856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4"/>
            </p:custDataLst>
          </p:nvPr>
        </p:nvSpPr>
        <p:spPr>
          <a:xfrm>
            <a:off x="9845455" y="4771699"/>
            <a:ext cx="2404478" cy="875021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25"/>
            </p:custDataLst>
          </p:nvPr>
        </p:nvSpPr>
        <p:spPr>
          <a:xfrm>
            <a:off x="3729539" y="2344065"/>
            <a:ext cx="2441821" cy="4513936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90000">
                <a:srgbClr val="363636"/>
              </a:gs>
              <a:gs pos="0">
                <a:srgbClr val="363636">
                  <a:alpha val="0"/>
                </a:srgbClr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26"/>
            </p:custDataLst>
          </p:nvPr>
        </p:nvSpPr>
        <p:spPr>
          <a:xfrm>
            <a:off x="1677353" y="4608834"/>
            <a:ext cx="6221432" cy="2232231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16000">
                <a:srgbClr val="262626"/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27"/>
            </p:custDataLst>
          </p:nvPr>
        </p:nvSpPr>
        <p:spPr>
          <a:xfrm>
            <a:off x="6503308" y="6034089"/>
            <a:ext cx="1395476" cy="823912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28"/>
            </p:custDataLst>
          </p:nvPr>
        </p:nvSpPr>
        <p:spPr>
          <a:xfrm>
            <a:off x="838200" y="1761490"/>
            <a:ext cx="6982460" cy="2458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gradFill>
                  <a:gsLst>
                    <a:gs pos="0">
                      <a:srgbClr val="FFFFFF"/>
                    </a:gs>
                    <a:gs pos="100000">
                      <a:schemeClr val="accent3"/>
                    </a:gs>
                  </a:gsLst>
                  <a:lin ang="2700000" scaled="0"/>
                </a:gradFill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9" name="日期占位符 8"/>
          <p:cNvSpPr>
            <a:spLocks noGrp="1"/>
          </p:cNvSpPr>
          <p:nvPr userDrawn="1">
            <p:ph type="dt" sz="half" idx="18"/>
            <p:custDataLst>
              <p:tags r:id="rId2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 userDrawn="1">
            <p:ph type="ftr" sz="quarter" idx="19"/>
            <p:custDataLst>
              <p:tags r:id="rId3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 userDrawn="1">
            <p:ph type="sldNum" sz="quarter" idx="20"/>
            <p:custDataLst>
              <p:tags r:id="rId3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33" name="署名占位符 10"/>
          <p:cNvSpPr>
            <a:spLocks noGrp="1"/>
          </p:cNvSpPr>
          <p:nvPr>
            <p:ph type="body" sz="quarter" idx="21" hasCustomPrompt="1"/>
            <p:custDataLst>
              <p:tags r:id="rId32"/>
            </p:custDataLst>
          </p:nvPr>
        </p:nvSpPr>
        <p:spPr>
          <a:xfrm>
            <a:off x="755332" y="4617720"/>
            <a:ext cx="2254568" cy="5077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rgbClr val="262626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5000">
                <a:srgbClr val="0D0D0D"/>
              </a:gs>
              <a:gs pos="100000">
                <a:schemeClr val="accent1">
                  <a:lumMod val="5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rgbClr val="FFFFFF"/>
              </a:gs>
              <a:gs pos="100000">
                <a:schemeClr val="accent1"/>
              </a:gs>
            </a:gsLst>
            <a:lin ang="4800000" scaled="0"/>
          </a:gra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rgbClr val="FFFFFF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8" Type="http://schemas.openxmlformats.org/officeDocument/2006/relationships/notesSlide" Target="../notesSlides/notesSlide1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67.xml"/><Relationship Id="rId25" Type="http://schemas.openxmlformats.org/officeDocument/2006/relationships/tags" Target="../tags/tag66.xml"/><Relationship Id="rId24" Type="http://schemas.openxmlformats.org/officeDocument/2006/relationships/tags" Target="../tags/tag65.xml"/><Relationship Id="rId23" Type="http://schemas.openxmlformats.org/officeDocument/2006/relationships/tags" Target="../tags/tag64.xml"/><Relationship Id="rId22" Type="http://schemas.openxmlformats.org/officeDocument/2006/relationships/tags" Target="../tags/tag63.xml"/><Relationship Id="rId21" Type="http://schemas.openxmlformats.org/officeDocument/2006/relationships/tags" Target="../tags/tag62.xml"/><Relationship Id="rId20" Type="http://schemas.openxmlformats.org/officeDocument/2006/relationships/tags" Target="../tags/tag61.xml"/><Relationship Id="rId2" Type="http://schemas.openxmlformats.org/officeDocument/2006/relationships/tags" Target="../tags/tag43.xml"/><Relationship Id="rId19" Type="http://schemas.openxmlformats.org/officeDocument/2006/relationships/tags" Target="../tags/tag60.xml"/><Relationship Id="rId18" Type="http://schemas.openxmlformats.org/officeDocument/2006/relationships/tags" Target="../tags/tag59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761490"/>
            <a:ext cx="6982460" cy="2458720"/>
          </a:xfrm>
        </p:spPr>
        <p:txBody>
          <a:bodyPr anchor="ctr" anchorCtr="0">
            <a:normAutofit fontScale="90000"/>
          </a:bodyPr>
          <a:lstStyle/>
          <a:p>
            <a:pPr algn="ctr"/>
            <a:r>
              <a:rPr lang="en-US" dirty="0"/>
              <a:t>TOKENS 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OTHER BASICS...</a:t>
            </a:r>
            <a:endParaRPr 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21"/>
            <p:custDataLst>
              <p:tags r:id="rId2"/>
            </p:custDataLst>
          </p:nvPr>
        </p:nvSpPr>
        <p:spPr>
          <a:xfrm>
            <a:off x="755332" y="4617720"/>
            <a:ext cx="2254568" cy="507795"/>
          </a:xfrm>
        </p:spPr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TOKENS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A token is the smallest individual unit of a C program that the compiler can understand.</a:t>
            </a:r>
            <a:endParaRPr lang="en-US" altLang="en-US"/>
          </a:p>
          <a:p>
            <a:r>
              <a:rPr lang="en-US" altLang="en-US"/>
              <a:t>There are 6 types of tokens: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Keywords.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Identifiers.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Constants.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Strings.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Operators.</a:t>
            </a:r>
            <a:endParaRPr lang="en-US" altLang="en-US"/>
          </a:p>
          <a:p>
            <a:pPr marL="457200" indent="-457200">
              <a:buAutoNum type="arabicPeriod"/>
            </a:pPr>
            <a:r>
              <a:rPr lang="en-US" altLang="en-US"/>
              <a:t>Special Characters.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457200" indent="-457200">
              <a:buAutoNum type="arabicPeriod"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Keywords</a:t>
            </a:r>
            <a:endParaRPr lang="en-US" spc="0" dirty="0">
              <a:latin typeface="+mj-lt"/>
            </a:endParaRPr>
          </a:p>
        </p:txBody>
      </p:sp>
      <p:sp>
        <p:nvSpPr>
          <p:cNvPr id="3" name="Freeform 5"/>
          <p:cNvSpPr/>
          <p:nvPr>
            <p:custDataLst>
              <p:tags r:id="rId2"/>
            </p:custDataLst>
          </p:nvPr>
        </p:nvSpPr>
        <p:spPr bwMode="auto">
          <a:xfrm>
            <a:off x="5360035" y="5002213"/>
            <a:ext cx="1285875" cy="1235075"/>
          </a:xfrm>
          <a:custGeom>
            <a:avLst/>
            <a:gdLst>
              <a:gd name="T0" fmla="*/ 625 w 810"/>
              <a:gd name="T1" fmla="*/ 0 h 778"/>
              <a:gd name="T2" fmla="*/ 810 w 810"/>
              <a:gd name="T3" fmla="*/ 626 h 778"/>
              <a:gd name="T4" fmla="*/ 186 w 810"/>
              <a:gd name="T5" fmla="*/ 778 h 778"/>
              <a:gd name="T6" fmla="*/ 0 w 810"/>
              <a:gd name="T7" fmla="*/ 150 h 778"/>
              <a:gd name="T8" fmla="*/ 625 w 810"/>
              <a:gd name="T9" fmla="*/ 0 h 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0" h="778">
                <a:moveTo>
                  <a:pt x="625" y="0"/>
                </a:moveTo>
                <a:lnTo>
                  <a:pt x="810" y="626"/>
                </a:lnTo>
                <a:lnTo>
                  <a:pt x="186" y="778"/>
                </a:lnTo>
                <a:lnTo>
                  <a:pt x="0" y="150"/>
                </a:lnTo>
                <a:lnTo>
                  <a:pt x="625" y="0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lumMod val="70000"/>
                  <a:lumOff val="30000"/>
                  <a:alpha val="100000"/>
                </a:schemeClr>
              </a:gs>
            </a:gsLst>
            <a:lin ang="20220000" scaled="0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7" name="Freeform 6"/>
          <p:cNvSpPr/>
          <p:nvPr>
            <p:custDataLst>
              <p:tags r:id="rId3"/>
            </p:custDataLst>
          </p:nvPr>
        </p:nvSpPr>
        <p:spPr bwMode="auto">
          <a:xfrm>
            <a:off x="6349365" y="4731068"/>
            <a:ext cx="516255" cy="1264920"/>
          </a:xfrm>
          <a:custGeom>
            <a:avLst/>
            <a:gdLst>
              <a:gd name="T0" fmla="*/ 0 w 325"/>
              <a:gd name="T1" fmla="*/ 171 h 797"/>
              <a:gd name="T2" fmla="*/ 140 w 325"/>
              <a:gd name="T3" fmla="*/ 0 h 797"/>
              <a:gd name="T4" fmla="*/ 325 w 325"/>
              <a:gd name="T5" fmla="*/ 626 h 797"/>
              <a:gd name="T6" fmla="*/ 185 w 325"/>
              <a:gd name="T7" fmla="*/ 797 h 797"/>
              <a:gd name="T8" fmla="*/ 0 w 325"/>
              <a:gd name="T9" fmla="*/ 171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5" h="797">
                <a:moveTo>
                  <a:pt x="0" y="171"/>
                </a:moveTo>
                <a:lnTo>
                  <a:pt x="140" y="0"/>
                </a:lnTo>
                <a:lnTo>
                  <a:pt x="325" y="626"/>
                </a:lnTo>
                <a:lnTo>
                  <a:pt x="185" y="797"/>
                </a:lnTo>
                <a:lnTo>
                  <a:pt x="0" y="171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0000"/>
                  <a:lumOff val="30000"/>
                  <a:alpha val="100000"/>
                </a:schemeClr>
              </a:gs>
              <a:gs pos="100000">
                <a:schemeClr val="accent4">
                  <a:lumMod val="50000"/>
                  <a:lumOff val="50000"/>
                  <a:alpha val="100000"/>
                </a:schemeClr>
              </a:gs>
            </a:gsLst>
            <a:lin ang="312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8" name="Freeform 7"/>
          <p:cNvSpPr/>
          <p:nvPr>
            <p:custDataLst>
              <p:tags r:id="rId4"/>
            </p:custDataLst>
          </p:nvPr>
        </p:nvSpPr>
        <p:spPr bwMode="auto">
          <a:xfrm>
            <a:off x="5357495" y="4737418"/>
            <a:ext cx="1214755" cy="509270"/>
          </a:xfrm>
          <a:custGeom>
            <a:avLst/>
            <a:gdLst>
              <a:gd name="T0" fmla="*/ 0 w 765"/>
              <a:gd name="T1" fmla="*/ 321 h 321"/>
              <a:gd name="T2" fmla="*/ 139 w 765"/>
              <a:gd name="T3" fmla="*/ 151 h 321"/>
              <a:gd name="T4" fmla="*/ 765 w 765"/>
              <a:gd name="T5" fmla="*/ 0 h 321"/>
              <a:gd name="T6" fmla="*/ 625 w 765"/>
              <a:gd name="T7" fmla="*/ 171 h 321"/>
              <a:gd name="T8" fmla="*/ 0 w 765"/>
              <a:gd name="T9" fmla="*/ 321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5" h="321">
                <a:moveTo>
                  <a:pt x="0" y="321"/>
                </a:moveTo>
                <a:lnTo>
                  <a:pt x="139" y="151"/>
                </a:lnTo>
                <a:lnTo>
                  <a:pt x="765" y="0"/>
                </a:lnTo>
                <a:lnTo>
                  <a:pt x="625" y="171"/>
                </a:lnTo>
                <a:lnTo>
                  <a:pt x="0" y="321"/>
                </a:lnTo>
                <a:close/>
              </a:path>
            </a:pathLst>
          </a:custGeom>
          <a:gradFill>
            <a:gsLst>
              <a:gs pos="39000">
                <a:schemeClr val="accent4">
                  <a:lumMod val="75000"/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10800000" scaled="1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9" name="Freeform 8"/>
          <p:cNvSpPr/>
          <p:nvPr>
            <p:custDataLst>
              <p:tags r:id="rId5"/>
            </p:custDataLst>
          </p:nvPr>
        </p:nvSpPr>
        <p:spPr bwMode="auto">
          <a:xfrm>
            <a:off x="4880610" y="2930843"/>
            <a:ext cx="1149350" cy="1222375"/>
          </a:xfrm>
          <a:custGeom>
            <a:avLst/>
            <a:gdLst>
              <a:gd name="T0" fmla="*/ 724 w 724"/>
              <a:gd name="T1" fmla="*/ 123 h 770"/>
              <a:gd name="T2" fmla="*/ 631 w 724"/>
              <a:gd name="T3" fmla="*/ 770 h 770"/>
              <a:gd name="T4" fmla="*/ 0 w 724"/>
              <a:gd name="T5" fmla="*/ 647 h 770"/>
              <a:gd name="T6" fmla="*/ 94 w 724"/>
              <a:gd name="T7" fmla="*/ 0 h 770"/>
              <a:gd name="T8" fmla="*/ 724 w 724"/>
              <a:gd name="T9" fmla="*/ 123 h 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4" h="770">
                <a:moveTo>
                  <a:pt x="724" y="123"/>
                </a:moveTo>
                <a:lnTo>
                  <a:pt x="631" y="770"/>
                </a:lnTo>
                <a:lnTo>
                  <a:pt x="0" y="647"/>
                </a:lnTo>
                <a:lnTo>
                  <a:pt x="94" y="0"/>
                </a:lnTo>
                <a:lnTo>
                  <a:pt x="724" y="12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0000"/>
                  <a:lumOff val="30000"/>
                  <a:alpha val="100000"/>
                </a:schemeClr>
              </a:gs>
            </a:gsLst>
            <a:lin ang="180000" scaled="0"/>
          </a:gra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Freeform 9"/>
          <p:cNvSpPr/>
          <p:nvPr>
            <p:custDataLst>
              <p:tags r:id="rId6"/>
            </p:custDataLst>
          </p:nvPr>
        </p:nvSpPr>
        <p:spPr bwMode="auto">
          <a:xfrm>
            <a:off x="5879465" y="2972118"/>
            <a:ext cx="462280" cy="1181100"/>
          </a:xfrm>
          <a:custGeom>
            <a:avLst/>
            <a:gdLst>
              <a:gd name="T0" fmla="*/ 93 w 291"/>
              <a:gd name="T1" fmla="*/ 97 h 744"/>
              <a:gd name="T2" fmla="*/ 291 w 291"/>
              <a:gd name="T3" fmla="*/ 0 h 744"/>
              <a:gd name="T4" fmla="*/ 198 w 291"/>
              <a:gd name="T5" fmla="*/ 647 h 744"/>
              <a:gd name="T6" fmla="*/ 0 w 291"/>
              <a:gd name="T7" fmla="*/ 744 h 744"/>
              <a:gd name="T8" fmla="*/ 93 w 291"/>
              <a:gd name="T9" fmla="*/ 97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1" h="744">
                <a:moveTo>
                  <a:pt x="93" y="97"/>
                </a:moveTo>
                <a:lnTo>
                  <a:pt x="291" y="0"/>
                </a:lnTo>
                <a:lnTo>
                  <a:pt x="198" y="647"/>
                </a:lnTo>
                <a:lnTo>
                  <a:pt x="0" y="744"/>
                </a:lnTo>
                <a:lnTo>
                  <a:pt x="93" y="9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70000"/>
                  <a:lumOff val="30000"/>
                  <a:alpha val="100000"/>
                </a:schemeClr>
              </a:gs>
              <a:gs pos="100000">
                <a:schemeClr val="accent2">
                  <a:lumMod val="70000"/>
                  <a:lumOff val="30000"/>
                  <a:alpha val="100000"/>
                </a:schemeClr>
              </a:gs>
              <a:gs pos="54000">
                <a:schemeClr val="accent2">
                  <a:lumMod val="50000"/>
                  <a:lumOff val="50000"/>
                  <a:alpha val="100000"/>
                </a:schemeClr>
              </a:gs>
            </a:gsLst>
            <a:lin ang="1326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1" name="Freeform 10"/>
          <p:cNvSpPr/>
          <p:nvPr>
            <p:custDataLst>
              <p:tags r:id="rId7"/>
            </p:custDataLst>
          </p:nvPr>
        </p:nvSpPr>
        <p:spPr bwMode="auto">
          <a:xfrm>
            <a:off x="5027295" y="2779713"/>
            <a:ext cx="1314450" cy="349250"/>
          </a:xfrm>
          <a:custGeom>
            <a:avLst/>
            <a:gdLst>
              <a:gd name="T0" fmla="*/ 0 w 828"/>
              <a:gd name="T1" fmla="*/ 97 h 220"/>
              <a:gd name="T2" fmla="*/ 198 w 828"/>
              <a:gd name="T3" fmla="*/ 0 h 220"/>
              <a:gd name="T4" fmla="*/ 828 w 828"/>
              <a:gd name="T5" fmla="*/ 123 h 220"/>
              <a:gd name="T6" fmla="*/ 630 w 828"/>
              <a:gd name="T7" fmla="*/ 220 h 220"/>
              <a:gd name="T8" fmla="*/ 0 w 828"/>
              <a:gd name="T9" fmla="*/ 97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8" h="220">
                <a:moveTo>
                  <a:pt x="0" y="97"/>
                </a:moveTo>
                <a:lnTo>
                  <a:pt x="198" y="0"/>
                </a:lnTo>
                <a:lnTo>
                  <a:pt x="828" y="123"/>
                </a:lnTo>
                <a:lnTo>
                  <a:pt x="630" y="220"/>
                </a:lnTo>
                <a:lnTo>
                  <a:pt x="0" y="97"/>
                </a:lnTo>
                <a:close/>
              </a:path>
            </a:pathLst>
          </a:custGeom>
          <a:gradFill>
            <a:gsLst>
              <a:gs pos="39000">
                <a:schemeClr val="accent2">
                  <a:lumMod val="75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 scaled="1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5944870" y="1700848"/>
            <a:ext cx="1182370" cy="1163320"/>
          </a:xfrm>
          <a:custGeom>
            <a:avLst/>
            <a:gdLst>
              <a:gd name="T0" fmla="*/ 601 w 745"/>
              <a:gd name="T1" fmla="*/ 0 h 733"/>
              <a:gd name="T2" fmla="*/ 745 w 745"/>
              <a:gd name="T3" fmla="*/ 641 h 733"/>
              <a:gd name="T4" fmla="*/ 142 w 745"/>
              <a:gd name="T5" fmla="*/ 733 h 733"/>
              <a:gd name="T6" fmla="*/ 0 w 745"/>
              <a:gd name="T7" fmla="*/ 91 h 733"/>
              <a:gd name="T8" fmla="*/ 601 w 745"/>
              <a:gd name="T9" fmla="*/ 0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5" h="733">
                <a:moveTo>
                  <a:pt x="601" y="0"/>
                </a:moveTo>
                <a:lnTo>
                  <a:pt x="745" y="641"/>
                </a:lnTo>
                <a:lnTo>
                  <a:pt x="142" y="733"/>
                </a:lnTo>
                <a:lnTo>
                  <a:pt x="0" y="91"/>
                </a:lnTo>
                <a:lnTo>
                  <a:pt x="601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30000"/>
                  <a:lumOff val="70000"/>
                  <a:alpha val="100000"/>
                </a:schemeClr>
              </a:gs>
              <a:gs pos="100000">
                <a:schemeClr val="accent1">
                  <a:lumMod val="30000"/>
                  <a:lumOff val="7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5" name="Freeform 12"/>
          <p:cNvSpPr/>
          <p:nvPr>
            <p:custDataLst>
              <p:tags r:id="rId9"/>
            </p:custDataLst>
          </p:nvPr>
        </p:nvSpPr>
        <p:spPr bwMode="auto">
          <a:xfrm>
            <a:off x="5763895" y="2718118"/>
            <a:ext cx="1363345" cy="393700"/>
          </a:xfrm>
          <a:custGeom>
            <a:avLst/>
            <a:gdLst>
              <a:gd name="T0" fmla="*/ 859 w 859"/>
              <a:gd name="T1" fmla="*/ 0 h 248"/>
              <a:gd name="T2" fmla="*/ 603 w 859"/>
              <a:gd name="T3" fmla="*/ 156 h 248"/>
              <a:gd name="T4" fmla="*/ 0 w 859"/>
              <a:gd name="T5" fmla="*/ 248 h 248"/>
              <a:gd name="T6" fmla="*/ 256 w 859"/>
              <a:gd name="T7" fmla="*/ 92 h 248"/>
              <a:gd name="T8" fmla="*/ 859 w 859"/>
              <a:gd name="T9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9" h="248">
                <a:moveTo>
                  <a:pt x="859" y="0"/>
                </a:moveTo>
                <a:lnTo>
                  <a:pt x="603" y="156"/>
                </a:lnTo>
                <a:lnTo>
                  <a:pt x="0" y="248"/>
                </a:lnTo>
                <a:lnTo>
                  <a:pt x="256" y="92"/>
                </a:lnTo>
                <a:lnTo>
                  <a:pt x="85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6" name="Freeform 13"/>
          <p:cNvSpPr/>
          <p:nvPr>
            <p:custDataLst>
              <p:tags r:id="rId10"/>
            </p:custDataLst>
          </p:nvPr>
        </p:nvSpPr>
        <p:spPr bwMode="auto">
          <a:xfrm>
            <a:off x="5538470" y="1844993"/>
            <a:ext cx="631825" cy="1266825"/>
          </a:xfrm>
          <a:custGeom>
            <a:avLst/>
            <a:gdLst>
              <a:gd name="T0" fmla="*/ 398 w 398"/>
              <a:gd name="T1" fmla="*/ 642 h 798"/>
              <a:gd name="T2" fmla="*/ 142 w 398"/>
              <a:gd name="T3" fmla="*/ 798 h 798"/>
              <a:gd name="T4" fmla="*/ 0 w 398"/>
              <a:gd name="T5" fmla="*/ 157 h 798"/>
              <a:gd name="T6" fmla="*/ 256 w 398"/>
              <a:gd name="T7" fmla="*/ 0 h 798"/>
              <a:gd name="T8" fmla="*/ 398 w 398"/>
              <a:gd name="T9" fmla="*/ 6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798">
                <a:moveTo>
                  <a:pt x="398" y="642"/>
                </a:moveTo>
                <a:lnTo>
                  <a:pt x="142" y="798"/>
                </a:lnTo>
                <a:lnTo>
                  <a:pt x="0" y="157"/>
                </a:lnTo>
                <a:lnTo>
                  <a:pt x="256" y="0"/>
                </a:lnTo>
                <a:lnTo>
                  <a:pt x="398" y="64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8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7" name="Freeform 14"/>
          <p:cNvSpPr/>
          <p:nvPr>
            <p:custDataLst>
              <p:tags r:id="rId11"/>
            </p:custDataLst>
          </p:nvPr>
        </p:nvSpPr>
        <p:spPr bwMode="auto">
          <a:xfrm>
            <a:off x="6142990" y="3770313"/>
            <a:ext cx="1283970" cy="1368425"/>
          </a:xfrm>
          <a:custGeom>
            <a:avLst/>
            <a:gdLst>
              <a:gd name="connsiteX0" fmla="*/ 1397 w 2022"/>
              <a:gd name="connsiteY0" fmla="*/ 0 h 2155"/>
              <a:gd name="connsiteX1" fmla="*/ 2022 w 2022"/>
              <a:gd name="connsiteY1" fmla="*/ 1460 h 2155"/>
              <a:gd name="connsiteX2" fmla="*/ 600 w 2022"/>
              <a:gd name="connsiteY2" fmla="*/ 2155 h 2155"/>
              <a:gd name="connsiteX3" fmla="*/ 0 w 2022"/>
              <a:gd name="connsiteY3" fmla="*/ 648 h 2155"/>
              <a:gd name="connsiteX4" fmla="*/ 1397 w 2022"/>
              <a:gd name="connsiteY4" fmla="*/ 0 h 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0" t="0" r="r" b="b"/>
            <a:pathLst>
              <a:path w="2022" h="2155">
                <a:moveTo>
                  <a:pt x="1397" y="0"/>
                </a:moveTo>
                <a:lnTo>
                  <a:pt x="2022" y="1460"/>
                </a:lnTo>
                <a:lnTo>
                  <a:pt x="600" y="2155"/>
                </a:lnTo>
                <a:lnTo>
                  <a:pt x="0" y="648"/>
                </a:lnTo>
                <a:lnTo>
                  <a:pt x="1397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  <a:alpha val="100000"/>
                </a:schemeClr>
              </a:gs>
              <a:gs pos="100000">
                <a:schemeClr val="accent3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8" name="Freeform 15"/>
          <p:cNvSpPr/>
          <p:nvPr>
            <p:custDataLst>
              <p:tags r:id="rId12"/>
            </p:custDataLst>
          </p:nvPr>
        </p:nvSpPr>
        <p:spPr bwMode="auto">
          <a:xfrm>
            <a:off x="5690870" y="4119563"/>
            <a:ext cx="833755" cy="1019175"/>
          </a:xfrm>
          <a:custGeom>
            <a:avLst/>
            <a:gdLst>
              <a:gd name="T0" fmla="*/ 525 w 525"/>
              <a:gd name="T1" fmla="*/ 642 h 642"/>
              <a:gd name="T2" fmla="*/ 240 w 525"/>
              <a:gd name="T3" fmla="*/ 603 h 642"/>
              <a:gd name="T4" fmla="*/ 0 w 525"/>
              <a:gd name="T5" fmla="*/ 0 h 642"/>
              <a:gd name="T6" fmla="*/ 285 w 525"/>
              <a:gd name="T7" fmla="*/ 39 h 642"/>
              <a:gd name="T8" fmla="*/ 525 w 525"/>
              <a:gd name="T9" fmla="*/ 642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5" h="642">
                <a:moveTo>
                  <a:pt x="525" y="642"/>
                </a:moveTo>
                <a:lnTo>
                  <a:pt x="240" y="603"/>
                </a:lnTo>
                <a:lnTo>
                  <a:pt x="0" y="0"/>
                </a:lnTo>
                <a:lnTo>
                  <a:pt x="285" y="39"/>
                </a:lnTo>
                <a:lnTo>
                  <a:pt x="525" y="64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16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sp>
        <p:nvSpPr>
          <p:cNvPr id="19" name="Freeform 16"/>
          <p:cNvSpPr/>
          <p:nvPr>
            <p:custDataLst>
              <p:tags r:id="rId13"/>
            </p:custDataLst>
          </p:nvPr>
        </p:nvSpPr>
        <p:spPr bwMode="auto">
          <a:xfrm>
            <a:off x="5690870" y="3696653"/>
            <a:ext cx="1336675" cy="487680"/>
          </a:xfrm>
          <a:custGeom>
            <a:avLst/>
            <a:gdLst>
              <a:gd name="connsiteX0" fmla="*/ 713 w 2105"/>
              <a:gd name="connsiteY0" fmla="*/ 768 h 768"/>
              <a:gd name="connsiteX1" fmla="*/ 0 w 2105"/>
              <a:gd name="connsiteY1" fmla="*/ 671 h 768"/>
              <a:gd name="connsiteX2" fmla="*/ 1431 w 2105"/>
              <a:gd name="connsiteY2" fmla="*/ 0 h 768"/>
              <a:gd name="connsiteX3" fmla="*/ 2105 w 2105"/>
              <a:gd name="connsiteY3" fmla="*/ 119 h 768"/>
              <a:gd name="connsiteX4" fmla="*/ 713 w 2105"/>
              <a:gd name="connsiteY4" fmla="*/ 768 h 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0" t="0" r="r" b="b"/>
            <a:pathLst>
              <a:path w="2105" h="768">
                <a:moveTo>
                  <a:pt x="713" y="768"/>
                </a:moveTo>
                <a:lnTo>
                  <a:pt x="0" y="671"/>
                </a:lnTo>
                <a:lnTo>
                  <a:pt x="1431" y="0"/>
                </a:lnTo>
                <a:lnTo>
                  <a:pt x="2105" y="119"/>
                </a:lnTo>
                <a:lnTo>
                  <a:pt x="713" y="7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  <a:lumOff val="10000"/>
                  <a:alpha val="100000"/>
                </a:schemeClr>
              </a:gs>
              <a:gs pos="100000">
                <a:schemeClr val="accent3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sym typeface="+mn-lt"/>
            </a:endParaRPr>
          </a:p>
        </p:txBody>
      </p:sp>
      <p:cxnSp>
        <p:nvCxnSpPr>
          <p:cNvPr id="20" name="Straight Connector 28"/>
          <p:cNvCxnSpPr/>
          <p:nvPr>
            <p:custDataLst>
              <p:tags r:id="rId14"/>
            </p:custDataLst>
          </p:nvPr>
        </p:nvCxnSpPr>
        <p:spPr>
          <a:xfrm flipH="1">
            <a:off x="4175760" y="4483418"/>
            <a:ext cx="1525905" cy="0"/>
          </a:xfrm>
          <a:prstGeom prst="line">
            <a:avLst/>
          </a:prstGeom>
          <a:ln w="19050">
            <a:solidFill>
              <a:schemeClr val="accent3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9"/>
          <p:cNvCxnSpPr/>
          <p:nvPr>
            <p:custDataLst>
              <p:tags r:id="rId15"/>
            </p:custDataLst>
          </p:nvPr>
        </p:nvCxnSpPr>
        <p:spPr>
          <a:xfrm flipH="1">
            <a:off x="4175760" y="2288223"/>
            <a:ext cx="1283335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0"/>
          <p:cNvCxnSpPr/>
          <p:nvPr>
            <p:custDataLst>
              <p:tags r:id="rId16"/>
            </p:custDataLst>
          </p:nvPr>
        </p:nvCxnSpPr>
        <p:spPr>
          <a:xfrm>
            <a:off x="6939280" y="5570538"/>
            <a:ext cx="1080135" cy="0"/>
          </a:xfrm>
          <a:prstGeom prst="line">
            <a:avLst/>
          </a:prstGeom>
          <a:ln w="19050">
            <a:solidFill>
              <a:schemeClr val="accent4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0"/>
          <p:cNvCxnSpPr/>
          <p:nvPr>
            <p:custDataLst>
              <p:tags r:id="rId17"/>
            </p:custDataLst>
          </p:nvPr>
        </p:nvCxnSpPr>
        <p:spPr>
          <a:xfrm>
            <a:off x="6422390" y="3378518"/>
            <a:ext cx="1593850" cy="0"/>
          </a:xfrm>
          <a:prstGeom prst="line">
            <a:avLst/>
          </a:prstGeom>
          <a:ln w="19050">
            <a:solidFill>
              <a:schemeClr val="accent2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11"/>
          <p:cNvSpPr/>
          <p:nvPr>
            <p:custDataLst>
              <p:tags r:id="rId18"/>
            </p:custDataLst>
          </p:nvPr>
        </p:nvSpPr>
        <p:spPr>
          <a:xfrm>
            <a:off x="695960" y="1671638"/>
            <a:ext cx="3199130" cy="1060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fontScale="90000" lnSpcReduction="20000"/>
          </a:bodyPr>
          <a:lstStyle/>
          <a:p>
            <a:pPr indent="0" algn="r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What they are: Words owned entirely by the C language. They have a permanent, built-in job that you cannot change.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</p:txBody>
      </p:sp>
      <p:sp>
        <p:nvSpPr>
          <p:cNvPr id="25" name="矩形 13"/>
          <p:cNvSpPr/>
          <p:nvPr>
            <p:custDataLst>
              <p:tags r:id="rId19"/>
            </p:custDataLst>
          </p:nvPr>
        </p:nvSpPr>
        <p:spPr>
          <a:xfrm>
            <a:off x="695960" y="3866833"/>
            <a:ext cx="3199130" cy="1060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fontScale="90000" lnSpcReduction="20000"/>
          </a:bodyPr>
          <a:lstStyle/>
          <a:p>
            <a:pPr indent="0" algn="r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C features many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  <a:p>
            <a:pPr indent="0" algn="r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 keywords, and are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  <a:p>
            <a:pPr indent="0" algn="r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categorized by their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  <a:p>
            <a:pPr indent="0" algn="r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built-in roles.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</p:txBody>
      </p:sp>
      <p:sp>
        <p:nvSpPr>
          <p:cNvPr id="26" name="矩形 3"/>
          <p:cNvSpPr/>
          <p:nvPr>
            <p:custDataLst>
              <p:tags r:id="rId20"/>
            </p:custDataLst>
          </p:nvPr>
        </p:nvSpPr>
        <p:spPr>
          <a:xfrm>
            <a:off x="8296910" y="2806383"/>
            <a:ext cx="3199130" cy="1060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You cannot use these names, while defining a variable.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</p:txBody>
      </p:sp>
      <p:sp>
        <p:nvSpPr>
          <p:cNvPr id="31" name="矩形 5"/>
          <p:cNvSpPr/>
          <p:nvPr>
            <p:custDataLst>
              <p:tags r:id="rId21"/>
            </p:custDataLst>
          </p:nvPr>
        </p:nvSpPr>
        <p:spPr>
          <a:xfrm>
            <a:off x="8296910" y="5001578"/>
            <a:ext cx="3199130" cy="1060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rPr>
              <a:t>Examples: int (means integer), return (means exit).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lt"/>
              <a:sym typeface="+mn-ea"/>
            </a:endParaRPr>
          </a:p>
        </p:txBody>
      </p:sp>
      <p:sp>
        <p:nvSpPr>
          <p:cNvPr id="32" name="任意多边形: 形状 26"/>
          <p:cNvSpPr/>
          <p:nvPr>
            <p:custDataLst>
              <p:tags r:id="rId22"/>
            </p:custDataLst>
          </p:nvPr>
        </p:nvSpPr>
        <p:spPr>
          <a:xfrm rot="20940000">
            <a:off x="6330950" y="2085658"/>
            <a:ext cx="445193" cy="444357"/>
          </a:xfrm>
          <a:custGeom>
            <a:avLst/>
            <a:gdLst>
              <a:gd name="connsiteX0" fmla="*/ 31048 w 419801"/>
              <a:gd name="connsiteY0" fmla="*/ 121 h 416634"/>
              <a:gd name="connsiteX1" fmla="*/ 162916 w 419801"/>
              <a:gd name="connsiteY1" fmla="*/ 121 h 416634"/>
              <a:gd name="connsiteX2" fmla="*/ 193857 w 419801"/>
              <a:gd name="connsiteY2" fmla="*/ 30828 h 416634"/>
              <a:gd name="connsiteX3" fmla="*/ 193857 w 419801"/>
              <a:gd name="connsiteY3" fmla="*/ 161703 h 416634"/>
              <a:gd name="connsiteX4" fmla="*/ 162916 w 419801"/>
              <a:gd name="connsiteY4" fmla="*/ 192410 h 416634"/>
              <a:gd name="connsiteX5" fmla="*/ 31048 w 419801"/>
              <a:gd name="connsiteY5" fmla="*/ 192410 h 416634"/>
              <a:gd name="connsiteX6" fmla="*/ 108 w 419801"/>
              <a:gd name="connsiteY6" fmla="*/ 161703 h 416634"/>
              <a:gd name="connsiteX7" fmla="*/ 108 w 419801"/>
              <a:gd name="connsiteY7" fmla="*/ 30828 h 416634"/>
              <a:gd name="connsiteX8" fmla="*/ 31048 w 419801"/>
              <a:gd name="connsiteY8" fmla="*/ 121 h 416634"/>
              <a:gd name="connsiteX9" fmla="*/ 31048 w 419801"/>
              <a:gd name="connsiteY9" fmla="*/ 224468 h 416634"/>
              <a:gd name="connsiteX10" fmla="*/ 162916 w 419801"/>
              <a:gd name="connsiteY10" fmla="*/ 224468 h 416634"/>
              <a:gd name="connsiteX11" fmla="*/ 193857 w 419801"/>
              <a:gd name="connsiteY11" fmla="*/ 255174 h 416634"/>
              <a:gd name="connsiteX12" fmla="*/ 193857 w 419801"/>
              <a:gd name="connsiteY12" fmla="*/ 386049 h 416634"/>
              <a:gd name="connsiteX13" fmla="*/ 162916 w 419801"/>
              <a:gd name="connsiteY13" fmla="*/ 416756 h 416634"/>
              <a:gd name="connsiteX14" fmla="*/ 31048 w 419801"/>
              <a:gd name="connsiteY14" fmla="*/ 416756 h 416634"/>
              <a:gd name="connsiteX15" fmla="*/ 108 w 419801"/>
              <a:gd name="connsiteY15" fmla="*/ 386049 h 416634"/>
              <a:gd name="connsiteX16" fmla="*/ 108 w 419801"/>
              <a:gd name="connsiteY16" fmla="*/ 255174 h 416634"/>
              <a:gd name="connsiteX17" fmla="*/ 31048 w 419801"/>
              <a:gd name="connsiteY17" fmla="*/ 224468 h 416634"/>
              <a:gd name="connsiteX18" fmla="*/ 257100 w 419801"/>
              <a:gd name="connsiteY18" fmla="*/ 224468 h 416634"/>
              <a:gd name="connsiteX19" fmla="*/ 388968 w 419801"/>
              <a:gd name="connsiteY19" fmla="*/ 224468 h 416634"/>
              <a:gd name="connsiteX20" fmla="*/ 419909 w 419801"/>
              <a:gd name="connsiteY20" fmla="*/ 255174 h 416634"/>
              <a:gd name="connsiteX21" fmla="*/ 419909 w 419801"/>
              <a:gd name="connsiteY21" fmla="*/ 386049 h 416634"/>
              <a:gd name="connsiteX22" fmla="*/ 388968 w 419801"/>
              <a:gd name="connsiteY22" fmla="*/ 416756 h 416634"/>
              <a:gd name="connsiteX23" fmla="*/ 257100 w 419801"/>
              <a:gd name="connsiteY23" fmla="*/ 416756 h 416634"/>
              <a:gd name="connsiteX24" fmla="*/ 226160 w 419801"/>
              <a:gd name="connsiteY24" fmla="*/ 386049 h 416634"/>
              <a:gd name="connsiteX25" fmla="*/ 226160 w 419801"/>
              <a:gd name="connsiteY25" fmla="*/ 255174 h 416634"/>
              <a:gd name="connsiteX26" fmla="*/ 257100 w 419801"/>
              <a:gd name="connsiteY26" fmla="*/ 224468 h 41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01" h="700">
                <a:moveTo>
                  <a:pt x="49" y="44"/>
                </a:moveTo>
                <a:lnTo>
                  <a:pt x="256" y="44"/>
                </a:lnTo>
                <a:cubicBezTo>
                  <a:pt x="283" y="44"/>
                  <a:pt x="305" y="65"/>
                  <a:pt x="305" y="92"/>
                </a:cubicBezTo>
                <a:lnTo>
                  <a:pt x="305" y="298"/>
                </a:lnTo>
                <a:cubicBezTo>
                  <a:pt x="305" y="325"/>
                  <a:pt x="283" y="346"/>
                  <a:pt x="256" y="346"/>
                </a:cubicBezTo>
                <a:lnTo>
                  <a:pt x="49" y="346"/>
                </a:lnTo>
                <a:cubicBezTo>
                  <a:pt x="22" y="346"/>
                  <a:pt x="0" y="325"/>
                  <a:pt x="0" y="298"/>
                </a:cubicBezTo>
                <a:lnTo>
                  <a:pt x="0" y="92"/>
                </a:lnTo>
                <a:cubicBezTo>
                  <a:pt x="0" y="65"/>
                  <a:pt x="22" y="44"/>
                  <a:pt x="49" y="44"/>
                </a:cubicBezTo>
                <a:close/>
                <a:moveTo>
                  <a:pt x="49" y="397"/>
                </a:moveTo>
                <a:lnTo>
                  <a:pt x="256" y="397"/>
                </a:lnTo>
                <a:cubicBezTo>
                  <a:pt x="283" y="397"/>
                  <a:pt x="305" y="419"/>
                  <a:pt x="305" y="445"/>
                </a:cubicBezTo>
                <a:lnTo>
                  <a:pt x="305" y="651"/>
                </a:lnTo>
                <a:cubicBezTo>
                  <a:pt x="305" y="678"/>
                  <a:pt x="283" y="700"/>
                  <a:pt x="256" y="700"/>
                </a:cubicBezTo>
                <a:lnTo>
                  <a:pt x="49" y="700"/>
                </a:lnTo>
                <a:cubicBezTo>
                  <a:pt x="22" y="700"/>
                  <a:pt x="0" y="678"/>
                  <a:pt x="0" y="651"/>
                </a:cubicBezTo>
                <a:lnTo>
                  <a:pt x="0" y="445"/>
                </a:lnTo>
                <a:cubicBezTo>
                  <a:pt x="0" y="419"/>
                  <a:pt x="22" y="397"/>
                  <a:pt x="49" y="397"/>
                </a:cubicBezTo>
                <a:close/>
                <a:moveTo>
                  <a:pt x="405" y="397"/>
                </a:moveTo>
                <a:lnTo>
                  <a:pt x="612" y="397"/>
                </a:lnTo>
                <a:cubicBezTo>
                  <a:pt x="639" y="397"/>
                  <a:pt x="661" y="419"/>
                  <a:pt x="661" y="445"/>
                </a:cubicBezTo>
                <a:lnTo>
                  <a:pt x="661" y="651"/>
                </a:lnTo>
                <a:cubicBezTo>
                  <a:pt x="661" y="678"/>
                  <a:pt x="639" y="700"/>
                  <a:pt x="612" y="700"/>
                </a:cubicBezTo>
                <a:lnTo>
                  <a:pt x="405" y="700"/>
                </a:lnTo>
                <a:cubicBezTo>
                  <a:pt x="378" y="700"/>
                  <a:pt x="356" y="678"/>
                  <a:pt x="356" y="651"/>
                </a:cubicBezTo>
                <a:lnTo>
                  <a:pt x="356" y="445"/>
                </a:lnTo>
                <a:cubicBezTo>
                  <a:pt x="356" y="419"/>
                  <a:pt x="378" y="397"/>
                  <a:pt x="405" y="397"/>
                </a:cubicBezTo>
                <a:close/>
                <a:moveTo>
                  <a:pt x="515" y="117"/>
                </a:moveTo>
                <a:lnTo>
                  <a:pt x="446" y="185"/>
                </a:lnTo>
                <a:lnTo>
                  <a:pt x="515" y="253"/>
                </a:lnTo>
                <a:lnTo>
                  <a:pt x="583" y="185"/>
                </a:lnTo>
                <a:lnTo>
                  <a:pt x="515" y="117"/>
                </a:lnTo>
                <a:close/>
                <a:moveTo>
                  <a:pt x="549" y="14"/>
                </a:moveTo>
                <a:lnTo>
                  <a:pt x="687" y="151"/>
                </a:lnTo>
                <a:cubicBezTo>
                  <a:pt x="706" y="170"/>
                  <a:pt x="706" y="200"/>
                  <a:pt x="687" y="219"/>
                </a:cubicBezTo>
                <a:lnTo>
                  <a:pt x="549" y="356"/>
                </a:lnTo>
                <a:cubicBezTo>
                  <a:pt x="530" y="375"/>
                  <a:pt x="499" y="375"/>
                  <a:pt x="480" y="356"/>
                </a:cubicBezTo>
                <a:lnTo>
                  <a:pt x="342" y="219"/>
                </a:lnTo>
                <a:cubicBezTo>
                  <a:pt x="323" y="200"/>
                  <a:pt x="323" y="170"/>
                  <a:pt x="342" y="151"/>
                </a:cubicBezTo>
                <a:lnTo>
                  <a:pt x="480" y="14"/>
                </a:lnTo>
                <a:cubicBezTo>
                  <a:pt x="499" y="-5"/>
                  <a:pt x="530" y="-5"/>
                  <a:pt x="549" y="14"/>
                </a:cubicBezTo>
                <a:lnTo>
                  <a:pt x="549" y="14"/>
                </a:lnTo>
                <a:close/>
              </a:path>
            </a:pathLst>
          </a:custGeom>
          <a:solidFill>
            <a:srgbClr val="FFFFFF"/>
          </a:solidFill>
          <a:ln w="156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任意多边形: 形状 27"/>
          <p:cNvSpPr/>
          <p:nvPr>
            <p:custDataLst>
              <p:tags r:id="rId23"/>
            </p:custDataLst>
          </p:nvPr>
        </p:nvSpPr>
        <p:spPr>
          <a:xfrm rot="481356">
            <a:off x="5212080" y="3344863"/>
            <a:ext cx="444955" cy="445134"/>
          </a:xfrm>
          <a:custGeom>
            <a:avLst/>
            <a:gdLst>
              <a:gd name="connsiteX0" fmla="*/ 404163 w 444955"/>
              <a:gd name="connsiteY0" fmla="*/ 114 h 445134"/>
              <a:gd name="connsiteX1" fmla="*/ 325219 w 444955"/>
              <a:gd name="connsiteY1" fmla="*/ 114 h 445134"/>
              <a:gd name="connsiteX2" fmla="*/ 323066 w 444955"/>
              <a:gd name="connsiteY2" fmla="*/ 114 h 445134"/>
              <a:gd name="connsiteX3" fmla="*/ 69728 w 444955"/>
              <a:gd name="connsiteY3" fmla="*/ 833 h 445134"/>
              <a:gd name="connsiteX4" fmla="*/ 29539 w 444955"/>
              <a:gd name="connsiteY4" fmla="*/ 41104 h 445134"/>
              <a:gd name="connsiteX5" fmla="*/ 29539 w 444955"/>
              <a:gd name="connsiteY5" fmla="*/ 101510 h 445134"/>
              <a:gd name="connsiteX6" fmla="*/ 75470 w 444955"/>
              <a:gd name="connsiteY6" fmla="*/ 101510 h 445134"/>
              <a:gd name="connsiteX7" fmla="*/ 90541 w 444955"/>
              <a:gd name="connsiteY7" fmla="*/ 116611 h 445134"/>
              <a:gd name="connsiteX8" fmla="*/ 90541 w 444955"/>
              <a:gd name="connsiteY8" fmla="*/ 126679 h 445134"/>
              <a:gd name="connsiteX9" fmla="*/ 75470 w 444955"/>
              <a:gd name="connsiteY9" fmla="*/ 141781 h 445134"/>
              <a:gd name="connsiteX10" fmla="*/ 70446 w 444955"/>
              <a:gd name="connsiteY10" fmla="*/ 141781 h 445134"/>
              <a:gd name="connsiteX11" fmla="*/ 70446 w 444955"/>
              <a:gd name="connsiteY11" fmla="*/ 136747 h 445134"/>
              <a:gd name="connsiteX12" fmla="*/ 55375 w 444955"/>
              <a:gd name="connsiteY12" fmla="*/ 121645 h 445134"/>
              <a:gd name="connsiteX13" fmla="*/ 13750 w 444955"/>
              <a:gd name="connsiteY13" fmla="*/ 121645 h 445134"/>
              <a:gd name="connsiteX14" fmla="*/ 832 w 444955"/>
              <a:gd name="connsiteY14" fmla="*/ 131713 h 445134"/>
              <a:gd name="connsiteX15" fmla="*/ 114 w 444955"/>
              <a:gd name="connsiteY15" fmla="*/ 136747 h 445134"/>
              <a:gd name="connsiteX16" fmla="*/ 114 w 444955"/>
              <a:gd name="connsiteY16" fmla="*/ 146814 h 445134"/>
              <a:gd name="connsiteX17" fmla="*/ 15185 w 444955"/>
              <a:gd name="connsiteY17" fmla="*/ 161915 h 445134"/>
              <a:gd name="connsiteX18" fmla="*/ 30256 w 444955"/>
              <a:gd name="connsiteY18" fmla="*/ 161915 h 445134"/>
              <a:gd name="connsiteX19" fmla="*/ 30256 w 444955"/>
              <a:gd name="connsiteY19" fmla="*/ 273379 h 445134"/>
              <a:gd name="connsiteX20" fmla="*/ 76187 w 444955"/>
              <a:gd name="connsiteY20" fmla="*/ 273379 h 445134"/>
              <a:gd name="connsiteX21" fmla="*/ 91258 w 444955"/>
              <a:gd name="connsiteY21" fmla="*/ 288482 h 445134"/>
              <a:gd name="connsiteX22" fmla="*/ 91258 w 444955"/>
              <a:gd name="connsiteY22" fmla="*/ 298548 h 445134"/>
              <a:gd name="connsiteX23" fmla="*/ 76187 w 444955"/>
              <a:gd name="connsiteY23" fmla="*/ 313650 h 445134"/>
              <a:gd name="connsiteX24" fmla="*/ 71163 w 444955"/>
              <a:gd name="connsiteY24" fmla="*/ 313650 h 445134"/>
              <a:gd name="connsiteX25" fmla="*/ 71163 w 444955"/>
              <a:gd name="connsiteY25" fmla="*/ 309336 h 445134"/>
              <a:gd name="connsiteX26" fmla="*/ 56092 w 444955"/>
              <a:gd name="connsiteY26" fmla="*/ 294234 h 445134"/>
              <a:gd name="connsiteX27" fmla="*/ 14467 w 444955"/>
              <a:gd name="connsiteY27" fmla="*/ 294234 h 445134"/>
              <a:gd name="connsiteX28" fmla="*/ 1549 w 444955"/>
              <a:gd name="connsiteY28" fmla="*/ 304302 h 445134"/>
              <a:gd name="connsiteX29" fmla="*/ 832 w 444955"/>
              <a:gd name="connsiteY29" fmla="*/ 309336 h 445134"/>
              <a:gd name="connsiteX30" fmla="*/ 832 w 444955"/>
              <a:gd name="connsiteY30" fmla="*/ 319403 h 445134"/>
              <a:gd name="connsiteX31" fmla="*/ 15903 w 444955"/>
              <a:gd name="connsiteY31" fmla="*/ 334505 h 445134"/>
              <a:gd name="connsiteX32" fmla="*/ 30974 w 444955"/>
              <a:gd name="connsiteY32" fmla="*/ 334505 h 445134"/>
              <a:gd name="connsiteX33" fmla="*/ 30974 w 444955"/>
              <a:gd name="connsiteY33" fmla="*/ 404979 h 445134"/>
              <a:gd name="connsiteX34" fmla="*/ 71163 w 444955"/>
              <a:gd name="connsiteY34" fmla="*/ 445248 h 445134"/>
              <a:gd name="connsiteX35" fmla="*/ 404880 w 444955"/>
              <a:gd name="connsiteY35" fmla="*/ 445248 h 445134"/>
              <a:gd name="connsiteX36" fmla="*/ 445070 w 444955"/>
              <a:gd name="connsiteY36" fmla="*/ 404979 h 445134"/>
              <a:gd name="connsiteX37" fmla="*/ 445070 w 444955"/>
              <a:gd name="connsiteY37" fmla="*/ 40385 h 445134"/>
              <a:gd name="connsiteX38" fmla="*/ 404163 w 444955"/>
              <a:gd name="connsiteY38" fmla="*/ 114 h 445134"/>
              <a:gd name="connsiteX39" fmla="*/ 374739 w 444955"/>
              <a:gd name="connsiteY39" fmla="*/ 329470 h 445134"/>
              <a:gd name="connsiteX40" fmla="*/ 374022 w 444955"/>
              <a:gd name="connsiteY40" fmla="*/ 331629 h 445134"/>
              <a:gd name="connsiteX41" fmla="*/ 369715 w 444955"/>
              <a:gd name="connsiteY41" fmla="*/ 336662 h 445134"/>
              <a:gd name="connsiteX42" fmla="*/ 365409 w 444955"/>
              <a:gd name="connsiteY42" fmla="*/ 338819 h 445134"/>
              <a:gd name="connsiteX43" fmla="*/ 362538 w 444955"/>
              <a:gd name="connsiteY43" fmla="*/ 339538 h 445134"/>
              <a:gd name="connsiteX44" fmla="*/ 145801 w 444955"/>
              <a:gd name="connsiteY44" fmla="*/ 339538 h 445134"/>
              <a:gd name="connsiteX45" fmla="*/ 140778 w 444955"/>
              <a:gd name="connsiteY45" fmla="*/ 337381 h 445134"/>
              <a:gd name="connsiteX46" fmla="*/ 137189 w 444955"/>
              <a:gd name="connsiteY46" fmla="*/ 332348 h 445134"/>
              <a:gd name="connsiteX47" fmla="*/ 136472 w 444955"/>
              <a:gd name="connsiteY47" fmla="*/ 330189 h 445134"/>
              <a:gd name="connsiteX48" fmla="*/ 136472 w 444955"/>
              <a:gd name="connsiteY48" fmla="*/ 310055 h 445134"/>
              <a:gd name="connsiteX49" fmla="*/ 136472 w 444955"/>
              <a:gd name="connsiteY49" fmla="*/ 309336 h 445134"/>
              <a:gd name="connsiteX50" fmla="*/ 137189 w 444955"/>
              <a:gd name="connsiteY50" fmla="*/ 308616 h 445134"/>
              <a:gd name="connsiteX51" fmla="*/ 180250 w 444955"/>
              <a:gd name="connsiteY51" fmla="*/ 279133 h 445134"/>
              <a:gd name="connsiteX52" fmla="*/ 222592 w 444955"/>
              <a:gd name="connsiteY52" fmla="*/ 248211 h 445134"/>
              <a:gd name="connsiteX53" fmla="*/ 222592 w 444955"/>
              <a:gd name="connsiteY53" fmla="*/ 243895 h 445134"/>
              <a:gd name="connsiteX54" fmla="*/ 220440 w 444955"/>
              <a:gd name="connsiteY54" fmla="*/ 238862 h 445134"/>
              <a:gd name="connsiteX55" fmla="*/ 197474 w 444955"/>
              <a:gd name="connsiteY55" fmla="*/ 180613 h 445134"/>
              <a:gd name="connsiteX56" fmla="*/ 255604 w 444955"/>
              <a:gd name="connsiteY56" fmla="*/ 107263 h 445134"/>
              <a:gd name="connsiteX57" fmla="*/ 313736 w 444955"/>
              <a:gd name="connsiteY57" fmla="*/ 180613 h 445134"/>
              <a:gd name="connsiteX58" fmla="*/ 290771 w 444955"/>
              <a:gd name="connsiteY58" fmla="*/ 238862 h 445134"/>
              <a:gd name="connsiteX59" fmla="*/ 288618 w 444955"/>
              <a:gd name="connsiteY59" fmla="*/ 243895 h 445134"/>
              <a:gd name="connsiteX60" fmla="*/ 288618 w 444955"/>
              <a:gd name="connsiteY60" fmla="*/ 248211 h 445134"/>
              <a:gd name="connsiteX61" fmla="*/ 330960 w 444955"/>
              <a:gd name="connsiteY61" fmla="*/ 279133 h 445134"/>
              <a:gd name="connsiteX62" fmla="*/ 374022 w 444955"/>
              <a:gd name="connsiteY62" fmla="*/ 308616 h 445134"/>
              <a:gd name="connsiteX63" fmla="*/ 374739 w 444955"/>
              <a:gd name="connsiteY63" fmla="*/ 309336 h 445134"/>
              <a:gd name="connsiteX64" fmla="*/ 374739 w 444955"/>
              <a:gd name="connsiteY64" fmla="*/ 310055 h 445134"/>
              <a:gd name="connsiteX65" fmla="*/ 374739 w 444955"/>
              <a:gd name="connsiteY65" fmla="*/ 329470 h 44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44955" h="445134">
                <a:moveTo>
                  <a:pt x="404163" y="114"/>
                </a:moveTo>
                <a:lnTo>
                  <a:pt x="325219" y="114"/>
                </a:lnTo>
                <a:lnTo>
                  <a:pt x="323066" y="114"/>
                </a:lnTo>
                <a:lnTo>
                  <a:pt x="69728" y="833"/>
                </a:lnTo>
                <a:cubicBezTo>
                  <a:pt x="47480" y="833"/>
                  <a:pt x="29539" y="18811"/>
                  <a:pt x="29539" y="41104"/>
                </a:cubicBezTo>
                <a:lnTo>
                  <a:pt x="29539" y="101510"/>
                </a:lnTo>
                <a:lnTo>
                  <a:pt x="75470" y="101510"/>
                </a:lnTo>
                <a:cubicBezTo>
                  <a:pt x="84082" y="101510"/>
                  <a:pt x="90541" y="107982"/>
                  <a:pt x="90541" y="116611"/>
                </a:cubicBezTo>
                <a:lnTo>
                  <a:pt x="90541" y="126679"/>
                </a:lnTo>
                <a:cubicBezTo>
                  <a:pt x="90541" y="135309"/>
                  <a:pt x="84082" y="141781"/>
                  <a:pt x="75470" y="141781"/>
                </a:cubicBezTo>
                <a:lnTo>
                  <a:pt x="70446" y="141781"/>
                </a:lnTo>
                <a:lnTo>
                  <a:pt x="70446" y="136747"/>
                </a:lnTo>
                <a:cubicBezTo>
                  <a:pt x="70446" y="128117"/>
                  <a:pt x="63987" y="121645"/>
                  <a:pt x="55375" y="121645"/>
                </a:cubicBezTo>
                <a:lnTo>
                  <a:pt x="13750" y="121645"/>
                </a:lnTo>
                <a:cubicBezTo>
                  <a:pt x="8008" y="122364"/>
                  <a:pt x="2985" y="125960"/>
                  <a:pt x="832" y="131713"/>
                </a:cubicBezTo>
                <a:cubicBezTo>
                  <a:pt x="114" y="133151"/>
                  <a:pt x="114" y="135309"/>
                  <a:pt x="114" y="136747"/>
                </a:cubicBezTo>
                <a:lnTo>
                  <a:pt x="114" y="146814"/>
                </a:lnTo>
                <a:cubicBezTo>
                  <a:pt x="114" y="155444"/>
                  <a:pt x="6573" y="161915"/>
                  <a:pt x="15185" y="161915"/>
                </a:cubicBezTo>
                <a:lnTo>
                  <a:pt x="30256" y="161915"/>
                </a:lnTo>
                <a:lnTo>
                  <a:pt x="30256" y="273379"/>
                </a:lnTo>
                <a:lnTo>
                  <a:pt x="76187" y="273379"/>
                </a:lnTo>
                <a:cubicBezTo>
                  <a:pt x="84799" y="273379"/>
                  <a:pt x="91258" y="279852"/>
                  <a:pt x="91258" y="288482"/>
                </a:cubicBezTo>
                <a:lnTo>
                  <a:pt x="91258" y="298548"/>
                </a:lnTo>
                <a:cubicBezTo>
                  <a:pt x="91258" y="307178"/>
                  <a:pt x="84799" y="313650"/>
                  <a:pt x="76187" y="313650"/>
                </a:cubicBezTo>
                <a:lnTo>
                  <a:pt x="71163" y="313650"/>
                </a:lnTo>
                <a:lnTo>
                  <a:pt x="71163" y="309336"/>
                </a:lnTo>
                <a:cubicBezTo>
                  <a:pt x="71163" y="300707"/>
                  <a:pt x="64704" y="294234"/>
                  <a:pt x="56092" y="294234"/>
                </a:cubicBezTo>
                <a:lnTo>
                  <a:pt x="14467" y="294234"/>
                </a:lnTo>
                <a:cubicBezTo>
                  <a:pt x="8726" y="294953"/>
                  <a:pt x="3702" y="298548"/>
                  <a:pt x="1549" y="304302"/>
                </a:cubicBezTo>
                <a:cubicBezTo>
                  <a:pt x="832" y="305740"/>
                  <a:pt x="832" y="307897"/>
                  <a:pt x="832" y="309336"/>
                </a:cubicBezTo>
                <a:lnTo>
                  <a:pt x="832" y="319403"/>
                </a:lnTo>
                <a:cubicBezTo>
                  <a:pt x="832" y="328032"/>
                  <a:pt x="7291" y="334505"/>
                  <a:pt x="15903" y="334505"/>
                </a:cubicBezTo>
                <a:lnTo>
                  <a:pt x="30974" y="334505"/>
                </a:lnTo>
                <a:lnTo>
                  <a:pt x="30974" y="404979"/>
                </a:lnTo>
                <a:cubicBezTo>
                  <a:pt x="30974" y="427272"/>
                  <a:pt x="48916" y="445248"/>
                  <a:pt x="71163" y="445248"/>
                </a:cubicBezTo>
                <a:lnTo>
                  <a:pt x="404880" y="445248"/>
                </a:lnTo>
                <a:cubicBezTo>
                  <a:pt x="427128" y="445248"/>
                  <a:pt x="445070" y="427272"/>
                  <a:pt x="445070" y="404979"/>
                </a:cubicBezTo>
                <a:lnTo>
                  <a:pt x="445070" y="40385"/>
                </a:lnTo>
                <a:cubicBezTo>
                  <a:pt x="444353" y="18092"/>
                  <a:pt x="426411" y="114"/>
                  <a:pt x="404163" y="114"/>
                </a:cubicBezTo>
                <a:moveTo>
                  <a:pt x="374739" y="329470"/>
                </a:moveTo>
                <a:cubicBezTo>
                  <a:pt x="374739" y="329470"/>
                  <a:pt x="374022" y="330910"/>
                  <a:pt x="374022" y="331629"/>
                </a:cubicBezTo>
                <a:cubicBezTo>
                  <a:pt x="373303" y="333067"/>
                  <a:pt x="371150" y="335224"/>
                  <a:pt x="369715" y="336662"/>
                </a:cubicBezTo>
                <a:lnTo>
                  <a:pt x="365409" y="338819"/>
                </a:lnTo>
                <a:lnTo>
                  <a:pt x="362538" y="339538"/>
                </a:lnTo>
                <a:lnTo>
                  <a:pt x="145801" y="339538"/>
                </a:lnTo>
                <a:cubicBezTo>
                  <a:pt x="144366" y="338819"/>
                  <a:pt x="142213" y="338100"/>
                  <a:pt x="140778" y="337381"/>
                </a:cubicBezTo>
                <a:cubicBezTo>
                  <a:pt x="139342" y="336662"/>
                  <a:pt x="137907" y="334505"/>
                  <a:pt x="137189" y="332348"/>
                </a:cubicBezTo>
                <a:cubicBezTo>
                  <a:pt x="137189" y="331629"/>
                  <a:pt x="136472" y="330189"/>
                  <a:pt x="136472" y="330189"/>
                </a:cubicBezTo>
                <a:cubicBezTo>
                  <a:pt x="135754" y="329470"/>
                  <a:pt x="133601" y="320123"/>
                  <a:pt x="136472" y="310055"/>
                </a:cubicBezTo>
                <a:lnTo>
                  <a:pt x="136472" y="309336"/>
                </a:lnTo>
                <a:lnTo>
                  <a:pt x="137189" y="308616"/>
                </a:lnTo>
                <a:cubicBezTo>
                  <a:pt x="144366" y="299269"/>
                  <a:pt x="161590" y="289201"/>
                  <a:pt x="180250" y="279133"/>
                </a:cubicBezTo>
                <a:cubicBezTo>
                  <a:pt x="197474" y="269784"/>
                  <a:pt x="222592" y="255401"/>
                  <a:pt x="222592" y="248211"/>
                </a:cubicBezTo>
                <a:lnTo>
                  <a:pt x="222592" y="243895"/>
                </a:lnTo>
                <a:cubicBezTo>
                  <a:pt x="222592" y="241738"/>
                  <a:pt x="221874" y="240300"/>
                  <a:pt x="220440" y="238862"/>
                </a:cubicBezTo>
                <a:cubicBezTo>
                  <a:pt x="205367" y="223760"/>
                  <a:pt x="197474" y="202905"/>
                  <a:pt x="197474" y="180613"/>
                </a:cubicBezTo>
                <a:cubicBezTo>
                  <a:pt x="197474" y="144657"/>
                  <a:pt x="204650" y="107263"/>
                  <a:pt x="255604" y="107263"/>
                </a:cubicBezTo>
                <a:cubicBezTo>
                  <a:pt x="306560" y="107263"/>
                  <a:pt x="313736" y="143938"/>
                  <a:pt x="313736" y="180613"/>
                </a:cubicBezTo>
                <a:cubicBezTo>
                  <a:pt x="313736" y="202905"/>
                  <a:pt x="305843" y="223760"/>
                  <a:pt x="290771" y="238862"/>
                </a:cubicBezTo>
                <a:cubicBezTo>
                  <a:pt x="289336" y="240300"/>
                  <a:pt x="288618" y="241738"/>
                  <a:pt x="288618" y="243895"/>
                </a:cubicBezTo>
                <a:lnTo>
                  <a:pt x="288618" y="248211"/>
                </a:lnTo>
                <a:cubicBezTo>
                  <a:pt x="288618" y="255401"/>
                  <a:pt x="314453" y="269784"/>
                  <a:pt x="330960" y="279133"/>
                </a:cubicBezTo>
                <a:cubicBezTo>
                  <a:pt x="349620" y="289201"/>
                  <a:pt x="366844" y="299269"/>
                  <a:pt x="374022" y="308616"/>
                </a:cubicBezTo>
                <a:lnTo>
                  <a:pt x="374739" y="309336"/>
                </a:lnTo>
                <a:lnTo>
                  <a:pt x="374739" y="310055"/>
                </a:lnTo>
                <a:cubicBezTo>
                  <a:pt x="378328" y="319403"/>
                  <a:pt x="375456" y="328751"/>
                  <a:pt x="374739" y="329470"/>
                </a:cubicBezTo>
              </a:path>
            </a:pathLst>
          </a:custGeom>
          <a:solidFill>
            <a:srgbClr val="FFFFFF"/>
          </a:solidFill>
          <a:ln w="15662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任意多边形: 形状 28"/>
          <p:cNvSpPr/>
          <p:nvPr>
            <p:custDataLst>
              <p:tags r:id="rId24"/>
            </p:custDataLst>
          </p:nvPr>
        </p:nvSpPr>
        <p:spPr>
          <a:xfrm rot="20250057">
            <a:off x="6534785" y="4259263"/>
            <a:ext cx="445134" cy="413236"/>
          </a:xfrm>
          <a:custGeom>
            <a:avLst/>
            <a:gdLst>
              <a:gd name="connsiteX0" fmla="*/ 393014 w 445134"/>
              <a:gd name="connsiteY0" fmla="*/ 115 h 413236"/>
              <a:gd name="connsiteX1" fmla="*/ 51214 w 445134"/>
              <a:gd name="connsiteY1" fmla="*/ 115 h 413236"/>
              <a:gd name="connsiteX2" fmla="*/ 114 w 445134"/>
              <a:gd name="connsiteY2" fmla="*/ 51626 h 413236"/>
              <a:gd name="connsiteX3" fmla="*/ 114 w 445134"/>
              <a:gd name="connsiteY3" fmla="*/ 273698 h 413236"/>
              <a:gd name="connsiteX4" fmla="*/ 51214 w 445134"/>
              <a:gd name="connsiteY4" fmla="*/ 325209 h 413236"/>
              <a:gd name="connsiteX5" fmla="*/ 179531 w 445134"/>
              <a:gd name="connsiteY5" fmla="*/ 325209 h 413236"/>
              <a:gd name="connsiteX6" fmla="*/ 179531 w 445134"/>
              <a:gd name="connsiteY6" fmla="*/ 388168 h 413236"/>
              <a:gd name="connsiteX7" fmla="*/ 109127 w 445134"/>
              <a:gd name="connsiteY7" fmla="*/ 388168 h 413236"/>
              <a:gd name="connsiteX8" fmla="*/ 96636 w 445134"/>
              <a:gd name="connsiteY8" fmla="*/ 400759 h 413236"/>
              <a:gd name="connsiteX9" fmla="*/ 109127 w 445134"/>
              <a:gd name="connsiteY9" fmla="*/ 413352 h 413236"/>
              <a:gd name="connsiteX10" fmla="*/ 326017 w 445134"/>
              <a:gd name="connsiteY10" fmla="*/ 413352 h 413236"/>
              <a:gd name="connsiteX11" fmla="*/ 338507 w 445134"/>
              <a:gd name="connsiteY11" fmla="*/ 400759 h 413236"/>
              <a:gd name="connsiteX12" fmla="*/ 326017 w 445134"/>
              <a:gd name="connsiteY12" fmla="*/ 388168 h 413236"/>
              <a:gd name="connsiteX13" fmla="*/ 256749 w 445134"/>
              <a:gd name="connsiteY13" fmla="*/ 388168 h 413236"/>
              <a:gd name="connsiteX14" fmla="*/ 256749 w 445134"/>
              <a:gd name="connsiteY14" fmla="*/ 325209 h 413236"/>
              <a:gd name="connsiteX15" fmla="*/ 394149 w 445134"/>
              <a:gd name="connsiteY15" fmla="*/ 325209 h 413236"/>
              <a:gd name="connsiteX16" fmla="*/ 445249 w 445134"/>
              <a:gd name="connsiteY16" fmla="*/ 273698 h 413236"/>
              <a:gd name="connsiteX17" fmla="*/ 445249 w 445134"/>
              <a:gd name="connsiteY17" fmla="*/ 51626 h 413236"/>
              <a:gd name="connsiteX18" fmla="*/ 393014 w 445134"/>
              <a:gd name="connsiteY18" fmla="*/ 115 h 413236"/>
              <a:gd name="connsiteX19" fmla="*/ 370302 w 445134"/>
              <a:gd name="connsiteY19" fmla="*/ 76810 h 413236"/>
              <a:gd name="connsiteX20" fmla="*/ 370302 w 445134"/>
              <a:gd name="connsiteY20" fmla="*/ 76810 h 413236"/>
              <a:gd name="connsiteX21" fmla="*/ 370302 w 445134"/>
              <a:gd name="connsiteY21" fmla="*/ 77954 h 413236"/>
              <a:gd name="connsiteX22" fmla="*/ 243122 w 445134"/>
              <a:gd name="connsiteY22" fmla="*/ 248515 h 413236"/>
              <a:gd name="connsiteX23" fmla="*/ 239715 w 445134"/>
              <a:gd name="connsiteY23" fmla="*/ 246225 h 413236"/>
              <a:gd name="connsiteX24" fmla="*/ 139786 w 445134"/>
              <a:gd name="connsiteY24" fmla="*/ 172965 h 413236"/>
              <a:gd name="connsiteX25" fmla="*/ 104585 w 445134"/>
              <a:gd name="connsiteY25" fmla="*/ 218753 h 413236"/>
              <a:gd name="connsiteX26" fmla="*/ 88687 w 445134"/>
              <a:gd name="connsiteY26" fmla="*/ 224476 h 413236"/>
              <a:gd name="connsiteX27" fmla="*/ 80738 w 445134"/>
              <a:gd name="connsiteY27" fmla="*/ 207306 h 413236"/>
              <a:gd name="connsiteX28" fmla="*/ 81873 w 445134"/>
              <a:gd name="connsiteY28" fmla="*/ 205016 h 413236"/>
              <a:gd name="connsiteX29" fmla="*/ 129566 w 445134"/>
              <a:gd name="connsiteY29" fmla="*/ 142058 h 413236"/>
              <a:gd name="connsiteX30" fmla="*/ 134109 w 445134"/>
              <a:gd name="connsiteY30" fmla="*/ 136334 h 413236"/>
              <a:gd name="connsiteX31" fmla="*/ 237443 w 445134"/>
              <a:gd name="connsiteY31" fmla="*/ 213029 h 413236"/>
              <a:gd name="connsiteX32" fmla="*/ 349864 w 445134"/>
              <a:gd name="connsiteY32" fmla="*/ 63073 h 413236"/>
              <a:gd name="connsiteX33" fmla="*/ 363489 w 445134"/>
              <a:gd name="connsiteY33" fmla="*/ 60784 h 413236"/>
              <a:gd name="connsiteX34" fmla="*/ 370302 w 445134"/>
              <a:gd name="connsiteY34" fmla="*/ 76810 h 413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45134" h="413236">
                <a:moveTo>
                  <a:pt x="393014" y="115"/>
                </a:moveTo>
                <a:lnTo>
                  <a:pt x="51214" y="115"/>
                </a:lnTo>
                <a:cubicBezTo>
                  <a:pt x="22825" y="115"/>
                  <a:pt x="114" y="23009"/>
                  <a:pt x="114" y="51626"/>
                </a:cubicBezTo>
                <a:lnTo>
                  <a:pt x="114" y="273698"/>
                </a:lnTo>
                <a:cubicBezTo>
                  <a:pt x="114" y="302316"/>
                  <a:pt x="22825" y="325209"/>
                  <a:pt x="51214" y="325209"/>
                </a:cubicBezTo>
                <a:lnTo>
                  <a:pt x="179531" y="325209"/>
                </a:lnTo>
                <a:lnTo>
                  <a:pt x="179531" y="388168"/>
                </a:lnTo>
                <a:lnTo>
                  <a:pt x="109127" y="388168"/>
                </a:lnTo>
                <a:cubicBezTo>
                  <a:pt x="102313" y="388168"/>
                  <a:pt x="96636" y="393892"/>
                  <a:pt x="96636" y="400759"/>
                </a:cubicBezTo>
                <a:cubicBezTo>
                  <a:pt x="96636" y="407628"/>
                  <a:pt x="102313" y="413352"/>
                  <a:pt x="109127" y="413352"/>
                </a:cubicBezTo>
                <a:lnTo>
                  <a:pt x="326017" y="413352"/>
                </a:lnTo>
                <a:cubicBezTo>
                  <a:pt x="332830" y="413352"/>
                  <a:pt x="338507" y="407628"/>
                  <a:pt x="338507" y="400759"/>
                </a:cubicBezTo>
                <a:cubicBezTo>
                  <a:pt x="338507" y="393892"/>
                  <a:pt x="332830" y="388168"/>
                  <a:pt x="326017" y="388168"/>
                </a:cubicBezTo>
                <a:lnTo>
                  <a:pt x="256749" y="388168"/>
                </a:lnTo>
                <a:lnTo>
                  <a:pt x="256749" y="325209"/>
                </a:lnTo>
                <a:lnTo>
                  <a:pt x="394149" y="325209"/>
                </a:lnTo>
                <a:cubicBezTo>
                  <a:pt x="422538" y="325209"/>
                  <a:pt x="445249" y="302316"/>
                  <a:pt x="445249" y="273698"/>
                </a:cubicBezTo>
                <a:lnTo>
                  <a:pt x="445249" y="51626"/>
                </a:lnTo>
                <a:cubicBezTo>
                  <a:pt x="444113" y="24154"/>
                  <a:pt x="421402" y="115"/>
                  <a:pt x="393014" y="115"/>
                </a:cubicBezTo>
                <a:moveTo>
                  <a:pt x="370302" y="76810"/>
                </a:moveTo>
                <a:cubicBezTo>
                  <a:pt x="370302" y="76810"/>
                  <a:pt x="370302" y="77954"/>
                  <a:pt x="370302" y="76810"/>
                </a:cubicBezTo>
                <a:lnTo>
                  <a:pt x="370302" y="77954"/>
                </a:lnTo>
                <a:lnTo>
                  <a:pt x="243122" y="248515"/>
                </a:lnTo>
                <a:lnTo>
                  <a:pt x="239715" y="246225"/>
                </a:lnTo>
                <a:lnTo>
                  <a:pt x="139786" y="172965"/>
                </a:lnTo>
                <a:lnTo>
                  <a:pt x="104585" y="218753"/>
                </a:lnTo>
                <a:cubicBezTo>
                  <a:pt x="101178" y="224476"/>
                  <a:pt x="94365" y="226766"/>
                  <a:pt x="88687" y="224476"/>
                </a:cubicBezTo>
                <a:cubicBezTo>
                  <a:pt x="81873" y="222186"/>
                  <a:pt x="78467" y="214173"/>
                  <a:pt x="80738" y="207306"/>
                </a:cubicBezTo>
                <a:cubicBezTo>
                  <a:pt x="80738" y="206162"/>
                  <a:pt x="80738" y="206162"/>
                  <a:pt x="81873" y="205016"/>
                </a:cubicBezTo>
                <a:lnTo>
                  <a:pt x="129566" y="142058"/>
                </a:lnTo>
                <a:lnTo>
                  <a:pt x="134109" y="136334"/>
                </a:lnTo>
                <a:lnTo>
                  <a:pt x="237443" y="213029"/>
                </a:lnTo>
                <a:lnTo>
                  <a:pt x="349864" y="63073"/>
                </a:lnTo>
                <a:cubicBezTo>
                  <a:pt x="353270" y="59639"/>
                  <a:pt x="358948" y="58495"/>
                  <a:pt x="363489" y="60784"/>
                </a:cubicBezTo>
                <a:cubicBezTo>
                  <a:pt x="370302" y="63073"/>
                  <a:pt x="373709" y="69942"/>
                  <a:pt x="370302" y="76810"/>
                </a:cubicBezTo>
              </a:path>
            </a:pathLst>
          </a:custGeom>
          <a:solidFill>
            <a:srgbClr val="FFFFFF"/>
          </a:solidFill>
          <a:ln w="15666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29"/>
          <p:cNvSpPr/>
          <p:nvPr>
            <p:custDataLst>
              <p:tags r:id="rId25"/>
            </p:custDataLst>
          </p:nvPr>
        </p:nvSpPr>
        <p:spPr>
          <a:xfrm rot="20640000">
            <a:off x="5776595" y="5422583"/>
            <a:ext cx="411270" cy="445134"/>
          </a:xfrm>
          <a:custGeom>
            <a:avLst/>
            <a:gdLst>
              <a:gd name="connsiteX0" fmla="*/ 387872 w 387762"/>
              <a:gd name="connsiteY0" fmla="*/ 221813 h 445134"/>
              <a:gd name="connsiteX1" fmla="*/ 244912 w 387762"/>
              <a:gd name="connsiteY1" fmla="*/ 361274 h 445134"/>
              <a:gd name="connsiteX2" fmla="*/ 208881 w 387762"/>
              <a:gd name="connsiteY2" fmla="*/ 325800 h 445134"/>
              <a:gd name="connsiteX3" fmla="*/ 153912 w 387762"/>
              <a:gd name="connsiteY3" fmla="*/ 325800 h 445134"/>
              <a:gd name="connsiteX4" fmla="*/ 153912 w 387762"/>
              <a:gd name="connsiteY4" fmla="*/ 379787 h 445134"/>
              <a:gd name="connsiteX5" fmla="*/ 212166 w 387762"/>
              <a:gd name="connsiteY5" fmla="*/ 445248 h 445134"/>
              <a:gd name="connsiteX6" fmla="*/ 72678 w 387762"/>
              <a:gd name="connsiteY6" fmla="*/ 443376 h 445134"/>
              <a:gd name="connsiteX7" fmla="*/ 109 w 387762"/>
              <a:gd name="connsiteY7" fmla="*/ 369498 h 445134"/>
              <a:gd name="connsiteX8" fmla="*/ 109 w 387762"/>
              <a:gd name="connsiteY8" fmla="*/ 73991 h 445134"/>
              <a:gd name="connsiteX9" fmla="*/ 72678 w 387762"/>
              <a:gd name="connsiteY9" fmla="*/ 114 h 445134"/>
              <a:gd name="connsiteX10" fmla="*/ 314573 w 387762"/>
              <a:gd name="connsiteY10" fmla="*/ 114 h 445134"/>
              <a:gd name="connsiteX11" fmla="*/ 387142 w 387762"/>
              <a:gd name="connsiteY11" fmla="*/ 73991 h 445134"/>
              <a:gd name="connsiteX12" fmla="*/ 387872 w 387762"/>
              <a:gd name="connsiteY12" fmla="*/ 221813 h 445134"/>
              <a:gd name="connsiteX13" fmla="*/ 193625 w 387762"/>
              <a:gd name="connsiteY13" fmla="*/ 197118 h 445134"/>
              <a:gd name="connsiteX14" fmla="*/ 290384 w 387762"/>
              <a:gd name="connsiteY14" fmla="*/ 98617 h 445134"/>
              <a:gd name="connsiteX15" fmla="*/ 266195 w 387762"/>
              <a:gd name="connsiteY15" fmla="*/ 73991 h 445134"/>
              <a:gd name="connsiteX16" fmla="*/ 242004 w 387762"/>
              <a:gd name="connsiteY16" fmla="*/ 98617 h 445134"/>
              <a:gd name="connsiteX17" fmla="*/ 193625 w 387762"/>
              <a:gd name="connsiteY17" fmla="*/ 147868 h 445134"/>
              <a:gd name="connsiteX18" fmla="*/ 145246 w 387762"/>
              <a:gd name="connsiteY18" fmla="*/ 98617 h 445134"/>
              <a:gd name="connsiteX19" fmla="*/ 121057 w 387762"/>
              <a:gd name="connsiteY19" fmla="*/ 73991 h 445134"/>
              <a:gd name="connsiteX20" fmla="*/ 96867 w 387762"/>
              <a:gd name="connsiteY20" fmla="*/ 98617 h 445134"/>
              <a:gd name="connsiteX21" fmla="*/ 193625 w 387762"/>
              <a:gd name="connsiteY21" fmla="*/ 197118 h 44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8" h="701">
                <a:moveTo>
                  <a:pt x="611" y="349"/>
                </a:moveTo>
                <a:lnTo>
                  <a:pt x="386" y="569"/>
                </a:lnTo>
                <a:lnTo>
                  <a:pt x="329" y="513"/>
                </a:lnTo>
                <a:cubicBezTo>
                  <a:pt x="305" y="489"/>
                  <a:pt x="266" y="489"/>
                  <a:pt x="242" y="513"/>
                </a:cubicBezTo>
                <a:cubicBezTo>
                  <a:pt x="218" y="537"/>
                  <a:pt x="218" y="574"/>
                  <a:pt x="242" y="598"/>
                </a:cubicBezTo>
                <a:lnTo>
                  <a:pt x="334" y="701"/>
                </a:lnTo>
                <a:lnTo>
                  <a:pt x="114" y="698"/>
                </a:lnTo>
                <a:cubicBezTo>
                  <a:pt x="50" y="698"/>
                  <a:pt x="0" y="648"/>
                  <a:pt x="0" y="582"/>
                </a:cubicBezTo>
                <a:lnTo>
                  <a:pt x="0" y="116"/>
                </a:lnTo>
                <a:cubicBezTo>
                  <a:pt x="0" y="50"/>
                  <a:pt x="50" y="0"/>
                  <a:pt x="114" y="0"/>
                </a:cubicBezTo>
                <a:lnTo>
                  <a:pt x="495" y="0"/>
                </a:lnTo>
                <a:cubicBezTo>
                  <a:pt x="560" y="0"/>
                  <a:pt x="610" y="50"/>
                  <a:pt x="610" y="116"/>
                </a:cubicBezTo>
                <a:lnTo>
                  <a:pt x="611" y="349"/>
                </a:lnTo>
                <a:close/>
                <a:moveTo>
                  <a:pt x="305" y="310"/>
                </a:moveTo>
                <a:cubicBezTo>
                  <a:pt x="389" y="310"/>
                  <a:pt x="457" y="240"/>
                  <a:pt x="457" y="155"/>
                </a:cubicBezTo>
                <a:cubicBezTo>
                  <a:pt x="457" y="132"/>
                  <a:pt x="442" y="116"/>
                  <a:pt x="419" y="116"/>
                </a:cubicBezTo>
                <a:cubicBezTo>
                  <a:pt x="396" y="116"/>
                  <a:pt x="381" y="132"/>
                  <a:pt x="381" y="155"/>
                </a:cubicBezTo>
                <a:cubicBezTo>
                  <a:pt x="381" y="198"/>
                  <a:pt x="347" y="233"/>
                  <a:pt x="305" y="233"/>
                </a:cubicBezTo>
                <a:cubicBezTo>
                  <a:pt x="263" y="233"/>
                  <a:pt x="229" y="198"/>
                  <a:pt x="229" y="155"/>
                </a:cubicBezTo>
                <a:cubicBezTo>
                  <a:pt x="229" y="132"/>
                  <a:pt x="213" y="116"/>
                  <a:pt x="190" y="116"/>
                </a:cubicBezTo>
                <a:cubicBezTo>
                  <a:pt x="168" y="116"/>
                  <a:pt x="152" y="132"/>
                  <a:pt x="152" y="155"/>
                </a:cubicBezTo>
                <a:cubicBezTo>
                  <a:pt x="152" y="240"/>
                  <a:pt x="221" y="310"/>
                  <a:pt x="305" y="310"/>
                </a:cubicBezTo>
                <a:close/>
                <a:moveTo>
                  <a:pt x="389" y="698"/>
                </a:moveTo>
                <a:cubicBezTo>
                  <a:pt x="377" y="698"/>
                  <a:pt x="366" y="694"/>
                  <a:pt x="358" y="687"/>
                </a:cubicBezTo>
                <a:lnTo>
                  <a:pt x="267" y="590"/>
                </a:lnTo>
                <a:cubicBezTo>
                  <a:pt x="251" y="574"/>
                  <a:pt x="251" y="551"/>
                  <a:pt x="267" y="535"/>
                </a:cubicBezTo>
                <a:cubicBezTo>
                  <a:pt x="282" y="520"/>
                  <a:pt x="305" y="520"/>
                  <a:pt x="320" y="535"/>
                </a:cubicBezTo>
                <a:lnTo>
                  <a:pt x="389" y="605"/>
                </a:lnTo>
                <a:lnTo>
                  <a:pt x="583" y="407"/>
                </a:lnTo>
                <a:cubicBezTo>
                  <a:pt x="598" y="392"/>
                  <a:pt x="621" y="392"/>
                  <a:pt x="636" y="407"/>
                </a:cubicBezTo>
                <a:cubicBezTo>
                  <a:pt x="651" y="423"/>
                  <a:pt x="651" y="446"/>
                  <a:pt x="636" y="462"/>
                </a:cubicBezTo>
                <a:lnTo>
                  <a:pt x="408" y="694"/>
                </a:lnTo>
                <a:lnTo>
                  <a:pt x="389" y="698"/>
                </a:lnTo>
                <a:close/>
              </a:path>
            </a:pathLst>
          </a:custGeom>
          <a:solidFill>
            <a:srgbClr val="FFFFFF"/>
          </a:solidFill>
          <a:ln w="1558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dirty="0"/>
              <a:t>Identifiers</a:t>
            </a:r>
            <a:endParaRPr dirty="0"/>
          </a:p>
        </p:txBody>
      </p:sp>
      <p:sp>
        <p:nvSpPr>
          <p:cNvPr id="3" name="矩形: 圆角 4"/>
          <p:cNvSpPr/>
          <p:nvPr>
            <p:custDataLst>
              <p:tags r:id="rId2"/>
            </p:custDataLst>
          </p:nvPr>
        </p:nvSpPr>
        <p:spPr>
          <a:xfrm>
            <a:off x="695960" y="1944231"/>
            <a:ext cx="3418099" cy="4385905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lIns="493885" tIns="753110" rIns="438785" bIns="415382" rtlCol="0" anchor="t">
            <a:normAutofit/>
          </a:bodyPr>
          <a:p>
            <a:pPr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What they are: Names you invent for your variables, boxes of data, or functions.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4" name="任意多边形: 形状 11"/>
          <p:cNvSpPr/>
          <p:nvPr>
            <p:custDataLst>
              <p:tags r:id="rId3"/>
            </p:custDataLst>
          </p:nvPr>
        </p:nvSpPr>
        <p:spPr>
          <a:xfrm>
            <a:off x="695960" y="6130228"/>
            <a:ext cx="3415561" cy="200542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1">
                <a:alpha val="30000"/>
              </a:schemeClr>
            </a:outerShdw>
          </a:effectLst>
        </p:spPr>
        <p:txBody>
          <a:bodyPr lIns="0" tIns="0" rIns="0" bIns="0" rtlCol="0" anchor="ctr">
            <a:normAutofit fontScale="750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" name="矩形: 圆角 49"/>
          <p:cNvSpPr/>
          <p:nvPr>
            <p:custDataLst>
              <p:tags r:id="rId4"/>
            </p:custDataLst>
          </p:nvPr>
        </p:nvSpPr>
        <p:spPr>
          <a:xfrm>
            <a:off x="1595226" y="1400990"/>
            <a:ext cx="1619048" cy="1078231"/>
          </a:xfrm>
          <a:prstGeom prst="roundRect">
            <a:avLst>
              <a:gd name="adj" fmla="val 13544"/>
            </a:avLst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1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32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01</a:t>
            </a:r>
            <a:endParaRPr kumimoji="1" lang="en-US" sz="32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6" name="矩形: 圆角 12"/>
          <p:cNvSpPr/>
          <p:nvPr>
            <p:custDataLst>
              <p:tags r:id="rId5"/>
            </p:custDataLst>
          </p:nvPr>
        </p:nvSpPr>
        <p:spPr>
          <a:xfrm>
            <a:off x="4383775" y="1944231"/>
            <a:ext cx="3418099" cy="4385905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wrap="square" lIns="494520" tIns="753110" rIns="438150" bIns="415382" rtlCol="0" anchor="t">
            <a:normAutofit/>
          </a:bodyPr>
          <a:p>
            <a:pPr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Real-world analogy: Naming your pet dog "Buddy"—it is a custom label you chose.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" name="矩形: 圆角 20"/>
          <p:cNvSpPr/>
          <p:nvPr>
            <p:custDataLst>
              <p:tags r:id="rId6"/>
            </p:custDataLst>
          </p:nvPr>
        </p:nvSpPr>
        <p:spPr>
          <a:xfrm>
            <a:off x="5283676" y="1400990"/>
            <a:ext cx="1619048" cy="1078231"/>
          </a:xfrm>
          <a:prstGeom prst="roundRect">
            <a:avLst>
              <a:gd name="adj" fmla="val 13544"/>
            </a:avLst>
          </a:prstGeom>
          <a:solidFill>
            <a:schemeClr val="accent2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2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32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02</a:t>
            </a:r>
            <a:endParaRPr kumimoji="1" lang="en-US" sz="32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8" name="任意多边形: 形状 24"/>
          <p:cNvSpPr/>
          <p:nvPr>
            <p:custDataLst>
              <p:tags r:id="rId7"/>
            </p:custDataLst>
          </p:nvPr>
        </p:nvSpPr>
        <p:spPr>
          <a:xfrm>
            <a:off x="4384410" y="6130228"/>
            <a:ext cx="3415561" cy="200542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2">
                <a:alpha val="30000"/>
              </a:schemeClr>
            </a:outerShdw>
          </a:effectLst>
        </p:spPr>
        <p:txBody>
          <a:bodyPr lIns="0" tIns="0" rIns="0" bIns="0" rtlCol="0" anchor="ctr">
            <a:normAutofit fontScale="750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9" name="矩形: 圆角 12"/>
          <p:cNvSpPr/>
          <p:nvPr>
            <p:custDataLst>
              <p:tags r:id="rId8"/>
            </p:custDataLst>
          </p:nvPr>
        </p:nvSpPr>
        <p:spPr>
          <a:xfrm>
            <a:off x="8071591" y="1944231"/>
            <a:ext cx="3418099" cy="4385905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93250" tIns="753110" rIns="439419" bIns="415382" rtlCol="0" anchor="t">
            <a:normAutofit/>
          </a:bodyPr>
          <a:p>
            <a:pPr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Examples: main, my_age, total_score.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0" name="矩形: 圆角 20"/>
          <p:cNvSpPr/>
          <p:nvPr>
            <p:custDataLst>
              <p:tags r:id="rId9"/>
            </p:custDataLst>
          </p:nvPr>
        </p:nvSpPr>
        <p:spPr>
          <a:xfrm>
            <a:off x="8971491" y="1400990"/>
            <a:ext cx="1619048" cy="1078231"/>
          </a:xfrm>
          <a:prstGeom prst="roundRect">
            <a:avLst>
              <a:gd name="adj" fmla="val 13544"/>
            </a:avLst>
          </a:prstGeom>
          <a:solidFill>
            <a:schemeClr val="accent3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3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3200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03</a:t>
            </a:r>
            <a:endParaRPr kumimoji="1" lang="en-US" sz="3200" b="1" i="0" u="none" strike="noStrike" kern="0" cap="none" normalizeH="0" baseline="0" noProof="0" dirty="0">
              <a:ln>
                <a:noFill/>
              </a:ln>
              <a:solidFill>
                <a:schemeClr val="lt1">
                  <a:lumMod val="100000"/>
                </a:schemeClr>
              </a:solidFill>
              <a:effectLst/>
              <a:uLnTx/>
              <a:uFillTx/>
              <a:sym typeface="+mn-lt"/>
            </a:endParaRPr>
          </a:p>
        </p:txBody>
      </p:sp>
      <p:sp>
        <p:nvSpPr>
          <p:cNvPr id="12" name="任意多边形: 形状 24"/>
          <p:cNvSpPr/>
          <p:nvPr>
            <p:custDataLst>
              <p:tags r:id="rId10"/>
            </p:custDataLst>
          </p:nvPr>
        </p:nvSpPr>
        <p:spPr>
          <a:xfrm>
            <a:off x="8071591" y="6130228"/>
            <a:ext cx="3415561" cy="200542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3">
                <a:alpha val="30000"/>
              </a:schemeClr>
            </a:outerShdw>
          </a:effectLst>
        </p:spPr>
        <p:txBody>
          <a:bodyPr lIns="0" tIns="0" rIns="0" bIns="0" rtlCol="0" anchor="ctr">
            <a:normAutofit fontScale="75000" lnSpcReduction="20000"/>
          </a:bodyPr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Constants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 Constants are fixed, unchangeable values. Once you write it into your code, the computer reads it exactly as it is, and its value never alters while the program runs.</a:t>
            </a:r>
            <a:endParaRPr lang="en-US" altLang="en-US"/>
          </a:p>
          <a:p>
            <a:r>
              <a:rPr lang="en-US" altLang="en-US"/>
              <a:t>The Rule: You can use raw numbers directly (like 10), or you can lock a variable using the keyword </a:t>
            </a:r>
            <a:r>
              <a:rPr lang="en-US" altLang="en-US" b="1"/>
              <a:t>“const”</a:t>
            </a:r>
            <a:r>
              <a:rPr lang="en-US" altLang="en-US"/>
              <a:t> so nobody can accidentally change it later.</a:t>
            </a:r>
            <a:endParaRPr lang="en-US" altLang="en-US"/>
          </a:p>
          <a:p>
            <a:r>
              <a:rPr lang="en-US" altLang="en-US"/>
              <a:t>Examples: 7 (an integer constant), 9.99 (a decimal constant), or 'A' (a single character constant).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Strings 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556885"/>
          </a:xfrm>
        </p:spPr>
        <p:txBody>
          <a:bodyPr>
            <a:normAutofit lnSpcReduction="10000"/>
          </a:bodyPr>
          <a:p>
            <a:r>
              <a:rPr lang="en-US" altLang="en-US"/>
              <a:t>A sequence of one or more characters enclosed in double quotes. The compiler automatically appends a null character (\0) to the end to signal where the text stops in memory. Adjacent string tokens are automatically concatenated into one.</a:t>
            </a:r>
            <a:endParaRPr lang="en-US" altLang="en-US"/>
          </a:p>
          <a:p>
            <a:r>
              <a:rPr lang="en-US" altLang="en-US"/>
              <a:t>The Rule: It must always start and end with double quotes. Even a number inside quotes (like "100") becomes text, meaning you cannot do math with it anymore.</a:t>
            </a:r>
            <a:endParaRPr lang="en-US" altLang="en-US"/>
          </a:p>
          <a:p>
            <a:r>
              <a:rPr lang="en-US" altLang="en-US"/>
              <a:t>Examples: "HELLO WORLD", "Player 1", or "Password123!" </a:t>
            </a:r>
            <a:endParaRPr lang="en-US" altLang="en-US"/>
          </a:p>
          <a:p>
            <a:r>
              <a:rPr lang="en-US" altLang="en-US"/>
              <a:t>"Hello " "World" is legally parsed by the compiler as a single string token: "Hello World".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Operators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Operators are the symbols that tell the computer to perform calculations or move data around. They take your variables and constants and actually do something with them.</a:t>
            </a:r>
            <a:endParaRPr lang="en-US" altLang="en-US"/>
          </a:p>
          <a:p>
            <a:r>
              <a:rPr lang="en-US" altLang="en-US"/>
              <a:t>The Rule: They usually sit between two pieces of data to connect them.</a:t>
            </a:r>
            <a:endParaRPr lang="en-US" altLang="en-US"/>
          </a:p>
          <a:p>
            <a:r>
              <a:rPr lang="en-US" altLang="en-US"/>
              <a:t>Examples: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+, -, *, / (Math operations)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 (The assignment operator: takes the value on the right and stores it in the variable on the left)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== (The comparison operator: checks if two things are completely equal)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Special Characters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Special Characters (also called Punctuators) are the punctuation marks of the C language. They do not do math or hold data; instead, they organize your code so the compiler knows where instructions start, separate, and end.</a:t>
            </a:r>
            <a:endParaRPr lang="en-US" altLang="en-US"/>
          </a:p>
          <a:p>
            <a:r>
              <a:rPr lang="en-US" altLang="en-US"/>
              <a:t>The Rule: Forgetting these causes the most common syntax errors in programming.</a:t>
            </a:r>
            <a:endParaRPr lang="en-US" altLang="en-US"/>
          </a:p>
          <a:p>
            <a:r>
              <a:rPr lang="en-US" altLang="en-US"/>
              <a:t>Examples: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; (The semicolon: acts like a period at the end of a sentence)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 ) (Parentheses: used next to functions to hold their inputs)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{ } (Curly braces: act like folders or paragraphs to group lines of code together)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Putting everything  together.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1495405" cy="4873625"/>
          </a:xfrm>
        </p:spPr>
        <p:txBody>
          <a:bodyPr anchor="ctr" anchorCtr="0"/>
          <a:p>
            <a:pPr marL="0" indent="0">
              <a:buNone/>
            </a:pPr>
            <a:r>
              <a:rPr lang="en-US" sz="5400"/>
              <a:t>const char name[]=”New World”;</a:t>
            </a:r>
            <a:endParaRPr lang="en-US" sz="5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Exercise 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p>
            <a:pPr marL="0" indent="0">
              <a:buNone/>
            </a:pPr>
            <a:r>
              <a:rPr lang="en-US"/>
              <a:t>       From the previous page try to identify the different </a:t>
            </a:r>
            <a:r>
              <a:rPr lang="en-US" b="1"/>
              <a:t>tokens</a:t>
            </a:r>
            <a:r>
              <a:rPr lang="en-US"/>
              <a:t>.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Answer</a:t>
            </a:r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694690" y="1300480"/>
          <a:ext cx="10801350" cy="504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675"/>
                <a:gridCol w="5400675"/>
              </a:tblGrid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/>
                        <a:t>Token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/>
                        <a:t>Token type</a:t>
                      </a:r>
                      <a:endParaRPr lang="en-US" sz="2800"/>
                    </a:p>
                  </a:txBody>
                  <a:tcPr/>
                </a:tc>
              </a:tr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const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Keyword</a:t>
                      </a:r>
                      <a:endParaRPr lang="en-US" sz="2400"/>
                    </a:p>
                  </a:txBody>
                  <a:tcPr/>
                </a:tc>
              </a:tr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char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ym typeface="+mn-ea"/>
                        </a:rPr>
                        <a:t>Keyword</a:t>
                      </a:r>
                      <a:endParaRPr lang="en-US" sz="2400"/>
                    </a:p>
                  </a:txBody>
                  <a:tcPr/>
                </a:tc>
              </a:tr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name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Identifier</a:t>
                      </a:r>
                      <a:endParaRPr lang="en-US" sz="2400"/>
                    </a:p>
                  </a:txBody>
                  <a:tcPr/>
                </a:tc>
              </a:tr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 = 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Operator</a:t>
                      </a:r>
                      <a:endParaRPr lang="en-US" sz="2400"/>
                    </a:p>
                  </a:txBody>
                  <a:tcPr/>
                </a:tc>
              </a:tr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/>
                        <a:t>"New World"</a:t>
                      </a:r>
                      <a:endParaRPr lang="en-US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String Constant</a:t>
                      </a:r>
                      <a:endParaRPr lang="en-US" sz="2400"/>
                    </a:p>
                  </a:txBody>
                  <a:tcPr/>
                </a:tc>
              </a:tr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[ ]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ym typeface="+mn-ea"/>
                        </a:rPr>
                        <a:t>Special Character</a:t>
                      </a:r>
                      <a:endParaRPr lang="en-US" sz="2400"/>
                    </a:p>
                  </a:txBody>
                  <a:tcPr/>
                </a:tc>
              </a:tr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;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>
                          <a:sym typeface="+mn-ea"/>
                        </a:rPr>
                        <a:t>Special Character</a:t>
                      </a:r>
                      <a:endParaRPr lang="en-US" sz="2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5960" y="991869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UNIT_VALUE" val="30"/>
  <p:tag name="KSO_WM_TEMPLATE_CATEGORY" val="custom"/>
  <p:tag name="KSO_WM_TEMPLATE_INDEX" val="20233459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UNIT_VALUE" val="350"/>
  <p:tag name="KSO_WM_TEMPLATE_CATEGORY" val="custom"/>
  <p:tag name="KSO_WM_TEMPLATE_INDEX" val="20233459"/>
</p:tagLst>
</file>

<file path=ppt/tags/tag37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9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9_1*a*1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The title goes here"/>
</p:tagLst>
</file>

<file path=ppt/tags/tag39.xml><?xml version="1.0" encoding="utf-8"?>
<p:tagLst xmlns:p="http://schemas.openxmlformats.org/presentationml/2006/main">
  <p:tag name="KSO_WM_UNIT_SUBTYPE" val="b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3459_1*f*3"/>
  <p:tag name="KSO_WM_TEMPLATE_CATEGORY" val="custom"/>
  <p:tag name="KSO_WM_TEMPLATE_INDEX" val="20233459"/>
  <p:tag name="KSO_WM_UNIT_LAYERLEVEL" val="1"/>
  <p:tag name="KSO_WM_TAG_VERSION" val="3.0"/>
  <p:tag name="KSO_WM_BEAUTIFY_FLAG" val="#wm#"/>
  <p:tag name="KSO_WM_UNIT_PRESET_TEXT" val="Name"/>
</p:tagLst>
</file>

<file path=ppt/tags/tag40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5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8424_1*a*1"/>
  <p:tag name="KSO_WM_TEMPLATE_CATEGORY" val="diagram"/>
  <p:tag name="KSO_WM_TEMPLATE_INDEX" val="20238424"/>
  <p:tag name="KSO_WM_UNIT_LAYERLEVEL" val="1"/>
  <p:tag name="KSO_WM_TAG_VERSION" val="3.0"/>
  <p:tag name="KSO_WM_BEAUTIFY_FLAG" val="#wm#"/>
  <p:tag name="KSO_WM_DIAGRAM_GROUP_CODE" val="l1-1"/>
  <p:tag name="KSO_WM_UNIT_PRESET_TEXT" val="Your title here"/>
  <p:tag name="KSO_WM_UNIT_TEXT_FILL_FORE_SCHEMECOLOR_INDEX" val="5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38424_1*l_h_i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38424_1*l_h_i*1_4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3"/>
  <p:tag name="KSO_WM_UNIT_ID" val="diagram20238424_1*l_h_i*1_4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8424_1*l_h_i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8424_1*l_h_i*1_2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30000001192092896,&quot;colorType&quot;:1,&quot;foreColorIndex&quot;:5,&quot;pos&quot;:1,&quot;transparency&quot;:0},{&quot;brightness&quot;:0.5,&quot;colorType&quot;:1,&quot;foreColorIndex&quot;:5,&quot;pos&quot;:0.54000002145767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8424_1*l_h_i*1_2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8424_1*l_h_i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0.699999988079071,&quot;colorType&quot;:1,&quot;foreColorIndex&quot;:5,&quot;pos&quot;:0,&quot;transparency&quot;:0},{&quot;brightness&quot;:0.699999988079071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8424_1*l_h_i*1_1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8424_1*l_h_i*1_1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-0.05000000074505806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8424_1*l_h_i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8424_1*l_h_i*1_3_2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-0.10000000149011612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3"/>
  <p:tag name="KSO_WM_UNIT_ID" val="diagram20238424_1*l_h_i*1_3_3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4"/>
  <p:tag name="KSO_WM_UNIT_ID" val="diagram20238424_1*l_h_i*1_3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8424_1*l_h_i*1_1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4"/>
  <p:tag name="KSO_WM_UNIT_ID" val="diagram20238424_1*l_h_i*1_4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8424_1*l_h_i*1_2_4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5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424_1*l_h_f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424_1*l_h_f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424_1*l_h_f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1"/>
  <p:tag name="KSO_WM_DIAGRAM_GROUP_CODE" val="l1-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424_1*l_h_f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3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424_1*l_h_x*1_1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4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424_1*l_h_x*1_2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15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424_1*l_h_x*1_3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4*1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424_1*l_h_x*1_4_1"/>
  <p:tag name="KSO_WM_TEMPLATE_CATEGORY" val="diagram"/>
  <p:tag name="KSO_WM_TEMPLATE_INDEX" val="20238424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9.52503420965115,&quot;left&quot;:54.8,&quot;top&quot;:131.6000051604276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SLIDE_ID" val="diagram20238424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1"/>
  <p:tag name="KSO_WM_SLIDE_SIZE" val="850.4*359.5"/>
  <p:tag name="KSO_WM_SLIDE_POSITION" val="54.8*131.6"/>
  <p:tag name="KSO_WM_TAG_VERSION" val="3.0"/>
  <p:tag name="KSO_WM_BEAUTIFY_FLAG" val="#wm#"/>
  <p:tag name="KSO_WM_TEMPLATE_CATEGORY" val="diagram"/>
  <p:tag name="KSO_WM_TEMPLATE_INDEX" val="2023842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5_5*a*1"/>
  <p:tag name="KSO_WM_TEMPLATE_CATEGORY" val="diagram"/>
  <p:tag name="KSO_WM_TEMPLATE_INDEX" val="20238205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5"/>
  <p:tag name="KSO_WM_UNIT_USESOURCEFORMAT_APPLY" val="1"/>
</p:tagLst>
</file>

<file path=ppt/tags/tag69.xml><?xml version="1.0" encoding="utf-8"?>
<p:tagLst xmlns:p="http://schemas.openxmlformats.org/presentationml/2006/main">
  <p:tag name="KSO_WM_DIAGRAM_VERSION" val="3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37151423524404,&quot;left&quot;:54.80000000000001,&quot;top&quot;:110.21424288237795,&quot;width&quot;:849.9}"/>
  <p:tag name="KSO_WM_DIAGRAM_COLOR_TRICK" val="1"/>
  <p:tag name="KSO_WM_BEAUTIFY_FLAG" val="#wm#"/>
  <p:tag name="KSO_WM_DIAGRAM_COLOR_TEXT_CAN_REMOVE" val="n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1_1"/>
  <p:tag name="KSO_WM_UNIT_ID" val="diagram20238205_2*l_h_f*1_1_1"/>
  <p:tag name="KSO_WM_TEMPLATE_INDEX" val="20238205"/>
  <p:tag name="KSO_WM_TAG_VERSION" val="3.0"/>
  <p:tag name="KSO_WM_DIAGRAM_MIN_ITEMCNT" val="2"/>
  <p:tag name="KSO_WM_UNIT_VALUE" val="60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70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05_2*l_h_i*1_1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1"/>
</p:tagLst>
</file>

<file path=ppt/tags/tag71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5_2*l_h_i*1_1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72.xml><?xml version="1.0" encoding="utf-8"?>
<p:tagLst xmlns:p="http://schemas.openxmlformats.org/presentationml/2006/main">
  <p:tag name="KSO_WM_DIAGRAM_VERSION" val="3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37151423524404,&quot;left&quot;:54.80000000000001,&quot;top&quot;:110.21424288237795,&quot;width&quot;:849.9}"/>
  <p:tag name="KSO_WM_DIAGRAM_COLOR_TRICK" val="1"/>
  <p:tag name="KSO_WM_BEAUTIFY_FLAG" val="#wm#"/>
  <p:tag name="KSO_WM_DIAGRAM_COLOR_TEXT_CAN_REMOVE" val="n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2_1"/>
  <p:tag name="KSO_WM_UNIT_ID" val="diagram20238205_2*l_h_f*1_2_1"/>
  <p:tag name="KSO_WM_TEMPLATE_INDEX" val="20238205"/>
  <p:tag name="KSO_WM_TAG_VERSION" val="3.0"/>
  <p:tag name="KSO_WM_DIAGRAM_MIN_ITEMCNT" val="2"/>
  <p:tag name="KSO_WM_UNIT_VALUE" val="60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5_2*l_h_i*1_2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6"/>
  <p:tag name="KSO_WM_UNIT_USESOURCEFORMAT_APPLY" val="1"/>
</p:tagLst>
</file>

<file path=ppt/tags/tag74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05_2*l_h_i*1_2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SHADOW_SCHEMECOLOR_INDEX" val="6"/>
  <p:tag name="KSO_WM_UNIT_USESOURCEFORMAT_APPLY" val="1"/>
</p:tagLst>
</file>

<file path=ppt/tags/tag75.xml><?xml version="1.0" encoding="utf-8"?>
<p:tagLst xmlns:p="http://schemas.openxmlformats.org/presentationml/2006/main">
  <p:tag name="KSO_WM_DIAGRAM_VERSION" val="3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37151423524404,&quot;left&quot;:54.80000000000001,&quot;top&quot;:110.21424288237795,&quot;width&quot;:849.9}"/>
  <p:tag name="KSO_WM_DIAGRAM_COLOR_TRICK" val="1"/>
  <p:tag name="KSO_WM_BEAUTIFY_FLAG" val="#wm#"/>
  <p:tag name="KSO_WM_DIAGRAM_COLOR_TEXT_CAN_REMOVE" val="n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3_1"/>
  <p:tag name="KSO_WM_UNIT_ID" val="diagram20238205_2*l_h_f*1_3_1"/>
  <p:tag name="KSO_WM_TEMPLATE_INDEX" val="20238205"/>
  <p:tag name="KSO_WM_TAG_VERSION" val="3.0"/>
  <p:tag name="KSO_WM_DIAGRAM_MIN_ITEMCNT" val="2"/>
  <p:tag name="KSO_WM_UNIT_VALUE" val="60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5_2*l_h_i*1_3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7"/>
  <p:tag name="KSO_WM_UNIT_USESOURCEFORMAT_APPLY" val="1"/>
</p:tagLst>
</file>

<file path=ppt/tags/tag77.xml><?xml version="1.0" encoding="utf-8"?>
<p:tagLst xmlns:p="http://schemas.openxmlformats.org/presentationml/2006/main">
  <p:tag name="KSO_WM_BEAUTIFY_FLAG" val="#wm#"/>
  <p:tag name="KSO_WM_DIAGRAM_VERSION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05_2*l_h_i*1_3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37151423524404,&quot;left&quot;:54.80000000000001,&quot;top&quot;:110.21424288237795,&quot;width&quot;:849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SHADOW_SCHEMECOLOR_INDEX" val="7"/>
  <p:tag name="KSO_WM_UNIT_USESOURCEFORMAT_APPLY" val="1"/>
</p:tagLst>
</file>

<file path=ppt/tags/tag78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5"/>
  <p:tag name="KSO_WM_SLIDE_ID" val="diagram20238205_5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5"/>
  <p:tag name="KSO_WM_SLIDE_SIZE" val="849.9*388.6"/>
  <p:tag name="KSO_WM_SLIDE_POSITION" val="54.8*110.1"/>
  <p:tag name="KSO_WM_DIAGRAM_GROUP_CODE" val="l1-1"/>
  <p:tag name="KSO_WM_SLIDE_DIAGTYPE" val="l"/>
  <p:tag name="KSO_WM_TAG_VERSION" val="3.0"/>
  <p:tag name="KSO_WM_SLIDE_LAYOUT" val="a_l"/>
  <p:tag name="KSO_WM_SLIDE_LAYOUT_CNT" val="1_1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ags/tag85.xml><?xml version="1.0" encoding="utf-8"?>
<p:tagLst xmlns:p="http://schemas.openxmlformats.org/presentationml/2006/main">
  <p:tag name="TABLE_ENDDRAG_ORIGIN_RECT" val="850*287"/>
  <p:tag name="TABLE_ENDDRAG_RECT" val="54*102*850*287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9"/>
</p:tagLst>
</file>

<file path=ppt/theme/theme1.xml><?xml version="1.0" encoding="utf-8"?>
<a:theme xmlns:a="http://schemas.openxmlformats.org/drawingml/2006/main" name="Office Theme">
  <a:themeElements>
    <a:clrScheme name="自定义 48">
      <a:dk1>
        <a:srgbClr val="000000"/>
      </a:dk1>
      <a:lt1>
        <a:srgbClr val="FFFFFF"/>
      </a:lt1>
      <a:dk2>
        <a:srgbClr val="261300"/>
      </a:dk2>
      <a:lt2>
        <a:srgbClr val="F5F7FF"/>
      </a:lt2>
      <a:accent1>
        <a:srgbClr val="C4813C"/>
      </a:accent1>
      <a:accent2>
        <a:srgbClr val="FEE38B"/>
      </a:accent2>
      <a:accent3>
        <a:srgbClr val="FDBA69"/>
      </a:accent3>
      <a:accent4>
        <a:srgbClr val="633413"/>
      </a:accent4>
      <a:accent5>
        <a:srgbClr val="FFFF00"/>
      </a:accent5>
      <a:accent6>
        <a:srgbClr val="FFA649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2976</Words>
  <Application>WPS Presentation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Inter Bold</vt:lpstr>
      <vt:lpstr>Inter</vt:lpstr>
      <vt:lpstr>Microsoft YaHei</vt:lpstr>
      <vt:lpstr>Arial Unicode MS</vt:lpstr>
      <vt:lpstr>Calibri</vt:lpstr>
      <vt:lpstr>Office Theme</vt:lpstr>
      <vt:lpstr>TOKENS  AND  OTHER BASICS...</vt:lpstr>
      <vt:lpstr>TOKENS</vt:lpstr>
      <vt:lpstr>Keywords</vt:lpstr>
      <vt:lpstr>Identifiers</vt:lpstr>
      <vt:lpstr>Constants</vt:lpstr>
      <vt:lpstr>Strings </vt:lpstr>
      <vt:lpstr>Operators</vt:lpstr>
      <vt:lpstr>Special Characters</vt:lpstr>
      <vt:lpstr>Putting everything  together.</vt:lpstr>
      <vt:lpstr>Exercise </vt:lpstr>
      <vt:lpstr>Answer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TOKENS  AND  OTHER BASICS...</dc:title>
  <dc:creator/>
  <cp:lastModifiedBy>chatbotislive</cp:lastModifiedBy>
  <cp:revision>12</cp:revision>
  <dcterms:created xsi:type="dcterms:W3CDTF">2026-06-19T15:26:00Z</dcterms:created>
  <dcterms:modified xsi:type="dcterms:W3CDTF">2026-09-19T12:11:34Z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6CD324D335FE4D25A79CC4D84425F76B_12</vt:lpwstr>
  </property>
</Properties>
</file>