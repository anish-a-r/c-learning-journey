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2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tags/tag47.xml" ContentType="application/vnd.openxmlformats-officedocument.presentationml.tags+xml"/>
  <Override PartName="/ppt/tags/tag470.xml" ContentType="application/vnd.openxmlformats-officedocument.presentationml.tags+xml"/>
  <Override PartName="/ppt/tags/tag471.xml" ContentType="application/vnd.openxmlformats-officedocument.presentationml.tags+xml"/>
  <Override PartName="/ppt/tags/tag472.xml" ContentType="application/vnd.openxmlformats-officedocument.presentationml.tags+xml"/>
  <Override PartName="/ppt/tags/tag473.xml" ContentType="application/vnd.openxmlformats-officedocument.presentationml.tags+xml"/>
  <Override PartName="/ppt/tags/tag474.xml" ContentType="application/vnd.openxmlformats-officedocument.presentationml.tags+xml"/>
  <Override PartName="/ppt/tags/tag475.xml" ContentType="application/vnd.openxmlformats-officedocument.presentationml.tags+xml"/>
  <Override PartName="/ppt/tags/tag476.xml" ContentType="application/vnd.openxmlformats-officedocument.presentationml.tags+xml"/>
  <Override PartName="/ppt/tags/tag477.xml" ContentType="application/vnd.openxmlformats-officedocument.presentationml.tags+xml"/>
  <Override PartName="/ppt/tags/tag478.xml" ContentType="application/vnd.openxmlformats-officedocument.presentationml.tags+xml"/>
  <Override PartName="/ppt/tags/tag479.xml" ContentType="application/vnd.openxmlformats-officedocument.presentationml.tags+xml"/>
  <Override PartName="/ppt/tags/tag48.xml" ContentType="application/vnd.openxmlformats-officedocument.presentationml.tags+xml"/>
  <Override PartName="/ppt/tags/tag480.xml" ContentType="application/vnd.openxmlformats-officedocument.presentationml.tags+xml"/>
  <Override PartName="/ppt/tags/tag481.xml" ContentType="application/vnd.openxmlformats-officedocument.presentationml.tags+xml"/>
  <Override PartName="/ppt/tags/tag482.xml" ContentType="application/vnd.openxmlformats-officedocument.presentationml.tags+xml"/>
  <Override PartName="/ppt/tags/tag483.xml" ContentType="application/vnd.openxmlformats-officedocument.presentationml.tags+xml"/>
  <Override PartName="/ppt/tags/tag484.xml" ContentType="application/vnd.openxmlformats-officedocument.presentationml.tags+xml"/>
  <Override PartName="/ppt/tags/tag485.xml" ContentType="application/vnd.openxmlformats-officedocument.presentationml.tags+xml"/>
  <Override PartName="/ppt/tags/tag486.xml" ContentType="application/vnd.openxmlformats-officedocument.presentationml.tags+xml"/>
  <Override PartName="/ppt/tags/tag487.xml" ContentType="application/vnd.openxmlformats-officedocument.presentationml.tags+xml"/>
  <Override PartName="/ppt/tags/tag488.xml" ContentType="application/vnd.openxmlformats-officedocument.presentationml.tags+xml"/>
  <Override PartName="/ppt/tags/tag489.xml" ContentType="application/vnd.openxmlformats-officedocument.presentationml.tags+xml"/>
  <Override PartName="/ppt/tags/tag49.xml" ContentType="application/vnd.openxmlformats-officedocument.presentationml.tags+xml"/>
  <Override PartName="/ppt/tags/tag490.xml" ContentType="application/vnd.openxmlformats-officedocument.presentationml.tags+xml"/>
  <Override PartName="/ppt/tags/tag491.xml" ContentType="application/vnd.openxmlformats-officedocument.presentationml.tags+xml"/>
  <Override PartName="/ppt/tags/tag492.xml" ContentType="application/vnd.openxmlformats-officedocument.presentationml.tags+xml"/>
  <Override PartName="/ppt/tags/tag493.xml" ContentType="application/vnd.openxmlformats-officedocument.presentationml.tags+xml"/>
  <Override PartName="/ppt/tags/tag494.xml" ContentType="application/vnd.openxmlformats-officedocument.presentationml.tags+xml"/>
  <Override PartName="/ppt/tags/tag495.xml" ContentType="application/vnd.openxmlformats-officedocument.presentationml.tags+xml"/>
  <Override PartName="/ppt/tags/tag496.xml" ContentType="application/vnd.openxmlformats-officedocument.presentationml.tags+xml"/>
  <Override PartName="/ppt/tags/tag497.xml" ContentType="application/vnd.openxmlformats-officedocument.presentationml.tags+xml"/>
  <Override PartName="/ppt/tags/tag498.xml" ContentType="application/vnd.openxmlformats-officedocument.presentationml.tags+xml"/>
  <Override PartName="/ppt/tags/tag49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00.xml" ContentType="application/vnd.openxmlformats-officedocument.presentationml.tags+xml"/>
  <Override PartName="/ppt/tags/tag501.xml" ContentType="application/vnd.openxmlformats-officedocument.presentationml.tags+xml"/>
  <Override PartName="/ppt/tags/tag502.xml" ContentType="application/vnd.openxmlformats-officedocument.presentationml.tags+xml"/>
  <Override PartName="/ppt/tags/tag503.xml" ContentType="application/vnd.openxmlformats-officedocument.presentationml.tags+xml"/>
  <Override PartName="/ppt/tags/tag504.xml" ContentType="application/vnd.openxmlformats-officedocument.presentationml.tags+xml"/>
  <Override PartName="/ppt/tags/tag505.xml" ContentType="application/vnd.openxmlformats-officedocument.presentationml.tags+xml"/>
  <Override PartName="/ppt/tags/tag506.xml" ContentType="application/vnd.openxmlformats-officedocument.presentationml.tags+xml"/>
  <Override PartName="/ppt/tags/tag507.xml" ContentType="application/vnd.openxmlformats-officedocument.presentationml.tags+xml"/>
  <Override PartName="/ppt/tags/tag508.xml" ContentType="application/vnd.openxmlformats-officedocument.presentationml.tags+xml"/>
  <Override PartName="/ppt/tags/tag509.xml" ContentType="application/vnd.openxmlformats-officedocument.presentationml.tags+xml"/>
  <Override PartName="/ppt/tags/tag51.xml" ContentType="application/vnd.openxmlformats-officedocument.presentationml.tags+xml"/>
  <Override PartName="/ppt/tags/tag510.xml" ContentType="application/vnd.openxmlformats-officedocument.presentationml.tags+xml"/>
  <Override PartName="/ppt/tags/tag511.xml" ContentType="application/vnd.openxmlformats-officedocument.presentationml.tags+xml"/>
  <Override PartName="/ppt/tags/tag512.xml" ContentType="application/vnd.openxmlformats-officedocument.presentationml.tags+xml"/>
  <Override PartName="/ppt/tags/tag513.xml" ContentType="application/vnd.openxmlformats-officedocument.presentationml.tags+xml"/>
  <Override PartName="/ppt/tags/tag514.xml" ContentType="application/vnd.openxmlformats-officedocument.presentationml.tags+xml"/>
  <Override PartName="/ppt/tags/tag515.xml" ContentType="application/vnd.openxmlformats-officedocument.presentationml.tags+xml"/>
  <Override PartName="/ppt/tags/tag516.xml" ContentType="application/vnd.openxmlformats-officedocument.presentationml.tags+xml"/>
  <Override PartName="/ppt/tags/tag517.xml" ContentType="application/vnd.openxmlformats-officedocument.presentationml.tags+xml"/>
  <Override PartName="/ppt/tags/tag518.xml" ContentType="application/vnd.openxmlformats-officedocument.presentationml.tags+xml"/>
  <Override PartName="/ppt/tags/tag519.xml" ContentType="application/vnd.openxmlformats-officedocument.presentationml.tags+xml"/>
  <Override PartName="/ppt/tags/tag52.xml" ContentType="application/vnd.openxmlformats-officedocument.presentationml.tags+xml"/>
  <Override PartName="/ppt/tags/tag520.xml" ContentType="application/vnd.openxmlformats-officedocument.presentationml.tags+xml"/>
  <Override PartName="/ppt/tags/tag521.xml" ContentType="application/vnd.openxmlformats-officedocument.presentationml.tags+xml"/>
  <Override PartName="/ppt/tags/tag522.xml" ContentType="application/vnd.openxmlformats-officedocument.presentationml.tags+xml"/>
  <Override PartName="/ppt/tags/tag523.xml" ContentType="application/vnd.openxmlformats-officedocument.presentationml.tags+xml"/>
  <Override PartName="/ppt/tags/tag524.xml" ContentType="application/vnd.openxmlformats-officedocument.presentationml.tags+xml"/>
  <Override PartName="/ppt/tags/tag525.xml" ContentType="application/vnd.openxmlformats-officedocument.presentationml.tags+xml"/>
  <Override PartName="/ppt/tags/tag526.xml" ContentType="application/vnd.openxmlformats-officedocument.presentationml.tags+xml"/>
  <Override PartName="/ppt/tags/tag527.xml" ContentType="application/vnd.openxmlformats-officedocument.presentationml.tags+xml"/>
  <Override PartName="/ppt/tags/tag528.xml" ContentType="application/vnd.openxmlformats-officedocument.presentationml.tags+xml"/>
  <Override PartName="/ppt/tags/tag529.xml" ContentType="application/vnd.openxmlformats-officedocument.presentationml.tags+xml"/>
  <Override PartName="/ppt/tags/tag53.xml" ContentType="application/vnd.openxmlformats-officedocument.presentationml.tags+xml"/>
  <Override PartName="/ppt/tags/tag530.xml" ContentType="application/vnd.openxmlformats-officedocument.presentationml.tags+xml"/>
  <Override PartName="/ppt/tags/tag531.xml" ContentType="application/vnd.openxmlformats-officedocument.presentationml.tags+xml"/>
  <Override PartName="/ppt/tags/tag532.xml" ContentType="application/vnd.openxmlformats-officedocument.presentationml.tags+xml"/>
  <Override PartName="/ppt/tags/tag533.xml" ContentType="application/vnd.openxmlformats-officedocument.presentationml.tags+xml"/>
  <Override PartName="/ppt/tags/tag534.xml" ContentType="application/vnd.openxmlformats-officedocument.presentationml.tags+xml"/>
  <Override PartName="/ppt/tags/tag535.xml" ContentType="application/vnd.openxmlformats-officedocument.presentationml.tags+xml"/>
  <Override PartName="/ppt/tags/tag536.xml" ContentType="application/vnd.openxmlformats-officedocument.presentationml.tags+xml"/>
  <Override PartName="/ppt/tags/tag537.xml" ContentType="application/vnd.openxmlformats-officedocument.presentationml.tags+xml"/>
  <Override PartName="/ppt/tags/tag538.xml" ContentType="application/vnd.openxmlformats-officedocument.presentationml.tags+xml"/>
  <Override PartName="/ppt/tags/tag539.xml" ContentType="application/vnd.openxmlformats-officedocument.presentationml.tags+xml"/>
  <Override PartName="/ppt/tags/tag54.xml" ContentType="application/vnd.openxmlformats-officedocument.presentationml.tags+xml"/>
  <Override PartName="/ppt/tags/tag540.xml" ContentType="application/vnd.openxmlformats-officedocument.presentationml.tags+xml"/>
  <Override PartName="/ppt/tags/tag541.xml" ContentType="application/vnd.openxmlformats-officedocument.presentationml.tags+xml"/>
  <Override PartName="/ppt/tags/tag542.xml" ContentType="application/vnd.openxmlformats-officedocument.presentationml.tags+xml"/>
  <Override PartName="/ppt/tags/tag543.xml" ContentType="application/vnd.openxmlformats-officedocument.presentationml.tags+xml"/>
  <Override PartName="/ppt/tags/tag544.xml" ContentType="application/vnd.openxmlformats-officedocument.presentationml.tags+xml"/>
  <Override PartName="/ppt/tags/tag545.xml" ContentType="application/vnd.openxmlformats-officedocument.presentationml.tags+xml"/>
  <Override PartName="/ppt/tags/tag546.xml" ContentType="application/vnd.openxmlformats-officedocument.presentationml.tags+xml"/>
  <Override PartName="/ppt/tags/tag547.xml" ContentType="application/vnd.openxmlformats-officedocument.presentationml.tags+xml"/>
  <Override PartName="/ppt/tags/tag548.xml" ContentType="application/vnd.openxmlformats-officedocument.presentationml.tags+xml"/>
  <Override PartName="/ppt/tags/tag549.xml" ContentType="application/vnd.openxmlformats-officedocument.presentationml.tags+xml"/>
  <Override PartName="/ppt/tags/tag55.xml" ContentType="application/vnd.openxmlformats-officedocument.presentationml.tags+xml"/>
  <Override PartName="/ppt/tags/tag550.xml" ContentType="application/vnd.openxmlformats-officedocument.presentationml.tags+xml"/>
  <Override PartName="/ppt/tags/tag551.xml" ContentType="application/vnd.openxmlformats-officedocument.presentationml.tags+xml"/>
  <Override PartName="/ppt/tags/tag552.xml" ContentType="application/vnd.openxmlformats-officedocument.presentationml.tags+xml"/>
  <Override PartName="/ppt/tags/tag553.xml" ContentType="application/vnd.openxmlformats-officedocument.presentationml.tags+xml"/>
  <Override PartName="/ppt/tags/tag554.xml" ContentType="application/vnd.openxmlformats-officedocument.presentationml.tags+xml"/>
  <Override PartName="/ppt/tags/tag555.xml" ContentType="application/vnd.openxmlformats-officedocument.presentationml.tags+xml"/>
  <Override PartName="/ppt/tags/tag556.xml" ContentType="application/vnd.openxmlformats-officedocument.presentationml.tags+xml"/>
  <Override PartName="/ppt/tags/tag557.xml" ContentType="application/vnd.openxmlformats-officedocument.presentationml.tags+xml"/>
  <Override PartName="/ppt/tags/tag558.xml" ContentType="application/vnd.openxmlformats-officedocument.presentationml.tags+xml"/>
  <Override PartName="/ppt/tags/tag559.xml" ContentType="application/vnd.openxmlformats-officedocument.presentationml.tags+xml"/>
  <Override PartName="/ppt/tags/tag56.xml" ContentType="application/vnd.openxmlformats-officedocument.presentationml.tags+xml"/>
  <Override PartName="/ppt/tags/tag560.xml" ContentType="application/vnd.openxmlformats-officedocument.presentationml.tags+xml"/>
  <Override PartName="/ppt/tags/tag561.xml" ContentType="application/vnd.openxmlformats-officedocument.presentationml.tags+xml"/>
  <Override PartName="/ppt/tags/tag562.xml" ContentType="application/vnd.openxmlformats-officedocument.presentationml.tags+xml"/>
  <Override PartName="/ppt/tags/tag563.xml" ContentType="application/vnd.openxmlformats-officedocument.presentationml.tags+xml"/>
  <Override PartName="/ppt/tags/tag564.xml" ContentType="application/vnd.openxmlformats-officedocument.presentationml.tags+xml"/>
  <Override PartName="/ppt/tags/tag565.xml" ContentType="application/vnd.openxmlformats-officedocument.presentationml.tags+xml"/>
  <Override PartName="/ppt/tags/tag566.xml" ContentType="application/vnd.openxmlformats-officedocument.presentationml.tags+xml"/>
  <Override PartName="/ppt/tags/tag567.xml" ContentType="application/vnd.openxmlformats-officedocument.presentationml.tags+xml"/>
  <Override PartName="/ppt/tags/tag568.xml" ContentType="application/vnd.openxmlformats-officedocument.presentationml.tags+xml"/>
  <Override PartName="/ppt/tags/tag569.xml" ContentType="application/vnd.openxmlformats-officedocument.presentationml.tags+xml"/>
  <Override PartName="/ppt/tags/tag57.xml" ContentType="application/vnd.openxmlformats-officedocument.presentationml.tags+xml"/>
  <Override PartName="/ppt/tags/tag570.xml" ContentType="application/vnd.openxmlformats-officedocument.presentationml.tags+xml"/>
  <Override PartName="/ppt/tags/tag571.xml" ContentType="application/vnd.openxmlformats-officedocument.presentationml.tags+xml"/>
  <Override PartName="/ppt/tags/tag572.xml" ContentType="application/vnd.openxmlformats-officedocument.presentationml.tags+xml"/>
  <Override PartName="/ppt/tags/tag573.xml" ContentType="application/vnd.openxmlformats-officedocument.presentationml.tags+xml"/>
  <Override PartName="/ppt/tags/tag574.xml" ContentType="application/vnd.openxmlformats-officedocument.presentationml.tags+xml"/>
  <Override PartName="/ppt/tags/tag575.xml" ContentType="application/vnd.openxmlformats-officedocument.presentationml.tags+xml"/>
  <Override PartName="/ppt/tags/tag576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14.xml" ContentType="application/vnd.openxmlformats-officedocument.theme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ppt/theme/theme18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1" r:id="rId3"/>
    <p:sldMasterId id="2147483654" r:id="rId4"/>
    <p:sldMasterId id="2147483657" r:id="rId5"/>
    <p:sldMasterId id="2147483660" r:id="rId6"/>
    <p:sldMasterId id="2147483663" r:id="rId7"/>
    <p:sldMasterId id="2147483666" r:id="rId8"/>
    <p:sldMasterId id="2147483669" r:id="rId9"/>
    <p:sldMasterId id="2147483672" r:id="rId10"/>
    <p:sldMasterId id="2147483675" r:id="rId11"/>
    <p:sldMasterId id="2147483678" r:id="rId12"/>
    <p:sldMasterId id="2147483681" r:id="rId13"/>
    <p:sldMasterId id="2147483684" r:id="rId14"/>
    <p:sldMasterId id="2147483687" r:id="rId15"/>
    <p:sldMasterId id="2147483690" r:id="rId16"/>
    <p:sldMasterId id="2147483693" r:id="rId17"/>
  </p:sldMasterIdLst>
  <p:notesMasterIdLst>
    <p:notesMasterId r:id="rId47"/>
  </p:notesMasterIdLst>
  <p:handoutMasterIdLst>
    <p:handoutMasterId r:id="rId48"/>
  </p:handoutMasterIdLst>
  <p:sldIdLst>
    <p:sldId id="257" r:id="rId18"/>
    <p:sldId id="259" r:id="rId19"/>
    <p:sldId id="260" r:id="rId20"/>
    <p:sldId id="261" r:id="rId21"/>
    <p:sldId id="262" r:id="rId22"/>
    <p:sldId id="263" r:id="rId23"/>
    <p:sldId id="264" r:id="rId24"/>
    <p:sldId id="265" r:id="rId25"/>
    <p:sldId id="266" r:id="rId26"/>
    <p:sldId id="267" r:id="rId27"/>
    <p:sldId id="277" r:id="rId28"/>
    <p:sldId id="268" r:id="rId29"/>
    <p:sldId id="278" r:id="rId30"/>
    <p:sldId id="269" r:id="rId31"/>
    <p:sldId id="279" r:id="rId32"/>
    <p:sldId id="280" r:id="rId33"/>
    <p:sldId id="281" r:id="rId34"/>
    <p:sldId id="270" r:id="rId35"/>
    <p:sldId id="282" r:id="rId36"/>
    <p:sldId id="283" r:id="rId37"/>
    <p:sldId id="284" r:id="rId38"/>
    <p:sldId id="271" r:id="rId39"/>
    <p:sldId id="285" r:id="rId40"/>
    <p:sldId id="272" r:id="rId41"/>
    <p:sldId id="273" r:id="rId42"/>
    <p:sldId id="274" r:id="rId43"/>
    <p:sldId id="275" r:id="rId44"/>
    <p:sldId id="286" r:id="rId45"/>
    <p:sldId id="276" r:id="rId4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Master" Target="slideMasters/slideMaster8.xml"/><Relationship Id="rId8" Type="http://schemas.openxmlformats.org/officeDocument/2006/relationships/slideMaster" Target="slideMasters/slideMaster7.xml"/><Relationship Id="rId7" Type="http://schemas.openxmlformats.org/officeDocument/2006/relationships/slideMaster" Target="slideMasters/slideMaster6.xml"/><Relationship Id="rId6" Type="http://schemas.openxmlformats.org/officeDocument/2006/relationships/slideMaster" Target="slideMasters/slideMaster5.xml"/><Relationship Id="rId51" Type="http://schemas.openxmlformats.org/officeDocument/2006/relationships/tableStyles" Target="tableStyles.xml"/><Relationship Id="rId50" Type="http://schemas.openxmlformats.org/officeDocument/2006/relationships/viewProps" Target="viewProps.xml"/><Relationship Id="rId5" Type="http://schemas.openxmlformats.org/officeDocument/2006/relationships/slideMaster" Target="slideMasters/slideMaster4.xml"/><Relationship Id="rId49" Type="http://schemas.openxmlformats.org/officeDocument/2006/relationships/presProps" Target="presProps.xml"/><Relationship Id="rId48" Type="http://schemas.openxmlformats.org/officeDocument/2006/relationships/handoutMaster" Target="handoutMasters/handoutMaster1.xml"/><Relationship Id="rId47" Type="http://schemas.openxmlformats.org/officeDocument/2006/relationships/notesMaster" Target="notesMasters/notesMaster1.xml"/><Relationship Id="rId46" Type="http://schemas.openxmlformats.org/officeDocument/2006/relationships/slide" Target="slides/slide29.xml"/><Relationship Id="rId45" Type="http://schemas.openxmlformats.org/officeDocument/2006/relationships/slide" Target="slides/slide28.xml"/><Relationship Id="rId44" Type="http://schemas.openxmlformats.org/officeDocument/2006/relationships/slide" Target="slides/slide27.xml"/><Relationship Id="rId43" Type="http://schemas.openxmlformats.org/officeDocument/2006/relationships/slide" Target="slides/slide26.xml"/><Relationship Id="rId42" Type="http://schemas.openxmlformats.org/officeDocument/2006/relationships/slide" Target="slides/slide25.xml"/><Relationship Id="rId41" Type="http://schemas.openxmlformats.org/officeDocument/2006/relationships/slide" Target="slides/slide24.xml"/><Relationship Id="rId40" Type="http://schemas.openxmlformats.org/officeDocument/2006/relationships/slide" Target="slides/slide23.xml"/><Relationship Id="rId4" Type="http://schemas.openxmlformats.org/officeDocument/2006/relationships/slideMaster" Target="slideMasters/slideMaster3.xml"/><Relationship Id="rId39" Type="http://schemas.openxmlformats.org/officeDocument/2006/relationships/slide" Target="slides/slide22.xml"/><Relationship Id="rId38" Type="http://schemas.openxmlformats.org/officeDocument/2006/relationships/slide" Target="slides/slide21.xml"/><Relationship Id="rId37" Type="http://schemas.openxmlformats.org/officeDocument/2006/relationships/slide" Target="slides/slide20.xml"/><Relationship Id="rId36" Type="http://schemas.openxmlformats.org/officeDocument/2006/relationships/slide" Target="slides/slide19.xml"/><Relationship Id="rId35" Type="http://schemas.openxmlformats.org/officeDocument/2006/relationships/slide" Target="slides/slide18.xml"/><Relationship Id="rId34" Type="http://schemas.openxmlformats.org/officeDocument/2006/relationships/slide" Target="slides/slide17.xml"/><Relationship Id="rId33" Type="http://schemas.openxmlformats.org/officeDocument/2006/relationships/slide" Target="slides/slide16.xml"/><Relationship Id="rId32" Type="http://schemas.openxmlformats.org/officeDocument/2006/relationships/slide" Target="slides/slide15.xml"/><Relationship Id="rId31" Type="http://schemas.openxmlformats.org/officeDocument/2006/relationships/slide" Target="slides/slide14.xml"/><Relationship Id="rId30" Type="http://schemas.openxmlformats.org/officeDocument/2006/relationships/slide" Target="slides/slide13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12.xml"/><Relationship Id="rId28" Type="http://schemas.openxmlformats.org/officeDocument/2006/relationships/slide" Target="slides/slide11.xml"/><Relationship Id="rId27" Type="http://schemas.openxmlformats.org/officeDocument/2006/relationships/slide" Target="slides/slide10.xml"/><Relationship Id="rId26" Type="http://schemas.openxmlformats.org/officeDocument/2006/relationships/slide" Target="slides/slide9.xml"/><Relationship Id="rId25" Type="http://schemas.openxmlformats.org/officeDocument/2006/relationships/slide" Target="slides/slide8.xml"/><Relationship Id="rId24" Type="http://schemas.openxmlformats.org/officeDocument/2006/relationships/slide" Target="slides/slide7.xml"/><Relationship Id="rId23" Type="http://schemas.openxmlformats.org/officeDocument/2006/relationships/slide" Target="slides/slide6.xml"/><Relationship Id="rId22" Type="http://schemas.openxmlformats.org/officeDocument/2006/relationships/slide" Target="slides/slide5.xml"/><Relationship Id="rId21" Type="http://schemas.openxmlformats.org/officeDocument/2006/relationships/slide" Target="slides/slide4.xml"/><Relationship Id="rId20" Type="http://schemas.openxmlformats.org/officeDocument/2006/relationships/slide" Target="slides/slide3.xml"/><Relationship Id="rId2" Type="http://schemas.openxmlformats.org/officeDocument/2006/relationships/theme" Target="theme/theme1.xml"/><Relationship Id="rId19" Type="http://schemas.openxmlformats.org/officeDocument/2006/relationships/slide" Target="slides/slide2.xml"/><Relationship Id="rId18" Type="http://schemas.openxmlformats.org/officeDocument/2006/relationships/slide" Target="slides/slide1.xml"/><Relationship Id="rId17" Type="http://schemas.openxmlformats.org/officeDocument/2006/relationships/slideMaster" Target="slideMasters/slideMaster16.xml"/><Relationship Id="rId16" Type="http://schemas.openxmlformats.org/officeDocument/2006/relationships/slideMaster" Target="slideMasters/slideMaster15.xml"/><Relationship Id="rId15" Type="http://schemas.openxmlformats.org/officeDocument/2006/relationships/slideMaster" Target="slideMasters/slideMaster14.xml"/><Relationship Id="rId14" Type="http://schemas.openxmlformats.org/officeDocument/2006/relationships/slideMaster" Target="slideMasters/slideMaster13.xml"/><Relationship Id="rId13" Type="http://schemas.openxmlformats.org/officeDocument/2006/relationships/slideMaster" Target="slideMasters/slideMaster12.xml"/><Relationship Id="rId12" Type="http://schemas.openxmlformats.org/officeDocument/2006/relationships/slideMaster" Target="slideMasters/slideMaster11.xml"/><Relationship Id="rId11" Type="http://schemas.openxmlformats.org/officeDocument/2006/relationships/slideMaster" Target="slideMasters/slideMaster10.xml"/><Relationship Id="rId10" Type="http://schemas.openxmlformats.org/officeDocument/2006/relationships/slideMaster" Target="slideMasters/slideMaster9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8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6C064A-D61B-4B21-B757-51A9B82445B8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305E07-67EA-4042-A3F6-853A8AD8D20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6" Type="http://schemas.openxmlformats.org/officeDocument/2006/relationships/tags" Target="../tags/tag23.xml"/><Relationship Id="rId25" Type="http://schemas.openxmlformats.org/officeDocument/2006/relationships/tags" Target="../tags/tag22.xml"/><Relationship Id="rId24" Type="http://schemas.openxmlformats.org/officeDocument/2006/relationships/tags" Target="../tags/tag21.xml"/><Relationship Id="rId23" Type="http://schemas.openxmlformats.org/officeDocument/2006/relationships/tags" Target="../tags/tag20.xml"/><Relationship Id="rId22" Type="http://schemas.openxmlformats.org/officeDocument/2006/relationships/tags" Target="../tags/tag19.xml"/><Relationship Id="rId21" Type="http://schemas.openxmlformats.org/officeDocument/2006/relationships/tags" Target="../tags/tag18.xml"/><Relationship Id="rId20" Type="http://schemas.openxmlformats.org/officeDocument/2006/relationships/tags" Target="../tags/tag17.xml"/><Relationship Id="rId2" Type="http://schemas.openxmlformats.org/officeDocument/2006/relationships/tags" Target="../tags/tag1.xml"/><Relationship Id="rId19" Type="http://schemas.openxmlformats.org/officeDocument/2006/relationships/tags" Target="../tags/tag16.xml"/><Relationship Id="rId18" Type="http://schemas.openxmlformats.org/officeDocument/2006/relationships/tags" Target="../tags/tag15.xml"/><Relationship Id="rId17" Type="http://schemas.openxmlformats.org/officeDocument/2006/relationships/tags" Target="../tags/tag14.xml"/><Relationship Id="rId16" Type="http://schemas.openxmlformats.org/officeDocument/2006/relationships/tags" Target="../tags/tag13.xml"/><Relationship Id="rId15" Type="http://schemas.openxmlformats.org/officeDocument/2006/relationships/tags" Target="../tags/tag12.xml"/><Relationship Id="rId14" Type="http://schemas.openxmlformats.org/officeDocument/2006/relationships/tags" Target="../tags/tag11.xml"/><Relationship Id="rId13" Type="http://schemas.openxmlformats.org/officeDocument/2006/relationships/image" Target="../media/image2.svg"/><Relationship Id="rId12" Type="http://schemas.openxmlformats.org/officeDocument/2006/relationships/image" Target="../media/image1.png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9" Type="http://schemas.openxmlformats.org/officeDocument/2006/relationships/tags" Target="../tags/tag42.xml"/><Relationship Id="rId8" Type="http://schemas.openxmlformats.org/officeDocument/2006/relationships/tags" Target="../tags/tag41.xml"/><Relationship Id="rId7" Type="http://schemas.openxmlformats.org/officeDocument/2006/relationships/tags" Target="../tags/tag40.xml"/><Relationship Id="rId6" Type="http://schemas.openxmlformats.org/officeDocument/2006/relationships/tags" Target="../tags/tag39.xml"/><Relationship Id="rId5" Type="http://schemas.openxmlformats.org/officeDocument/2006/relationships/tags" Target="../tags/tag38.xml"/><Relationship Id="rId4" Type="http://schemas.openxmlformats.org/officeDocument/2006/relationships/tags" Target="../tags/tag37.xml"/><Relationship Id="rId3" Type="http://schemas.openxmlformats.org/officeDocument/2006/relationships/tags" Target="../tags/tag36.xml"/><Relationship Id="rId26" Type="http://schemas.openxmlformats.org/officeDocument/2006/relationships/tags" Target="../tags/tag57.xml"/><Relationship Id="rId25" Type="http://schemas.openxmlformats.org/officeDocument/2006/relationships/tags" Target="../tags/tag56.xml"/><Relationship Id="rId24" Type="http://schemas.openxmlformats.org/officeDocument/2006/relationships/tags" Target="../tags/tag55.xml"/><Relationship Id="rId23" Type="http://schemas.openxmlformats.org/officeDocument/2006/relationships/tags" Target="../tags/tag54.xml"/><Relationship Id="rId22" Type="http://schemas.openxmlformats.org/officeDocument/2006/relationships/tags" Target="../tags/tag53.xml"/><Relationship Id="rId21" Type="http://schemas.openxmlformats.org/officeDocument/2006/relationships/tags" Target="../tags/tag52.xml"/><Relationship Id="rId20" Type="http://schemas.openxmlformats.org/officeDocument/2006/relationships/tags" Target="../tags/tag51.xml"/><Relationship Id="rId2" Type="http://schemas.openxmlformats.org/officeDocument/2006/relationships/tags" Target="../tags/tag35.xml"/><Relationship Id="rId19" Type="http://schemas.openxmlformats.org/officeDocument/2006/relationships/tags" Target="../tags/tag50.xml"/><Relationship Id="rId18" Type="http://schemas.openxmlformats.org/officeDocument/2006/relationships/tags" Target="../tags/tag49.xml"/><Relationship Id="rId17" Type="http://schemas.openxmlformats.org/officeDocument/2006/relationships/tags" Target="../tags/tag48.xml"/><Relationship Id="rId16" Type="http://schemas.openxmlformats.org/officeDocument/2006/relationships/tags" Target="../tags/tag47.xml"/><Relationship Id="rId15" Type="http://schemas.openxmlformats.org/officeDocument/2006/relationships/tags" Target="../tags/tag46.xml"/><Relationship Id="rId14" Type="http://schemas.openxmlformats.org/officeDocument/2006/relationships/tags" Target="../tags/tag45.xml"/><Relationship Id="rId13" Type="http://schemas.openxmlformats.org/officeDocument/2006/relationships/image" Target="../media/image5.svg"/><Relationship Id="rId12" Type="http://schemas.openxmlformats.org/officeDocument/2006/relationships/image" Target="../media/image1.png"/><Relationship Id="rId11" Type="http://schemas.openxmlformats.org/officeDocument/2006/relationships/tags" Target="../tags/tag44.xml"/><Relationship Id="rId10" Type="http://schemas.openxmlformats.org/officeDocument/2006/relationships/tags" Target="../tags/tag43.xml"/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76.xml"/><Relationship Id="rId8" Type="http://schemas.openxmlformats.org/officeDocument/2006/relationships/tags" Target="../tags/tag75.xml"/><Relationship Id="rId7" Type="http://schemas.openxmlformats.org/officeDocument/2006/relationships/tags" Target="../tags/tag74.xml"/><Relationship Id="rId6" Type="http://schemas.openxmlformats.org/officeDocument/2006/relationships/tags" Target="../tags/tag73.xml"/><Relationship Id="rId5" Type="http://schemas.openxmlformats.org/officeDocument/2006/relationships/tags" Target="../tags/tag72.xml"/><Relationship Id="rId4" Type="http://schemas.openxmlformats.org/officeDocument/2006/relationships/tags" Target="../tags/tag71.xml"/><Relationship Id="rId3" Type="http://schemas.openxmlformats.org/officeDocument/2006/relationships/tags" Target="../tags/tag70.xml"/><Relationship Id="rId26" Type="http://schemas.openxmlformats.org/officeDocument/2006/relationships/tags" Target="../tags/tag91.xml"/><Relationship Id="rId25" Type="http://schemas.openxmlformats.org/officeDocument/2006/relationships/tags" Target="../tags/tag90.xml"/><Relationship Id="rId24" Type="http://schemas.openxmlformats.org/officeDocument/2006/relationships/tags" Target="../tags/tag89.xml"/><Relationship Id="rId23" Type="http://schemas.openxmlformats.org/officeDocument/2006/relationships/tags" Target="../tags/tag88.xml"/><Relationship Id="rId22" Type="http://schemas.openxmlformats.org/officeDocument/2006/relationships/tags" Target="../tags/tag87.xml"/><Relationship Id="rId21" Type="http://schemas.openxmlformats.org/officeDocument/2006/relationships/tags" Target="../tags/tag86.xml"/><Relationship Id="rId20" Type="http://schemas.openxmlformats.org/officeDocument/2006/relationships/tags" Target="../tags/tag85.xml"/><Relationship Id="rId2" Type="http://schemas.openxmlformats.org/officeDocument/2006/relationships/tags" Target="../tags/tag69.xml"/><Relationship Id="rId19" Type="http://schemas.openxmlformats.org/officeDocument/2006/relationships/tags" Target="../tags/tag84.xml"/><Relationship Id="rId18" Type="http://schemas.openxmlformats.org/officeDocument/2006/relationships/tags" Target="../tags/tag83.xml"/><Relationship Id="rId17" Type="http://schemas.openxmlformats.org/officeDocument/2006/relationships/tags" Target="../tags/tag82.xml"/><Relationship Id="rId16" Type="http://schemas.openxmlformats.org/officeDocument/2006/relationships/tags" Target="../tags/tag81.xml"/><Relationship Id="rId15" Type="http://schemas.openxmlformats.org/officeDocument/2006/relationships/tags" Target="../tags/tag80.xml"/><Relationship Id="rId14" Type="http://schemas.openxmlformats.org/officeDocument/2006/relationships/tags" Target="../tags/tag79.xml"/><Relationship Id="rId13" Type="http://schemas.openxmlformats.org/officeDocument/2006/relationships/image" Target="../media/image5.svg"/><Relationship Id="rId12" Type="http://schemas.openxmlformats.org/officeDocument/2006/relationships/image" Target="../media/image1.png"/><Relationship Id="rId11" Type="http://schemas.openxmlformats.org/officeDocument/2006/relationships/tags" Target="../tags/tag78.xml"/><Relationship Id="rId10" Type="http://schemas.openxmlformats.org/officeDocument/2006/relationships/tags" Target="../tags/tag77.xml"/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9" Type="http://schemas.openxmlformats.org/officeDocument/2006/relationships/tags" Target="../tags/tag110.xml"/><Relationship Id="rId8" Type="http://schemas.openxmlformats.org/officeDocument/2006/relationships/tags" Target="../tags/tag109.xml"/><Relationship Id="rId7" Type="http://schemas.openxmlformats.org/officeDocument/2006/relationships/tags" Target="../tags/tag108.xml"/><Relationship Id="rId6" Type="http://schemas.openxmlformats.org/officeDocument/2006/relationships/tags" Target="../tags/tag107.xml"/><Relationship Id="rId5" Type="http://schemas.openxmlformats.org/officeDocument/2006/relationships/tags" Target="../tags/tag106.xml"/><Relationship Id="rId4" Type="http://schemas.openxmlformats.org/officeDocument/2006/relationships/tags" Target="../tags/tag105.xml"/><Relationship Id="rId3" Type="http://schemas.openxmlformats.org/officeDocument/2006/relationships/tags" Target="../tags/tag104.xml"/><Relationship Id="rId26" Type="http://schemas.openxmlformats.org/officeDocument/2006/relationships/tags" Target="../tags/tag125.xml"/><Relationship Id="rId25" Type="http://schemas.openxmlformats.org/officeDocument/2006/relationships/tags" Target="../tags/tag124.xml"/><Relationship Id="rId24" Type="http://schemas.openxmlformats.org/officeDocument/2006/relationships/tags" Target="../tags/tag123.xml"/><Relationship Id="rId23" Type="http://schemas.openxmlformats.org/officeDocument/2006/relationships/tags" Target="../tags/tag122.xml"/><Relationship Id="rId22" Type="http://schemas.openxmlformats.org/officeDocument/2006/relationships/tags" Target="../tags/tag121.xml"/><Relationship Id="rId21" Type="http://schemas.openxmlformats.org/officeDocument/2006/relationships/tags" Target="../tags/tag120.xml"/><Relationship Id="rId20" Type="http://schemas.openxmlformats.org/officeDocument/2006/relationships/tags" Target="../tags/tag119.xml"/><Relationship Id="rId2" Type="http://schemas.openxmlformats.org/officeDocument/2006/relationships/tags" Target="../tags/tag103.xml"/><Relationship Id="rId19" Type="http://schemas.openxmlformats.org/officeDocument/2006/relationships/tags" Target="../tags/tag118.xml"/><Relationship Id="rId18" Type="http://schemas.openxmlformats.org/officeDocument/2006/relationships/tags" Target="../tags/tag117.xml"/><Relationship Id="rId17" Type="http://schemas.openxmlformats.org/officeDocument/2006/relationships/tags" Target="../tags/tag116.xml"/><Relationship Id="rId16" Type="http://schemas.openxmlformats.org/officeDocument/2006/relationships/tags" Target="../tags/tag115.xml"/><Relationship Id="rId15" Type="http://schemas.openxmlformats.org/officeDocument/2006/relationships/tags" Target="../tags/tag114.xml"/><Relationship Id="rId14" Type="http://schemas.openxmlformats.org/officeDocument/2006/relationships/tags" Target="../tags/tag113.xml"/><Relationship Id="rId13" Type="http://schemas.openxmlformats.org/officeDocument/2006/relationships/image" Target="../media/image5.svg"/><Relationship Id="rId12" Type="http://schemas.openxmlformats.org/officeDocument/2006/relationships/image" Target="../media/image1.png"/><Relationship Id="rId11" Type="http://schemas.openxmlformats.org/officeDocument/2006/relationships/tags" Target="../tags/tag112.xml"/><Relationship Id="rId10" Type="http://schemas.openxmlformats.org/officeDocument/2006/relationships/tags" Target="../tags/tag111.xml"/><Relationship Id="rId1" Type="http://schemas.openxmlformats.org/officeDocument/2006/relationships/slideMaster" Target="../slideMasters/slideMaster4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.xml.rels><?xml version="1.0" encoding="UTF-8" standalone="yes"?>
<Relationships xmlns="http://schemas.openxmlformats.org/package/2006/relationships"><Relationship Id="rId9" Type="http://schemas.openxmlformats.org/officeDocument/2006/relationships/tags" Target="../tags/tag144.xml"/><Relationship Id="rId8" Type="http://schemas.openxmlformats.org/officeDocument/2006/relationships/tags" Target="../tags/tag143.xml"/><Relationship Id="rId7" Type="http://schemas.openxmlformats.org/officeDocument/2006/relationships/tags" Target="../tags/tag142.xml"/><Relationship Id="rId6" Type="http://schemas.openxmlformats.org/officeDocument/2006/relationships/tags" Target="../tags/tag141.xml"/><Relationship Id="rId5" Type="http://schemas.openxmlformats.org/officeDocument/2006/relationships/tags" Target="../tags/tag140.xml"/><Relationship Id="rId4" Type="http://schemas.openxmlformats.org/officeDocument/2006/relationships/tags" Target="../tags/tag139.xml"/><Relationship Id="rId3" Type="http://schemas.openxmlformats.org/officeDocument/2006/relationships/tags" Target="../tags/tag138.xml"/><Relationship Id="rId26" Type="http://schemas.openxmlformats.org/officeDocument/2006/relationships/tags" Target="../tags/tag159.xml"/><Relationship Id="rId25" Type="http://schemas.openxmlformats.org/officeDocument/2006/relationships/tags" Target="../tags/tag158.xml"/><Relationship Id="rId24" Type="http://schemas.openxmlformats.org/officeDocument/2006/relationships/tags" Target="../tags/tag157.xml"/><Relationship Id="rId23" Type="http://schemas.openxmlformats.org/officeDocument/2006/relationships/tags" Target="../tags/tag156.xml"/><Relationship Id="rId22" Type="http://schemas.openxmlformats.org/officeDocument/2006/relationships/tags" Target="../tags/tag155.xml"/><Relationship Id="rId21" Type="http://schemas.openxmlformats.org/officeDocument/2006/relationships/tags" Target="../tags/tag154.xml"/><Relationship Id="rId20" Type="http://schemas.openxmlformats.org/officeDocument/2006/relationships/tags" Target="../tags/tag153.xml"/><Relationship Id="rId2" Type="http://schemas.openxmlformats.org/officeDocument/2006/relationships/tags" Target="../tags/tag137.xml"/><Relationship Id="rId19" Type="http://schemas.openxmlformats.org/officeDocument/2006/relationships/tags" Target="../tags/tag152.xml"/><Relationship Id="rId18" Type="http://schemas.openxmlformats.org/officeDocument/2006/relationships/tags" Target="../tags/tag151.xml"/><Relationship Id="rId17" Type="http://schemas.openxmlformats.org/officeDocument/2006/relationships/tags" Target="../tags/tag150.xml"/><Relationship Id="rId16" Type="http://schemas.openxmlformats.org/officeDocument/2006/relationships/tags" Target="../tags/tag149.xml"/><Relationship Id="rId15" Type="http://schemas.openxmlformats.org/officeDocument/2006/relationships/tags" Target="../tags/tag148.xml"/><Relationship Id="rId14" Type="http://schemas.openxmlformats.org/officeDocument/2006/relationships/tags" Target="../tags/tag147.xml"/><Relationship Id="rId13" Type="http://schemas.openxmlformats.org/officeDocument/2006/relationships/image" Target="../media/image5.svg"/><Relationship Id="rId12" Type="http://schemas.openxmlformats.org/officeDocument/2006/relationships/image" Target="../media/image1.png"/><Relationship Id="rId11" Type="http://schemas.openxmlformats.org/officeDocument/2006/relationships/tags" Target="../tags/tag146.xml"/><Relationship Id="rId10" Type="http://schemas.openxmlformats.org/officeDocument/2006/relationships/tags" Target="../tags/tag145.xml"/><Relationship Id="rId1" Type="http://schemas.openxmlformats.org/officeDocument/2006/relationships/slideMaster" Target="../slideMasters/slideMaster5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1.xml.rels><?xml version="1.0" encoding="UTF-8" standalone="yes"?>
<Relationships xmlns="http://schemas.openxmlformats.org/package/2006/relationships"><Relationship Id="rId9" Type="http://schemas.openxmlformats.org/officeDocument/2006/relationships/tags" Target="../tags/tag178.xml"/><Relationship Id="rId8" Type="http://schemas.openxmlformats.org/officeDocument/2006/relationships/tags" Target="../tags/tag177.xml"/><Relationship Id="rId7" Type="http://schemas.openxmlformats.org/officeDocument/2006/relationships/tags" Target="../tags/tag176.xml"/><Relationship Id="rId6" Type="http://schemas.openxmlformats.org/officeDocument/2006/relationships/tags" Target="../tags/tag175.xml"/><Relationship Id="rId5" Type="http://schemas.openxmlformats.org/officeDocument/2006/relationships/tags" Target="../tags/tag174.xml"/><Relationship Id="rId4" Type="http://schemas.openxmlformats.org/officeDocument/2006/relationships/tags" Target="../tags/tag173.xml"/><Relationship Id="rId3" Type="http://schemas.openxmlformats.org/officeDocument/2006/relationships/tags" Target="../tags/tag172.xml"/><Relationship Id="rId26" Type="http://schemas.openxmlformats.org/officeDocument/2006/relationships/tags" Target="../tags/tag193.xml"/><Relationship Id="rId25" Type="http://schemas.openxmlformats.org/officeDocument/2006/relationships/tags" Target="../tags/tag192.xml"/><Relationship Id="rId24" Type="http://schemas.openxmlformats.org/officeDocument/2006/relationships/tags" Target="../tags/tag191.xml"/><Relationship Id="rId23" Type="http://schemas.openxmlformats.org/officeDocument/2006/relationships/tags" Target="../tags/tag190.xml"/><Relationship Id="rId22" Type="http://schemas.openxmlformats.org/officeDocument/2006/relationships/tags" Target="../tags/tag189.xml"/><Relationship Id="rId21" Type="http://schemas.openxmlformats.org/officeDocument/2006/relationships/tags" Target="../tags/tag188.xml"/><Relationship Id="rId20" Type="http://schemas.openxmlformats.org/officeDocument/2006/relationships/tags" Target="../tags/tag187.xml"/><Relationship Id="rId2" Type="http://schemas.openxmlformats.org/officeDocument/2006/relationships/tags" Target="../tags/tag171.xml"/><Relationship Id="rId19" Type="http://schemas.openxmlformats.org/officeDocument/2006/relationships/tags" Target="../tags/tag186.xml"/><Relationship Id="rId18" Type="http://schemas.openxmlformats.org/officeDocument/2006/relationships/tags" Target="../tags/tag185.xml"/><Relationship Id="rId17" Type="http://schemas.openxmlformats.org/officeDocument/2006/relationships/tags" Target="../tags/tag184.xml"/><Relationship Id="rId16" Type="http://schemas.openxmlformats.org/officeDocument/2006/relationships/tags" Target="../tags/tag183.xml"/><Relationship Id="rId15" Type="http://schemas.openxmlformats.org/officeDocument/2006/relationships/tags" Target="../tags/tag182.xml"/><Relationship Id="rId14" Type="http://schemas.openxmlformats.org/officeDocument/2006/relationships/tags" Target="../tags/tag181.xml"/><Relationship Id="rId13" Type="http://schemas.openxmlformats.org/officeDocument/2006/relationships/image" Target="../media/image5.svg"/><Relationship Id="rId12" Type="http://schemas.openxmlformats.org/officeDocument/2006/relationships/image" Target="../media/image1.png"/><Relationship Id="rId11" Type="http://schemas.openxmlformats.org/officeDocument/2006/relationships/tags" Target="../tags/tag180.xml"/><Relationship Id="rId10" Type="http://schemas.openxmlformats.org/officeDocument/2006/relationships/tags" Target="../tags/tag179.xml"/><Relationship Id="rId1" Type="http://schemas.openxmlformats.org/officeDocument/2006/relationships/slideMaster" Target="../slideMasters/slideMaster6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3.xml.rels><?xml version="1.0" encoding="UTF-8" standalone="yes"?>
<Relationships xmlns="http://schemas.openxmlformats.org/package/2006/relationships"><Relationship Id="rId9" Type="http://schemas.openxmlformats.org/officeDocument/2006/relationships/tags" Target="../tags/tag212.xml"/><Relationship Id="rId8" Type="http://schemas.openxmlformats.org/officeDocument/2006/relationships/tags" Target="../tags/tag211.xml"/><Relationship Id="rId7" Type="http://schemas.openxmlformats.org/officeDocument/2006/relationships/tags" Target="../tags/tag210.xml"/><Relationship Id="rId6" Type="http://schemas.openxmlformats.org/officeDocument/2006/relationships/tags" Target="../tags/tag209.xml"/><Relationship Id="rId5" Type="http://schemas.openxmlformats.org/officeDocument/2006/relationships/tags" Target="../tags/tag208.xml"/><Relationship Id="rId4" Type="http://schemas.openxmlformats.org/officeDocument/2006/relationships/tags" Target="../tags/tag207.xml"/><Relationship Id="rId3" Type="http://schemas.openxmlformats.org/officeDocument/2006/relationships/tags" Target="../tags/tag206.xml"/><Relationship Id="rId26" Type="http://schemas.openxmlformats.org/officeDocument/2006/relationships/tags" Target="../tags/tag227.xml"/><Relationship Id="rId25" Type="http://schemas.openxmlformats.org/officeDocument/2006/relationships/tags" Target="../tags/tag226.xml"/><Relationship Id="rId24" Type="http://schemas.openxmlformats.org/officeDocument/2006/relationships/tags" Target="../tags/tag225.xml"/><Relationship Id="rId23" Type="http://schemas.openxmlformats.org/officeDocument/2006/relationships/tags" Target="../tags/tag224.xml"/><Relationship Id="rId22" Type="http://schemas.openxmlformats.org/officeDocument/2006/relationships/tags" Target="../tags/tag223.xml"/><Relationship Id="rId21" Type="http://schemas.openxmlformats.org/officeDocument/2006/relationships/tags" Target="../tags/tag222.xml"/><Relationship Id="rId20" Type="http://schemas.openxmlformats.org/officeDocument/2006/relationships/tags" Target="../tags/tag221.xml"/><Relationship Id="rId2" Type="http://schemas.openxmlformats.org/officeDocument/2006/relationships/tags" Target="../tags/tag205.xml"/><Relationship Id="rId19" Type="http://schemas.openxmlformats.org/officeDocument/2006/relationships/tags" Target="../tags/tag220.xml"/><Relationship Id="rId18" Type="http://schemas.openxmlformats.org/officeDocument/2006/relationships/tags" Target="../tags/tag219.xml"/><Relationship Id="rId17" Type="http://schemas.openxmlformats.org/officeDocument/2006/relationships/tags" Target="../tags/tag218.xml"/><Relationship Id="rId16" Type="http://schemas.openxmlformats.org/officeDocument/2006/relationships/tags" Target="../tags/tag217.xml"/><Relationship Id="rId15" Type="http://schemas.openxmlformats.org/officeDocument/2006/relationships/tags" Target="../tags/tag216.xml"/><Relationship Id="rId14" Type="http://schemas.openxmlformats.org/officeDocument/2006/relationships/tags" Target="../tags/tag215.xml"/><Relationship Id="rId13" Type="http://schemas.openxmlformats.org/officeDocument/2006/relationships/image" Target="../media/image5.svg"/><Relationship Id="rId12" Type="http://schemas.openxmlformats.org/officeDocument/2006/relationships/image" Target="../media/image1.png"/><Relationship Id="rId11" Type="http://schemas.openxmlformats.org/officeDocument/2006/relationships/tags" Target="../tags/tag214.xml"/><Relationship Id="rId10" Type="http://schemas.openxmlformats.org/officeDocument/2006/relationships/tags" Target="../tags/tag213.xml"/><Relationship Id="rId1" Type="http://schemas.openxmlformats.org/officeDocument/2006/relationships/slideMaster" Target="../slideMasters/slideMaster7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5.xml.rels><?xml version="1.0" encoding="UTF-8" standalone="yes"?>
<Relationships xmlns="http://schemas.openxmlformats.org/package/2006/relationships"><Relationship Id="rId9" Type="http://schemas.openxmlformats.org/officeDocument/2006/relationships/tags" Target="../tags/tag246.xml"/><Relationship Id="rId8" Type="http://schemas.openxmlformats.org/officeDocument/2006/relationships/tags" Target="../tags/tag245.xml"/><Relationship Id="rId7" Type="http://schemas.openxmlformats.org/officeDocument/2006/relationships/tags" Target="../tags/tag244.xml"/><Relationship Id="rId6" Type="http://schemas.openxmlformats.org/officeDocument/2006/relationships/tags" Target="../tags/tag243.xml"/><Relationship Id="rId5" Type="http://schemas.openxmlformats.org/officeDocument/2006/relationships/tags" Target="../tags/tag242.xml"/><Relationship Id="rId4" Type="http://schemas.openxmlformats.org/officeDocument/2006/relationships/tags" Target="../tags/tag241.xml"/><Relationship Id="rId3" Type="http://schemas.openxmlformats.org/officeDocument/2006/relationships/tags" Target="../tags/tag240.xml"/><Relationship Id="rId26" Type="http://schemas.openxmlformats.org/officeDocument/2006/relationships/tags" Target="../tags/tag261.xml"/><Relationship Id="rId25" Type="http://schemas.openxmlformats.org/officeDocument/2006/relationships/tags" Target="../tags/tag260.xml"/><Relationship Id="rId24" Type="http://schemas.openxmlformats.org/officeDocument/2006/relationships/tags" Target="../tags/tag259.xml"/><Relationship Id="rId23" Type="http://schemas.openxmlformats.org/officeDocument/2006/relationships/tags" Target="../tags/tag258.xml"/><Relationship Id="rId22" Type="http://schemas.openxmlformats.org/officeDocument/2006/relationships/tags" Target="../tags/tag257.xml"/><Relationship Id="rId21" Type="http://schemas.openxmlformats.org/officeDocument/2006/relationships/tags" Target="../tags/tag256.xml"/><Relationship Id="rId20" Type="http://schemas.openxmlformats.org/officeDocument/2006/relationships/tags" Target="../tags/tag255.xml"/><Relationship Id="rId2" Type="http://schemas.openxmlformats.org/officeDocument/2006/relationships/tags" Target="../tags/tag239.xml"/><Relationship Id="rId19" Type="http://schemas.openxmlformats.org/officeDocument/2006/relationships/tags" Target="../tags/tag254.xml"/><Relationship Id="rId18" Type="http://schemas.openxmlformats.org/officeDocument/2006/relationships/tags" Target="../tags/tag253.xml"/><Relationship Id="rId17" Type="http://schemas.openxmlformats.org/officeDocument/2006/relationships/tags" Target="../tags/tag252.xml"/><Relationship Id="rId16" Type="http://schemas.openxmlformats.org/officeDocument/2006/relationships/tags" Target="../tags/tag251.xml"/><Relationship Id="rId15" Type="http://schemas.openxmlformats.org/officeDocument/2006/relationships/tags" Target="../tags/tag250.xml"/><Relationship Id="rId14" Type="http://schemas.openxmlformats.org/officeDocument/2006/relationships/tags" Target="../tags/tag249.xml"/><Relationship Id="rId13" Type="http://schemas.openxmlformats.org/officeDocument/2006/relationships/image" Target="../media/image5.svg"/><Relationship Id="rId12" Type="http://schemas.openxmlformats.org/officeDocument/2006/relationships/image" Target="../media/image1.png"/><Relationship Id="rId11" Type="http://schemas.openxmlformats.org/officeDocument/2006/relationships/tags" Target="../tags/tag248.xml"/><Relationship Id="rId10" Type="http://schemas.openxmlformats.org/officeDocument/2006/relationships/tags" Target="../tags/tag247.xml"/><Relationship Id="rId1" Type="http://schemas.openxmlformats.org/officeDocument/2006/relationships/slideMaster" Target="../slideMasters/slideMaster8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280.xml"/><Relationship Id="rId8" Type="http://schemas.openxmlformats.org/officeDocument/2006/relationships/tags" Target="../tags/tag279.xml"/><Relationship Id="rId7" Type="http://schemas.openxmlformats.org/officeDocument/2006/relationships/tags" Target="../tags/tag278.xml"/><Relationship Id="rId6" Type="http://schemas.openxmlformats.org/officeDocument/2006/relationships/tags" Target="../tags/tag277.xml"/><Relationship Id="rId5" Type="http://schemas.openxmlformats.org/officeDocument/2006/relationships/tags" Target="../tags/tag276.xml"/><Relationship Id="rId4" Type="http://schemas.openxmlformats.org/officeDocument/2006/relationships/tags" Target="../tags/tag275.xml"/><Relationship Id="rId3" Type="http://schemas.openxmlformats.org/officeDocument/2006/relationships/tags" Target="../tags/tag274.xml"/><Relationship Id="rId26" Type="http://schemas.openxmlformats.org/officeDocument/2006/relationships/tags" Target="../tags/tag295.xml"/><Relationship Id="rId25" Type="http://schemas.openxmlformats.org/officeDocument/2006/relationships/tags" Target="../tags/tag294.xml"/><Relationship Id="rId24" Type="http://schemas.openxmlformats.org/officeDocument/2006/relationships/tags" Target="../tags/tag293.xml"/><Relationship Id="rId23" Type="http://schemas.openxmlformats.org/officeDocument/2006/relationships/tags" Target="../tags/tag292.xml"/><Relationship Id="rId22" Type="http://schemas.openxmlformats.org/officeDocument/2006/relationships/tags" Target="../tags/tag291.xml"/><Relationship Id="rId21" Type="http://schemas.openxmlformats.org/officeDocument/2006/relationships/tags" Target="../tags/tag290.xml"/><Relationship Id="rId20" Type="http://schemas.openxmlformats.org/officeDocument/2006/relationships/tags" Target="../tags/tag289.xml"/><Relationship Id="rId2" Type="http://schemas.openxmlformats.org/officeDocument/2006/relationships/tags" Target="../tags/tag273.xml"/><Relationship Id="rId19" Type="http://schemas.openxmlformats.org/officeDocument/2006/relationships/tags" Target="../tags/tag288.xml"/><Relationship Id="rId18" Type="http://schemas.openxmlformats.org/officeDocument/2006/relationships/tags" Target="../tags/tag287.xml"/><Relationship Id="rId17" Type="http://schemas.openxmlformats.org/officeDocument/2006/relationships/tags" Target="../tags/tag286.xml"/><Relationship Id="rId16" Type="http://schemas.openxmlformats.org/officeDocument/2006/relationships/tags" Target="../tags/tag285.xml"/><Relationship Id="rId15" Type="http://schemas.openxmlformats.org/officeDocument/2006/relationships/tags" Target="../tags/tag284.xml"/><Relationship Id="rId14" Type="http://schemas.openxmlformats.org/officeDocument/2006/relationships/tags" Target="../tags/tag283.xml"/><Relationship Id="rId13" Type="http://schemas.openxmlformats.org/officeDocument/2006/relationships/image" Target="../media/image5.svg"/><Relationship Id="rId12" Type="http://schemas.openxmlformats.org/officeDocument/2006/relationships/image" Target="../media/image1.png"/><Relationship Id="rId11" Type="http://schemas.openxmlformats.org/officeDocument/2006/relationships/tags" Target="../tags/tag282.xml"/><Relationship Id="rId10" Type="http://schemas.openxmlformats.org/officeDocument/2006/relationships/tags" Target="../tags/tag281.xml"/><Relationship Id="rId1" Type="http://schemas.openxmlformats.org/officeDocument/2006/relationships/slideMaster" Target="../slideMasters/slideMaster9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9.xml.rels><?xml version="1.0" encoding="UTF-8" standalone="yes"?>
<Relationships xmlns="http://schemas.openxmlformats.org/package/2006/relationships"><Relationship Id="rId9" Type="http://schemas.openxmlformats.org/officeDocument/2006/relationships/tags" Target="../tags/tag314.xml"/><Relationship Id="rId8" Type="http://schemas.openxmlformats.org/officeDocument/2006/relationships/tags" Target="../tags/tag313.xml"/><Relationship Id="rId7" Type="http://schemas.openxmlformats.org/officeDocument/2006/relationships/tags" Target="../tags/tag312.xml"/><Relationship Id="rId6" Type="http://schemas.openxmlformats.org/officeDocument/2006/relationships/tags" Target="../tags/tag311.xml"/><Relationship Id="rId5" Type="http://schemas.openxmlformats.org/officeDocument/2006/relationships/tags" Target="../tags/tag310.xml"/><Relationship Id="rId4" Type="http://schemas.openxmlformats.org/officeDocument/2006/relationships/tags" Target="../tags/tag309.xml"/><Relationship Id="rId3" Type="http://schemas.openxmlformats.org/officeDocument/2006/relationships/tags" Target="../tags/tag308.xml"/><Relationship Id="rId26" Type="http://schemas.openxmlformats.org/officeDocument/2006/relationships/tags" Target="../tags/tag329.xml"/><Relationship Id="rId25" Type="http://schemas.openxmlformats.org/officeDocument/2006/relationships/tags" Target="../tags/tag328.xml"/><Relationship Id="rId24" Type="http://schemas.openxmlformats.org/officeDocument/2006/relationships/tags" Target="../tags/tag327.xml"/><Relationship Id="rId23" Type="http://schemas.openxmlformats.org/officeDocument/2006/relationships/tags" Target="../tags/tag326.xml"/><Relationship Id="rId22" Type="http://schemas.openxmlformats.org/officeDocument/2006/relationships/tags" Target="../tags/tag325.xml"/><Relationship Id="rId21" Type="http://schemas.openxmlformats.org/officeDocument/2006/relationships/tags" Target="../tags/tag324.xml"/><Relationship Id="rId20" Type="http://schemas.openxmlformats.org/officeDocument/2006/relationships/tags" Target="../tags/tag323.xml"/><Relationship Id="rId2" Type="http://schemas.openxmlformats.org/officeDocument/2006/relationships/tags" Target="../tags/tag307.xml"/><Relationship Id="rId19" Type="http://schemas.openxmlformats.org/officeDocument/2006/relationships/tags" Target="../tags/tag322.xml"/><Relationship Id="rId18" Type="http://schemas.openxmlformats.org/officeDocument/2006/relationships/tags" Target="../tags/tag321.xml"/><Relationship Id="rId17" Type="http://schemas.openxmlformats.org/officeDocument/2006/relationships/tags" Target="../tags/tag320.xml"/><Relationship Id="rId16" Type="http://schemas.openxmlformats.org/officeDocument/2006/relationships/tags" Target="../tags/tag319.xml"/><Relationship Id="rId15" Type="http://schemas.openxmlformats.org/officeDocument/2006/relationships/tags" Target="../tags/tag318.xml"/><Relationship Id="rId14" Type="http://schemas.openxmlformats.org/officeDocument/2006/relationships/tags" Target="../tags/tag317.xml"/><Relationship Id="rId13" Type="http://schemas.openxmlformats.org/officeDocument/2006/relationships/image" Target="../media/image5.svg"/><Relationship Id="rId12" Type="http://schemas.openxmlformats.org/officeDocument/2006/relationships/image" Target="../media/image1.png"/><Relationship Id="rId11" Type="http://schemas.openxmlformats.org/officeDocument/2006/relationships/tags" Target="../tags/tag316.xml"/><Relationship Id="rId10" Type="http://schemas.openxmlformats.org/officeDocument/2006/relationships/tags" Target="../tags/tag315.xml"/><Relationship Id="rId1" Type="http://schemas.openxmlformats.org/officeDocument/2006/relationships/slideMaster" Target="../slideMasters/slideMaster10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1.xml.rels><?xml version="1.0" encoding="UTF-8" standalone="yes"?>
<Relationships xmlns="http://schemas.openxmlformats.org/package/2006/relationships"><Relationship Id="rId9" Type="http://schemas.openxmlformats.org/officeDocument/2006/relationships/tags" Target="../tags/tag348.xml"/><Relationship Id="rId8" Type="http://schemas.openxmlformats.org/officeDocument/2006/relationships/tags" Target="../tags/tag347.xml"/><Relationship Id="rId7" Type="http://schemas.openxmlformats.org/officeDocument/2006/relationships/tags" Target="../tags/tag346.xml"/><Relationship Id="rId6" Type="http://schemas.openxmlformats.org/officeDocument/2006/relationships/tags" Target="../tags/tag345.xml"/><Relationship Id="rId5" Type="http://schemas.openxmlformats.org/officeDocument/2006/relationships/tags" Target="../tags/tag344.xml"/><Relationship Id="rId4" Type="http://schemas.openxmlformats.org/officeDocument/2006/relationships/tags" Target="../tags/tag343.xml"/><Relationship Id="rId3" Type="http://schemas.openxmlformats.org/officeDocument/2006/relationships/tags" Target="../tags/tag342.xml"/><Relationship Id="rId26" Type="http://schemas.openxmlformats.org/officeDocument/2006/relationships/tags" Target="../tags/tag363.xml"/><Relationship Id="rId25" Type="http://schemas.openxmlformats.org/officeDocument/2006/relationships/tags" Target="../tags/tag362.xml"/><Relationship Id="rId24" Type="http://schemas.openxmlformats.org/officeDocument/2006/relationships/tags" Target="../tags/tag361.xml"/><Relationship Id="rId23" Type="http://schemas.openxmlformats.org/officeDocument/2006/relationships/tags" Target="../tags/tag360.xml"/><Relationship Id="rId22" Type="http://schemas.openxmlformats.org/officeDocument/2006/relationships/tags" Target="../tags/tag359.xml"/><Relationship Id="rId21" Type="http://schemas.openxmlformats.org/officeDocument/2006/relationships/tags" Target="../tags/tag358.xml"/><Relationship Id="rId20" Type="http://schemas.openxmlformats.org/officeDocument/2006/relationships/tags" Target="../tags/tag357.xml"/><Relationship Id="rId2" Type="http://schemas.openxmlformats.org/officeDocument/2006/relationships/tags" Target="../tags/tag341.xml"/><Relationship Id="rId19" Type="http://schemas.openxmlformats.org/officeDocument/2006/relationships/tags" Target="../tags/tag356.xml"/><Relationship Id="rId18" Type="http://schemas.openxmlformats.org/officeDocument/2006/relationships/tags" Target="../tags/tag355.xml"/><Relationship Id="rId17" Type="http://schemas.openxmlformats.org/officeDocument/2006/relationships/tags" Target="../tags/tag354.xml"/><Relationship Id="rId16" Type="http://schemas.openxmlformats.org/officeDocument/2006/relationships/tags" Target="../tags/tag353.xml"/><Relationship Id="rId15" Type="http://schemas.openxmlformats.org/officeDocument/2006/relationships/tags" Target="../tags/tag352.xml"/><Relationship Id="rId14" Type="http://schemas.openxmlformats.org/officeDocument/2006/relationships/tags" Target="../tags/tag351.xml"/><Relationship Id="rId13" Type="http://schemas.openxmlformats.org/officeDocument/2006/relationships/image" Target="../media/image5.svg"/><Relationship Id="rId12" Type="http://schemas.openxmlformats.org/officeDocument/2006/relationships/image" Target="../media/image1.png"/><Relationship Id="rId11" Type="http://schemas.openxmlformats.org/officeDocument/2006/relationships/tags" Target="../tags/tag350.xml"/><Relationship Id="rId10" Type="http://schemas.openxmlformats.org/officeDocument/2006/relationships/tags" Target="../tags/tag349.xml"/><Relationship Id="rId1" Type="http://schemas.openxmlformats.org/officeDocument/2006/relationships/slideMaster" Target="../slideMasters/slideMaster1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3.xml.rels><?xml version="1.0" encoding="UTF-8" standalone="yes"?>
<Relationships xmlns="http://schemas.openxmlformats.org/package/2006/relationships"><Relationship Id="rId9" Type="http://schemas.openxmlformats.org/officeDocument/2006/relationships/tags" Target="../tags/tag382.xml"/><Relationship Id="rId8" Type="http://schemas.openxmlformats.org/officeDocument/2006/relationships/tags" Target="../tags/tag381.xml"/><Relationship Id="rId7" Type="http://schemas.openxmlformats.org/officeDocument/2006/relationships/tags" Target="../tags/tag380.xml"/><Relationship Id="rId6" Type="http://schemas.openxmlformats.org/officeDocument/2006/relationships/tags" Target="../tags/tag379.xml"/><Relationship Id="rId5" Type="http://schemas.openxmlformats.org/officeDocument/2006/relationships/tags" Target="../tags/tag378.xml"/><Relationship Id="rId4" Type="http://schemas.openxmlformats.org/officeDocument/2006/relationships/tags" Target="../tags/tag377.xml"/><Relationship Id="rId3" Type="http://schemas.openxmlformats.org/officeDocument/2006/relationships/tags" Target="../tags/tag376.xml"/><Relationship Id="rId26" Type="http://schemas.openxmlformats.org/officeDocument/2006/relationships/tags" Target="../tags/tag397.xml"/><Relationship Id="rId25" Type="http://schemas.openxmlformats.org/officeDocument/2006/relationships/tags" Target="../tags/tag396.xml"/><Relationship Id="rId24" Type="http://schemas.openxmlformats.org/officeDocument/2006/relationships/tags" Target="../tags/tag395.xml"/><Relationship Id="rId23" Type="http://schemas.openxmlformats.org/officeDocument/2006/relationships/tags" Target="../tags/tag394.xml"/><Relationship Id="rId22" Type="http://schemas.openxmlformats.org/officeDocument/2006/relationships/tags" Target="../tags/tag393.xml"/><Relationship Id="rId21" Type="http://schemas.openxmlformats.org/officeDocument/2006/relationships/tags" Target="../tags/tag392.xml"/><Relationship Id="rId20" Type="http://schemas.openxmlformats.org/officeDocument/2006/relationships/tags" Target="../tags/tag391.xml"/><Relationship Id="rId2" Type="http://schemas.openxmlformats.org/officeDocument/2006/relationships/tags" Target="../tags/tag375.xml"/><Relationship Id="rId19" Type="http://schemas.openxmlformats.org/officeDocument/2006/relationships/tags" Target="../tags/tag390.xml"/><Relationship Id="rId18" Type="http://schemas.openxmlformats.org/officeDocument/2006/relationships/tags" Target="../tags/tag389.xml"/><Relationship Id="rId17" Type="http://schemas.openxmlformats.org/officeDocument/2006/relationships/tags" Target="../tags/tag388.xml"/><Relationship Id="rId16" Type="http://schemas.openxmlformats.org/officeDocument/2006/relationships/tags" Target="../tags/tag387.xml"/><Relationship Id="rId15" Type="http://schemas.openxmlformats.org/officeDocument/2006/relationships/tags" Target="../tags/tag386.xml"/><Relationship Id="rId14" Type="http://schemas.openxmlformats.org/officeDocument/2006/relationships/tags" Target="../tags/tag385.xml"/><Relationship Id="rId13" Type="http://schemas.openxmlformats.org/officeDocument/2006/relationships/image" Target="../media/image5.svg"/><Relationship Id="rId12" Type="http://schemas.openxmlformats.org/officeDocument/2006/relationships/image" Target="../media/image1.png"/><Relationship Id="rId11" Type="http://schemas.openxmlformats.org/officeDocument/2006/relationships/tags" Target="../tags/tag384.xml"/><Relationship Id="rId10" Type="http://schemas.openxmlformats.org/officeDocument/2006/relationships/tags" Target="../tags/tag383.xml"/><Relationship Id="rId1" Type="http://schemas.openxmlformats.org/officeDocument/2006/relationships/slideMaster" Target="../slideMasters/slideMaster1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5.xml.rels><?xml version="1.0" encoding="UTF-8" standalone="yes"?>
<Relationships xmlns="http://schemas.openxmlformats.org/package/2006/relationships"><Relationship Id="rId9" Type="http://schemas.openxmlformats.org/officeDocument/2006/relationships/tags" Target="../tags/tag416.xml"/><Relationship Id="rId8" Type="http://schemas.openxmlformats.org/officeDocument/2006/relationships/tags" Target="../tags/tag415.xml"/><Relationship Id="rId7" Type="http://schemas.openxmlformats.org/officeDocument/2006/relationships/tags" Target="../tags/tag414.xml"/><Relationship Id="rId6" Type="http://schemas.openxmlformats.org/officeDocument/2006/relationships/tags" Target="../tags/tag413.xml"/><Relationship Id="rId5" Type="http://schemas.openxmlformats.org/officeDocument/2006/relationships/tags" Target="../tags/tag412.xml"/><Relationship Id="rId4" Type="http://schemas.openxmlformats.org/officeDocument/2006/relationships/tags" Target="../tags/tag411.xml"/><Relationship Id="rId3" Type="http://schemas.openxmlformats.org/officeDocument/2006/relationships/tags" Target="../tags/tag410.xml"/><Relationship Id="rId26" Type="http://schemas.openxmlformats.org/officeDocument/2006/relationships/tags" Target="../tags/tag431.xml"/><Relationship Id="rId25" Type="http://schemas.openxmlformats.org/officeDocument/2006/relationships/tags" Target="../tags/tag430.xml"/><Relationship Id="rId24" Type="http://schemas.openxmlformats.org/officeDocument/2006/relationships/tags" Target="../tags/tag429.xml"/><Relationship Id="rId23" Type="http://schemas.openxmlformats.org/officeDocument/2006/relationships/tags" Target="../tags/tag428.xml"/><Relationship Id="rId22" Type="http://schemas.openxmlformats.org/officeDocument/2006/relationships/tags" Target="../tags/tag427.xml"/><Relationship Id="rId21" Type="http://schemas.openxmlformats.org/officeDocument/2006/relationships/tags" Target="../tags/tag426.xml"/><Relationship Id="rId20" Type="http://schemas.openxmlformats.org/officeDocument/2006/relationships/tags" Target="../tags/tag425.xml"/><Relationship Id="rId2" Type="http://schemas.openxmlformats.org/officeDocument/2006/relationships/tags" Target="../tags/tag409.xml"/><Relationship Id="rId19" Type="http://schemas.openxmlformats.org/officeDocument/2006/relationships/tags" Target="../tags/tag424.xml"/><Relationship Id="rId18" Type="http://schemas.openxmlformats.org/officeDocument/2006/relationships/tags" Target="../tags/tag423.xml"/><Relationship Id="rId17" Type="http://schemas.openxmlformats.org/officeDocument/2006/relationships/tags" Target="../tags/tag422.xml"/><Relationship Id="rId16" Type="http://schemas.openxmlformats.org/officeDocument/2006/relationships/tags" Target="../tags/tag421.xml"/><Relationship Id="rId15" Type="http://schemas.openxmlformats.org/officeDocument/2006/relationships/tags" Target="../tags/tag420.xml"/><Relationship Id="rId14" Type="http://schemas.openxmlformats.org/officeDocument/2006/relationships/tags" Target="../tags/tag419.xml"/><Relationship Id="rId13" Type="http://schemas.openxmlformats.org/officeDocument/2006/relationships/image" Target="../media/image5.svg"/><Relationship Id="rId12" Type="http://schemas.openxmlformats.org/officeDocument/2006/relationships/image" Target="../media/image1.png"/><Relationship Id="rId11" Type="http://schemas.openxmlformats.org/officeDocument/2006/relationships/tags" Target="../tags/tag418.xml"/><Relationship Id="rId10" Type="http://schemas.openxmlformats.org/officeDocument/2006/relationships/tags" Target="../tags/tag417.xml"/><Relationship Id="rId1" Type="http://schemas.openxmlformats.org/officeDocument/2006/relationships/slideMaster" Target="../slideMasters/slideMaster1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27.xml.rels><?xml version="1.0" encoding="UTF-8" standalone="yes"?>
<Relationships xmlns="http://schemas.openxmlformats.org/package/2006/relationships"><Relationship Id="rId9" Type="http://schemas.openxmlformats.org/officeDocument/2006/relationships/tags" Target="../tags/tag450.xml"/><Relationship Id="rId8" Type="http://schemas.openxmlformats.org/officeDocument/2006/relationships/tags" Target="../tags/tag449.xml"/><Relationship Id="rId7" Type="http://schemas.openxmlformats.org/officeDocument/2006/relationships/tags" Target="../tags/tag448.xml"/><Relationship Id="rId6" Type="http://schemas.openxmlformats.org/officeDocument/2006/relationships/tags" Target="../tags/tag447.xml"/><Relationship Id="rId5" Type="http://schemas.openxmlformats.org/officeDocument/2006/relationships/tags" Target="../tags/tag446.xml"/><Relationship Id="rId4" Type="http://schemas.openxmlformats.org/officeDocument/2006/relationships/tags" Target="../tags/tag445.xml"/><Relationship Id="rId3" Type="http://schemas.openxmlformats.org/officeDocument/2006/relationships/tags" Target="../tags/tag444.xml"/><Relationship Id="rId26" Type="http://schemas.openxmlformats.org/officeDocument/2006/relationships/tags" Target="../tags/tag465.xml"/><Relationship Id="rId25" Type="http://schemas.openxmlformats.org/officeDocument/2006/relationships/tags" Target="../tags/tag464.xml"/><Relationship Id="rId24" Type="http://schemas.openxmlformats.org/officeDocument/2006/relationships/tags" Target="../tags/tag463.xml"/><Relationship Id="rId23" Type="http://schemas.openxmlformats.org/officeDocument/2006/relationships/tags" Target="../tags/tag462.xml"/><Relationship Id="rId22" Type="http://schemas.openxmlformats.org/officeDocument/2006/relationships/tags" Target="../tags/tag461.xml"/><Relationship Id="rId21" Type="http://schemas.openxmlformats.org/officeDocument/2006/relationships/tags" Target="../tags/tag460.xml"/><Relationship Id="rId20" Type="http://schemas.openxmlformats.org/officeDocument/2006/relationships/tags" Target="../tags/tag459.xml"/><Relationship Id="rId2" Type="http://schemas.openxmlformats.org/officeDocument/2006/relationships/tags" Target="../tags/tag443.xml"/><Relationship Id="rId19" Type="http://schemas.openxmlformats.org/officeDocument/2006/relationships/tags" Target="../tags/tag458.xml"/><Relationship Id="rId18" Type="http://schemas.openxmlformats.org/officeDocument/2006/relationships/tags" Target="../tags/tag457.xml"/><Relationship Id="rId17" Type="http://schemas.openxmlformats.org/officeDocument/2006/relationships/tags" Target="../tags/tag456.xml"/><Relationship Id="rId16" Type="http://schemas.openxmlformats.org/officeDocument/2006/relationships/tags" Target="../tags/tag455.xml"/><Relationship Id="rId15" Type="http://schemas.openxmlformats.org/officeDocument/2006/relationships/tags" Target="../tags/tag454.xml"/><Relationship Id="rId14" Type="http://schemas.openxmlformats.org/officeDocument/2006/relationships/tags" Target="../tags/tag453.xml"/><Relationship Id="rId13" Type="http://schemas.openxmlformats.org/officeDocument/2006/relationships/image" Target="../media/image5.svg"/><Relationship Id="rId12" Type="http://schemas.openxmlformats.org/officeDocument/2006/relationships/image" Target="../media/image1.png"/><Relationship Id="rId11" Type="http://schemas.openxmlformats.org/officeDocument/2006/relationships/tags" Target="../tags/tag452.xml"/><Relationship Id="rId10" Type="http://schemas.openxmlformats.org/officeDocument/2006/relationships/tags" Target="../tags/tag451.xml"/><Relationship Id="rId1" Type="http://schemas.openxmlformats.org/officeDocument/2006/relationships/slideMaster" Target="../slideMasters/slideMaster14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9.xml.rels><?xml version="1.0" encoding="UTF-8" standalone="yes"?>
<Relationships xmlns="http://schemas.openxmlformats.org/package/2006/relationships"><Relationship Id="rId9" Type="http://schemas.openxmlformats.org/officeDocument/2006/relationships/tags" Target="../tags/tag484.xml"/><Relationship Id="rId8" Type="http://schemas.openxmlformats.org/officeDocument/2006/relationships/tags" Target="../tags/tag483.xml"/><Relationship Id="rId7" Type="http://schemas.openxmlformats.org/officeDocument/2006/relationships/tags" Target="../tags/tag482.xml"/><Relationship Id="rId6" Type="http://schemas.openxmlformats.org/officeDocument/2006/relationships/tags" Target="../tags/tag481.xml"/><Relationship Id="rId5" Type="http://schemas.openxmlformats.org/officeDocument/2006/relationships/tags" Target="../tags/tag480.xml"/><Relationship Id="rId4" Type="http://schemas.openxmlformats.org/officeDocument/2006/relationships/tags" Target="../tags/tag479.xml"/><Relationship Id="rId3" Type="http://schemas.openxmlformats.org/officeDocument/2006/relationships/tags" Target="../tags/tag478.xml"/><Relationship Id="rId26" Type="http://schemas.openxmlformats.org/officeDocument/2006/relationships/tags" Target="../tags/tag499.xml"/><Relationship Id="rId25" Type="http://schemas.openxmlformats.org/officeDocument/2006/relationships/tags" Target="../tags/tag498.xml"/><Relationship Id="rId24" Type="http://schemas.openxmlformats.org/officeDocument/2006/relationships/tags" Target="../tags/tag497.xml"/><Relationship Id="rId23" Type="http://schemas.openxmlformats.org/officeDocument/2006/relationships/tags" Target="../tags/tag496.xml"/><Relationship Id="rId22" Type="http://schemas.openxmlformats.org/officeDocument/2006/relationships/tags" Target="../tags/tag495.xml"/><Relationship Id="rId21" Type="http://schemas.openxmlformats.org/officeDocument/2006/relationships/tags" Target="../tags/tag494.xml"/><Relationship Id="rId20" Type="http://schemas.openxmlformats.org/officeDocument/2006/relationships/tags" Target="../tags/tag493.xml"/><Relationship Id="rId2" Type="http://schemas.openxmlformats.org/officeDocument/2006/relationships/tags" Target="../tags/tag477.xml"/><Relationship Id="rId19" Type="http://schemas.openxmlformats.org/officeDocument/2006/relationships/tags" Target="../tags/tag492.xml"/><Relationship Id="rId18" Type="http://schemas.openxmlformats.org/officeDocument/2006/relationships/tags" Target="../tags/tag491.xml"/><Relationship Id="rId17" Type="http://schemas.openxmlformats.org/officeDocument/2006/relationships/tags" Target="../tags/tag490.xml"/><Relationship Id="rId16" Type="http://schemas.openxmlformats.org/officeDocument/2006/relationships/tags" Target="../tags/tag489.xml"/><Relationship Id="rId15" Type="http://schemas.openxmlformats.org/officeDocument/2006/relationships/tags" Target="../tags/tag488.xml"/><Relationship Id="rId14" Type="http://schemas.openxmlformats.org/officeDocument/2006/relationships/tags" Target="../tags/tag487.xml"/><Relationship Id="rId13" Type="http://schemas.openxmlformats.org/officeDocument/2006/relationships/image" Target="../media/image5.svg"/><Relationship Id="rId12" Type="http://schemas.openxmlformats.org/officeDocument/2006/relationships/image" Target="../media/image1.png"/><Relationship Id="rId11" Type="http://schemas.openxmlformats.org/officeDocument/2006/relationships/tags" Target="../tags/tag486.xml"/><Relationship Id="rId10" Type="http://schemas.openxmlformats.org/officeDocument/2006/relationships/tags" Target="../tags/tag485.xml"/><Relationship Id="rId1" Type="http://schemas.openxmlformats.org/officeDocument/2006/relationships/slideMaster" Target="../slideMasters/slideMaster15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31.xml.rels><?xml version="1.0" encoding="UTF-8" standalone="yes"?>
<Relationships xmlns="http://schemas.openxmlformats.org/package/2006/relationships"><Relationship Id="rId9" Type="http://schemas.openxmlformats.org/officeDocument/2006/relationships/tags" Target="../tags/tag518.xml"/><Relationship Id="rId8" Type="http://schemas.openxmlformats.org/officeDocument/2006/relationships/tags" Target="../tags/tag517.xml"/><Relationship Id="rId7" Type="http://schemas.openxmlformats.org/officeDocument/2006/relationships/tags" Target="../tags/tag516.xml"/><Relationship Id="rId6" Type="http://schemas.openxmlformats.org/officeDocument/2006/relationships/tags" Target="../tags/tag515.xml"/><Relationship Id="rId5" Type="http://schemas.openxmlformats.org/officeDocument/2006/relationships/tags" Target="../tags/tag514.xml"/><Relationship Id="rId4" Type="http://schemas.openxmlformats.org/officeDocument/2006/relationships/tags" Target="../tags/tag513.xml"/><Relationship Id="rId3" Type="http://schemas.openxmlformats.org/officeDocument/2006/relationships/tags" Target="../tags/tag512.xml"/><Relationship Id="rId26" Type="http://schemas.openxmlformats.org/officeDocument/2006/relationships/tags" Target="../tags/tag533.xml"/><Relationship Id="rId25" Type="http://schemas.openxmlformats.org/officeDocument/2006/relationships/tags" Target="../tags/tag532.xml"/><Relationship Id="rId24" Type="http://schemas.openxmlformats.org/officeDocument/2006/relationships/tags" Target="../tags/tag531.xml"/><Relationship Id="rId23" Type="http://schemas.openxmlformats.org/officeDocument/2006/relationships/tags" Target="../tags/tag530.xml"/><Relationship Id="rId22" Type="http://schemas.openxmlformats.org/officeDocument/2006/relationships/tags" Target="../tags/tag529.xml"/><Relationship Id="rId21" Type="http://schemas.openxmlformats.org/officeDocument/2006/relationships/tags" Target="../tags/tag528.xml"/><Relationship Id="rId20" Type="http://schemas.openxmlformats.org/officeDocument/2006/relationships/tags" Target="../tags/tag527.xml"/><Relationship Id="rId2" Type="http://schemas.openxmlformats.org/officeDocument/2006/relationships/tags" Target="../tags/tag511.xml"/><Relationship Id="rId19" Type="http://schemas.openxmlformats.org/officeDocument/2006/relationships/tags" Target="../tags/tag526.xml"/><Relationship Id="rId18" Type="http://schemas.openxmlformats.org/officeDocument/2006/relationships/tags" Target="../tags/tag525.xml"/><Relationship Id="rId17" Type="http://schemas.openxmlformats.org/officeDocument/2006/relationships/tags" Target="../tags/tag524.xml"/><Relationship Id="rId16" Type="http://schemas.openxmlformats.org/officeDocument/2006/relationships/tags" Target="../tags/tag523.xml"/><Relationship Id="rId15" Type="http://schemas.openxmlformats.org/officeDocument/2006/relationships/tags" Target="../tags/tag522.xml"/><Relationship Id="rId14" Type="http://schemas.openxmlformats.org/officeDocument/2006/relationships/tags" Target="../tags/tag521.xml"/><Relationship Id="rId13" Type="http://schemas.openxmlformats.org/officeDocument/2006/relationships/image" Target="../media/image5.svg"/><Relationship Id="rId12" Type="http://schemas.openxmlformats.org/officeDocument/2006/relationships/image" Target="../media/image1.png"/><Relationship Id="rId11" Type="http://schemas.openxmlformats.org/officeDocument/2006/relationships/tags" Target="../tags/tag520.xml"/><Relationship Id="rId10" Type="http://schemas.openxmlformats.org/officeDocument/2006/relationships/tags" Target="../tags/tag519.xml"/><Relationship Id="rId1" Type="http://schemas.openxmlformats.org/officeDocument/2006/relationships/slideMaster" Target="../slideMasters/slideMaster16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6422">
                <a:schemeClr val="accent1">
                  <a:lumMod val="20000"/>
                  <a:lumOff val="80000"/>
                </a:schemeClr>
              </a:gs>
              <a:gs pos="53000">
                <a:schemeClr val="bg2"/>
              </a:gs>
              <a:gs pos="100000">
                <a:schemeClr val="bg1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/>
            <a:endParaRPr lang="en-US"/>
          </a:p>
        </p:txBody>
      </p:sp>
      <p:sp>
        <p:nvSpPr>
          <p:cNvPr id="8" name="椭圆 7"/>
          <p:cNvSpPr/>
          <p:nvPr userDrawn="1">
            <p:custDataLst>
              <p:tags r:id="rId3"/>
            </p:custDataLst>
          </p:nvPr>
        </p:nvSpPr>
        <p:spPr>
          <a:xfrm>
            <a:off x="6720054" y="3429000"/>
            <a:ext cx="3068676" cy="3068676"/>
          </a:xfrm>
          <a:prstGeom prst="ellipse">
            <a:avLst/>
          </a:prstGeom>
          <a:gradFill flip="none" rotWithShape="1">
            <a:gsLst>
              <a:gs pos="75000">
                <a:schemeClr val="accent2"/>
              </a:gs>
              <a:gs pos="0">
                <a:schemeClr val="accent2">
                  <a:alpha val="0"/>
                </a:schemeClr>
              </a:gs>
            </a:gsLst>
            <a:lin ang="13500000" scaled="1"/>
            <a:tileRect/>
          </a:gradFill>
          <a:ln>
            <a:noFill/>
          </a:ln>
          <a:effectLst>
            <a:softEdge rad="571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9" name="任意多边形: 形状 8"/>
          <p:cNvSpPr/>
          <p:nvPr userDrawn="1">
            <p:custDataLst>
              <p:tags r:id="rId4"/>
            </p:custDataLst>
          </p:nvPr>
        </p:nvSpPr>
        <p:spPr>
          <a:xfrm flipH="1" flipV="1">
            <a:off x="9258304" y="3925701"/>
            <a:ext cx="2933696" cy="2932298"/>
          </a:xfrm>
          <a:custGeom>
            <a:avLst/>
            <a:gdLst>
              <a:gd name="connsiteX0" fmla="*/ 0 w 1556484"/>
              <a:gd name="connsiteY0" fmla="*/ 0 h 1555743"/>
              <a:gd name="connsiteX1" fmla="*/ 1556484 w 1556484"/>
              <a:gd name="connsiteY1" fmla="*/ 0 h 1555743"/>
              <a:gd name="connsiteX2" fmla="*/ 1548919 w 1556484"/>
              <a:gd name="connsiteY2" fmla="*/ 149820 h 1555743"/>
              <a:gd name="connsiteX3" fmla="*/ 150601 w 1556484"/>
              <a:gd name="connsiteY3" fmla="*/ 1548138 h 1555743"/>
              <a:gd name="connsiteX4" fmla="*/ 0 w 1556484"/>
              <a:gd name="connsiteY4" fmla="*/ 1555743 h 1555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56484" h="1555743">
                <a:moveTo>
                  <a:pt x="0" y="0"/>
                </a:moveTo>
                <a:lnTo>
                  <a:pt x="1556484" y="0"/>
                </a:lnTo>
                <a:lnTo>
                  <a:pt x="1548919" y="149820"/>
                </a:lnTo>
                <a:cubicBezTo>
                  <a:pt x="1474043" y="887113"/>
                  <a:pt x="887894" y="1473262"/>
                  <a:pt x="150601" y="1548138"/>
                </a:cubicBezTo>
                <a:lnTo>
                  <a:pt x="0" y="1555743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50000"/>
                </a:schemeClr>
              </a:gs>
              <a:gs pos="57000">
                <a:schemeClr val="accent1">
                  <a:alpha val="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/>
            <a:endParaRPr lang="en-US"/>
          </a:p>
        </p:txBody>
      </p:sp>
      <p:sp>
        <p:nvSpPr>
          <p:cNvPr id="11" name="矩形: 圆角 10"/>
          <p:cNvSpPr/>
          <p:nvPr userDrawn="1">
            <p:custDataLst>
              <p:tags r:id="rId5"/>
            </p:custDataLst>
          </p:nvPr>
        </p:nvSpPr>
        <p:spPr>
          <a:xfrm>
            <a:off x="8278065" y="1016000"/>
            <a:ext cx="2933696" cy="5041900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12" name="椭圆 11"/>
          <p:cNvSpPr/>
          <p:nvPr userDrawn="1">
            <p:custDataLst>
              <p:tags r:id="rId6"/>
            </p:custDataLst>
          </p:nvPr>
        </p:nvSpPr>
        <p:spPr>
          <a:xfrm>
            <a:off x="10436678" y="5241025"/>
            <a:ext cx="1149564" cy="1149564"/>
          </a:xfrm>
          <a:prstGeom prst="ellipse">
            <a:avLst/>
          </a:prstGeom>
          <a:gradFill flip="none" rotWithShape="1">
            <a:gsLst>
              <a:gs pos="76000">
                <a:schemeClr val="accent2"/>
              </a:gs>
              <a:gs pos="0">
                <a:schemeClr val="accent2">
                  <a:alpha val="0"/>
                </a:schemeClr>
              </a:gs>
            </a:gsLst>
            <a:lin ang="13500000" scaled="1"/>
            <a:tileRect/>
          </a:gradFill>
          <a:ln>
            <a:noFill/>
          </a:ln>
          <a:effectLst>
            <a:softEdge rad="2540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13" name="矩形: 圆角 12"/>
          <p:cNvSpPr/>
          <p:nvPr userDrawn="1">
            <p:custDataLst>
              <p:tags r:id="rId7"/>
            </p:custDataLst>
          </p:nvPr>
        </p:nvSpPr>
        <p:spPr>
          <a:xfrm>
            <a:off x="7760848" y="1016000"/>
            <a:ext cx="2933696" cy="50419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15" name="弧形 14"/>
          <p:cNvSpPr/>
          <p:nvPr userDrawn="1">
            <p:custDataLst>
              <p:tags r:id="rId8"/>
            </p:custDataLst>
          </p:nvPr>
        </p:nvSpPr>
        <p:spPr>
          <a:xfrm rot="3870695">
            <a:off x="8401456" y="972063"/>
            <a:ext cx="1676873" cy="5677950"/>
          </a:xfrm>
          <a:prstGeom prst="arc">
            <a:avLst>
              <a:gd name="adj1" fmla="val 3401350"/>
              <a:gd name="adj2" fmla="val 6993367"/>
            </a:avLst>
          </a:prstGeom>
          <a:ln w="25400" cap="rnd">
            <a:solidFill>
              <a:schemeClr val="accent3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>
                <a:solidFill>
                  <a:schemeClr val="tx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16" name="弧形 15"/>
          <p:cNvSpPr/>
          <p:nvPr userDrawn="1">
            <p:custDataLst>
              <p:tags r:id="rId9"/>
            </p:custDataLst>
          </p:nvPr>
        </p:nvSpPr>
        <p:spPr>
          <a:xfrm rot="3870695">
            <a:off x="8401456" y="972063"/>
            <a:ext cx="1676873" cy="5677950"/>
          </a:xfrm>
          <a:prstGeom prst="arc">
            <a:avLst>
              <a:gd name="adj1" fmla="val 15447740"/>
              <a:gd name="adj2" fmla="val 19307839"/>
            </a:avLst>
          </a:prstGeom>
          <a:ln w="25400" cap="rnd">
            <a:solidFill>
              <a:schemeClr val="accent3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>
                <a:solidFill>
                  <a:schemeClr val="tx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17" name="图形 9"/>
          <p:cNvSpPr/>
          <p:nvPr userDrawn="1">
            <p:custDataLst>
              <p:tags r:id="rId10"/>
            </p:custDataLst>
          </p:nvPr>
        </p:nvSpPr>
        <p:spPr>
          <a:xfrm>
            <a:off x="7183547" y="1646415"/>
            <a:ext cx="372193" cy="372193"/>
          </a:xfrm>
          <a:custGeom>
            <a:avLst/>
            <a:gdLst>
              <a:gd name="connsiteX0" fmla="*/ 4846320 w 4846319"/>
              <a:gd name="connsiteY0" fmla="*/ 2423160 h 4846319"/>
              <a:gd name="connsiteX1" fmla="*/ 2423160 w 4846319"/>
              <a:gd name="connsiteY1" fmla="*/ 4846320 h 4846319"/>
              <a:gd name="connsiteX2" fmla="*/ 0 w 4846319"/>
              <a:gd name="connsiteY2" fmla="*/ 2423160 h 4846319"/>
              <a:gd name="connsiteX3" fmla="*/ 2423160 w 4846319"/>
              <a:gd name="connsiteY3" fmla="*/ 0 h 4846319"/>
              <a:gd name="connsiteX4" fmla="*/ 4846320 w 4846319"/>
              <a:gd name="connsiteY4" fmla="*/ 2423160 h 48463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46319" h="4846319">
                <a:moveTo>
                  <a:pt x="4846320" y="2423160"/>
                </a:moveTo>
                <a:cubicBezTo>
                  <a:pt x="3028950" y="2757773"/>
                  <a:pt x="2757773" y="3028950"/>
                  <a:pt x="2423160" y="4846320"/>
                </a:cubicBezTo>
                <a:cubicBezTo>
                  <a:pt x="2088547" y="3028950"/>
                  <a:pt x="1817370" y="2757773"/>
                  <a:pt x="0" y="2423160"/>
                </a:cubicBezTo>
                <a:cubicBezTo>
                  <a:pt x="1817370" y="2088547"/>
                  <a:pt x="2088547" y="1817370"/>
                  <a:pt x="2423160" y="0"/>
                </a:cubicBezTo>
                <a:cubicBezTo>
                  <a:pt x="2757773" y="1817370"/>
                  <a:pt x="3028950" y="2088547"/>
                  <a:pt x="4846320" y="2423160"/>
                </a:cubicBezTo>
                <a:close/>
              </a:path>
            </a:pathLst>
          </a:custGeom>
          <a:solidFill>
            <a:schemeClr val="accent2"/>
          </a:solidFill>
          <a:ln w="9525" cap="flat">
            <a:noFill/>
            <a:prstDash val="solid"/>
            <a:miter/>
          </a:ln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endParaRPr lang="en-US"/>
          </a:p>
        </p:txBody>
      </p:sp>
      <p:pic>
        <p:nvPicPr>
          <p:cNvPr id="21" name="图形 11"/>
          <p:cNvPicPr>
            <a:picLocks noChangeAspect="1"/>
          </p:cNvPicPr>
          <p:nvPr userDrawn="1">
            <p:custDataLst>
              <p:tags r:id="rId11"/>
            </p:custDataLst>
          </p:nvPr>
        </p:nvPicPr>
        <p:blipFill rotWithShape="1"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 b="15734"/>
          <a:stretch>
            <a:fillRect/>
          </a:stretch>
        </p:blipFill>
        <p:spPr>
          <a:xfrm>
            <a:off x="7915247" y="1806269"/>
            <a:ext cx="3203499" cy="4219741"/>
          </a:xfrm>
          <a:custGeom>
            <a:avLst/>
            <a:gdLst>
              <a:gd name="connsiteX0" fmla="*/ 0 w 2802798"/>
              <a:gd name="connsiteY0" fmla="*/ 0 h 3992193"/>
              <a:gd name="connsiteX1" fmla="*/ 2769449 w 2802798"/>
              <a:gd name="connsiteY1" fmla="*/ 0 h 3992193"/>
              <a:gd name="connsiteX2" fmla="*/ 2772997 w 2802798"/>
              <a:gd name="connsiteY2" fmla="*/ 13799 h 3992193"/>
              <a:gd name="connsiteX3" fmla="*/ 2802798 w 2802798"/>
              <a:gd name="connsiteY3" fmla="*/ 309420 h 3992193"/>
              <a:gd name="connsiteX4" fmla="*/ 2802798 w 2802798"/>
              <a:gd name="connsiteY4" fmla="*/ 2525345 h 3992193"/>
              <a:gd name="connsiteX5" fmla="*/ 1335950 w 2802798"/>
              <a:gd name="connsiteY5" fmla="*/ 3992193 h 3992193"/>
              <a:gd name="connsiteX6" fmla="*/ 46143 w 2802798"/>
              <a:gd name="connsiteY6" fmla="*/ 3224532 h 3992193"/>
              <a:gd name="connsiteX7" fmla="*/ 0 w 2802798"/>
              <a:gd name="connsiteY7" fmla="*/ 3128746 h 39921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802798" h="3992193">
                <a:moveTo>
                  <a:pt x="0" y="0"/>
                </a:moveTo>
                <a:lnTo>
                  <a:pt x="2769449" y="0"/>
                </a:lnTo>
                <a:lnTo>
                  <a:pt x="2772997" y="13799"/>
                </a:lnTo>
                <a:cubicBezTo>
                  <a:pt x="2792537" y="109287"/>
                  <a:pt x="2802798" y="208155"/>
                  <a:pt x="2802798" y="309420"/>
                </a:cubicBezTo>
                <a:lnTo>
                  <a:pt x="2802798" y="2525345"/>
                </a:lnTo>
                <a:cubicBezTo>
                  <a:pt x="2802798" y="3335463"/>
                  <a:pt x="2146068" y="3992193"/>
                  <a:pt x="1335950" y="3992193"/>
                </a:cubicBezTo>
                <a:cubicBezTo>
                  <a:pt x="778994" y="3992193"/>
                  <a:pt x="294538" y="3681786"/>
                  <a:pt x="46143" y="3224532"/>
                </a:cubicBezTo>
                <a:lnTo>
                  <a:pt x="0" y="3128746"/>
                </a:lnTo>
                <a:close/>
              </a:path>
            </a:pathLst>
          </a:custGeom>
        </p:spPr>
      </p:pic>
      <p:cxnSp>
        <p:nvCxnSpPr>
          <p:cNvPr id="25" name="直接连接符 24"/>
          <p:cNvCxnSpPr/>
          <p:nvPr userDrawn="1">
            <p:custDataLst>
              <p:tags r:id="rId14"/>
            </p:custDataLst>
          </p:nvPr>
        </p:nvCxnSpPr>
        <p:spPr>
          <a:xfrm>
            <a:off x="11122861" y="681237"/>
            <a:ext cx="212725" cy="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 userDrawn="1">
            <p:custDataLst>
              <p:tags r:id="rId15"/>
            </p:custDataLst>
          </p:nvPr>
        </p:nvCxnSpPr>
        <p:spPr>
          <a:xfrm>
            <a:off x="11122861" y="756802"/>
            <a:ext cx="212725" cy="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/>
          <p:cNvCxnSpPr/>
          <p:nvPr userDrawn="1">
            <p:custDataLst>
              <p:tags r:id="rId16"/>
            </p:custDataLst>
          </p:nvPr>
        </p:nvCxnSpPr>
        <p:spPr>
          <a:xfrm>
            <a:off x="11122861" y="833002"/>
            <a:ext cx="212725" cy="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任意多边形: 形状 27"/>
          <p:cNvSpPr/>
          <p:nvPr userDrawn="1">
            <p:custDataLst>
              <p:tags r:id="rId17"/>
            </p:custDataLst>
          </p:nvPr>
        </p:nvSpPr>
        <p:spPr>
          <a:xfrm>
            <a:off x="0" y="0"/>
            <a:ext cx="1848171" cy="1847290"/>
          </a:xfrm>
          <a:custGeom>
            <a:avLst/>
            <a:gdLst>
              <a:gd name="connsiteX0" fmla="*/ 0 w 1556484"/>
              <a:gd name="connsiteY0" fmla="*/ 0 h 1555743"/>
              <a:gd name="connsiteX1" fmla="*/ 1556484 w 1556484"/>
              <a:gd name="connsiteY1" fmla="*/ 0 h 1555743"/>
              <a:gd name="connsiteX2" fmla="*/ 1548919 w 1556484"/>
              <a:gd name="connsiteY2" fmla="*/ 149820 h 1555743"/>
              <a:gd name="connsiteX3" fmla="*/ 150601 w 1556484"/>
              <a:gd name="connsiteY3" fmla="*/ 1548138 h 1555743"/>
              <a:gd name="connsiteX4" fmla="*/ 0 w 1556484"/>
              <a:gd name="connsiteY4" fmla="*/ 1555743 h 1555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56484" h="1555743">
                <a:moveTo>
                  <a:pt x="0" y="0"/>
                </a:moveTo>
                <a:lnTo>
                  <a:pt x="1556484" y="0"/>
                </a:lnTo>
                <a:lnTo>
                  <a:pt x="1548919" y="149820"/>
                </a:lnTo>
                <a:cubicBezTo>
                  <a:pt x="1474043" y="887113"/>
                  <a:pt x="887894" y="1473262"/>
                  <a:pt x="150601" y="1548138"/>
                </a:cubicBezTo>
                <a:lnTo>
                  <a:pt x="0" y="1555743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50000"/>
                </a:schemeClr>
              </a:gs>
              <a:gs pos="57000">
                <a:schemeClr val="accent1">
                  <a:alpha val="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29" name="图形 9"/>
          <p:cNvSpPr/>
          <p:nvPr userDrawn="1">
            <p:custDataLst>
              <p:tags r:id="rId18"/>
            </p:custDataLst>
          </p:nvPr>
        </p:nvSpPr>
        <p:spPr>
          <a:xfrm>
            <a:off x="9860071" y="4209212"/>
            <a:ext cx="368576" cy="368576"/>
          </a:xfrm>
          <a:custGeom>
            <a:avLst/>
            <a:gdLst>
              <a:gd name="connsiteX0" fmla="*/ 4846320 w 4846319"/>
              <a:gd name="connsiteY0" fmla="*/ 2423160 h 4846319"/>
              <a:gd name="connsiteX1" fmla="*/ 2423160 w 4846319"/>
              <a:gd name="connsiteY1" fmla="*/ 4846320 h 4846319"/>
              <a:gd name="connsiteX2" fmla="*/ 0 w 4846319"/>
              <a:gd name="connsiteY2" fmla="*/ 2423160 h 4846319"/>
              <a:gd name="connsiteX3" fmla="*/ 2423160 w 4846319"/>
              <a:gd name="connsiteY3" fmla="*/ 0 h 4846319"/>
              <a:gd name="connsiteX4" fmla="*/ 4846320 w 4846319"/>
              <a:gd name="connsiteY4" fmla="*/ 2423160 h 48463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46319" h="4846319">
                <a:moveTo>
                  <a:pt x="4846320" y="2423160"/>
                </a:moveTo>
                <a:cubicBezTo>
                  <a:pt x="3028950" y="2757773"/>
                  <a:pt x="2757773" y="3028950"/>
                  <a:pt x="2423160" y="4846320"/>
                </a:cubicBezTo>
                <a:cubicBezTo>
                  <a:pt x="2088547" y="3028950"/>
                  <a:pt x="1817370" y="2757773"/>
                  <a:pt x="0" y="2423160"/>
                </a:cubicBezTo>
                <a:cubicBezTo>
                  <a:pt x="1817370" y="2088547"/>
                  <a:pt x="2088547" y="1817370"/>
                  <a:pt x="2423160" y="0"/>
                </a:cubicBezTo>
                <a:cubicBezTo>
                  <a:pt x="2757773" y="1817370"/>
                  <a:pt x="3028950" y="2088547"/>
                  <a:pt x="4846320" y="2423160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endParaRPr lang="en-US"/>
          </a:p>
        </p:txBody>
      </p:sp>
      <p:sp>
        <p:nvSpPr>
          <p:cNvPr id="19" name="图形 9"/>
          <p:cNvSpPr/>
          <p:nvPr userDrawn="1">
            <p:custDataLst>
              <p:tags r:id="rId19"/>
            </p:custDataLst>
          </p:nvPr>
        </p:nvSpPr>
        <p:spPr>
          <a:xfrm>
            <a:off x="7432806" y="1962602"/>
            <a:ext cx="651502" cy="651502"/>
          </a:xfrm>
          <a:custGeom>
            <a:avLst/>
            <a:gdLst>
              <a:gd name="connsiteX0" fmla="*/ 4846320 w 4846319"/>
              <a:gd name="connsiteY0" fmla="*/ 2423160 h 4846319"/>
              <a:gd name="connsiteX1" fmla="*/ 2423160 w 4846319"/>
              <a:gd name="connsiteY1" fmla="*/ 4846320 h 4846319"/>
              <a:gd name="connsiteX2" fmla="*/ 0 w 4846319"/>
              <a:gd name="connsiteY2" fmla="*/ 2423160 h 4846319"/>
              <a:gd name="connsiteX3" fmla="*/ 2423160 w 4846319"/>
              <a:gd name="connsiteY3" fmla="*/ 0 h 4846319"/>
              <a:gd name="connsiteX4" fmla="*/ 4846320 w 4846319"/>
              <a:gd name="connsiteY4" fmla="*/ 2423160 h 48463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46319" h="4846319">
                <a:moveTo>
                  <a:pt x="4846320" y="2423160"/>
                </a:moveTo>
                <a:cubicBezTo>
                  <a:pt x="3028950" y="2757773"/>
                  <a:pt x="2757773" y="3028950"/>
                  <a:pt x="2423160" y="4846320"/>
                </a:cubicBezTo>
                <a:cubicBezTo>
                  <a:pt x="2088547" y="3028950"/>
                  <a:pt x="1817370" y="2757773"/>
                  <a:pt x="0" y="2423160"/>
                </a:cubicBezTo>
                <a:cubicBezTo>
                  <a:pt x="1817370" y="2088547"/>
                  <a:pt x="2088547" y="1817370"/>
                  <a:pt x="2423160" y="0"/>
                </a:cubicBezTo>
                <a:cubicBezTo>
                  <a:pt x="2757773" y="1817370"/>
                  <a:pt x="3028950" y="2088547"/>
                  <a:pt x="4846320" y="2423160"/>
                </a:cubicBezTo>
                <a:close/>
              </a:path>
            </a:pathLst>
          </a:custGeom>
          <a:solidFill>
            <a:schemeClr val="accent2"/>
          </a:solidFill>
          <a:ln w="9525" cap="flat">
            <a:noFill/>
            <a:prstDash val="solid"/>
            <a:miter/>
          </a:ln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endParaRPr lang="en-US" dirty="0"/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0"/>
            </p:custDataLst>
          </p:nvPr>
        </p:nvSpPr>
        <p:spPr>
          <a:xfrm>
            <a:off x="838200" y="1121410"/>
            <a:ext cx="6345555" cy="2763520"/>
          </a:xfrm>
        </p:spPr>
        <p:txBody>
          <a:bodyPr wrap="square" anchor="b">
            <a:normAutofit/>
          </a:bodyPr>
          <a:lstStyle>
            <a:lvl1pPr algn="l">
              <a:lnSpc>
                <a:spcPct val="100000"/>
              </a:lnSpc>
              <a:defRPr sz="540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>
              <a:latin typeface="+mj-lt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21"/>
            </p:custDataLst>
          </p:nvPr>
        </p:nvSpPr>
        <p:spPr>
          <a:xfrm>
            <a:off x="838199" y="4009006"/>
            <a:ext cx="5935099" cy="862543"/>
          </a:xfrm>
        </p:spPr>
        <p:txBody>
          <a:bodyPr wrap="square">
            <a:normAutofit/>
          </a:bodyPr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000">
                <a:latin typeface="+mj-lt"/>
              </a:defRPr>
            </a:lvl2pPr>
            <a:lvl3pPr marL="914400" indent="0" algn="ctr">
              <a:buNone/>
              <a:defRPr sz="1800">
                <a:latin typeface="+mj-lt"/>
              </a:defRPr>
            </a:lvl3pPr>
            <a:lvl4pPr marL="1371600" indent="0" algn="ctr">
              <a:buNone/>
              <a:defRPr sz="1600">
                <a:latin typeface="+mj-lt"/>
              </a:defRPr>
            </a:lvl4pPr>
            <a:lvl5pPr marL="1828800" indent="0" algn="ctr">
              <a:buNone/>
              <a:defRPr sz="1600">
                <a:latin typeface="+mj-lt"/>
              </a:defRPr>
            </a:lvl5pPr>
            <a:lvl6pPr marL="2286000" indent="0" algn="ctr">
              <a:buNone/>
              <a:defRPr sz="1600">
                <a:latin typeface="+mj-lt"/>
              </a:defRPr>
            </a:lvl6pPr>
            <a:lvl7pPr marL="2743200" indent="0" algn="ctr">
              <a:buNone/>
              <a:defRPr sz="1600">
                <a:latin typeface="+mj-lt"/>
              </a:defRPr>
            </a:lvl7pPr>
            <a:lvl8pPr marL="3200400" indent="0" algn="ctr">
              <a:buNone/>
              <a:defRPr sz="1600">
                <a:latin typeface="+mj-lt"/>
              </a:defRPr>
            </a:lvl8pPr>
            <a:lvl9pPr marL="3657600" indent="0" algn="ctr">
              <a:buNone/>
              <a:defRPr sz="1600">
                <a:latin typeface="+mj-lt"/>
              </a:defRPr>
            </a:lvl9pPr>
          </a:lstStyle>
          <a:p>
            <a:r>
              <a:rPr lang="en-US" dirty="0">
                <a:latin typeface="+mj-lt"/>
              </a:rPr>
              <a:t>Click to add subtitle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2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23"/>
            </p:custDataLst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24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10" name="公司名占位符 6"/>
          <p:cNvSpPr>
            <a:spLocks noGrp="1"/>
          </p:cNvSpPr>
          <p:nvPr>
            <p:ph type="body" sz="quarter" idx="13" hasCustomPrompt="1"/>
            <p:custDataLst>
              <p:tags r:id="rId25"/>
            </p:custDataLst>
          </p:nvPr>
        </p:nvSpPr>
        <p:spPr>
          <a:xfrm>
            <a:off x="838198" y="504000"/>
            <a:ext cx="2880000" cy="504000"/>
          </a:xfrm>
        </p:spPr>
        <p:txBody>
          <a:bodyPr wrap="square" anchor="ctr">
            <a:normAutofit/>
          </a:bodyPr>
          <a:lstStyle>
            <a:lvl1pPr marL="0" indent="0">
              <a:lnSpc>
                <a:spcPct val="100000"/>
              </a:lnSpc>
              <a:buNone/>
              <a:defRPr sz="1800"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26"/>
            </p:custDataLst>
          </p:nvPr>
        </p:nvSpPr>
        <p:spPr>
          <a:xfrm>
            <a:off x="839851" y="5116537"/>
            <a:ext cx="2880000" cy="57600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2"/>
              </a:gs>
              <a:gs pos="55000">
                <a:schemeClr val="accent1"/>
              </a:gs>
            </a:gsLst>
            <a:lin ang="2700000" scaled="1"/>
            <a:tileRect/>
          </a:gradFill>
          <a:effectLst>
            <a:outerShdw blurRad="101600" dist="101600" dir="2700000" algn="tl" rotWithShape="0">
              <a:schemeClr val="accent1">
                <a:alpha val="20000"/>
              </a:schemeClr>
            </a:outerShdw>
          </a:effectLst>
        </p:spPr>
        <p:txBody>
          <a:bodyPr wrap="square" lIns="0" tIns="0" rIns="0" bIns="0" anchor="ctr" anchorCtr="1">
            <a:normAutofit/>
          </a:bodyPr>
          <a:lstStyle>
            <a:lvl1pPr marL="0" indent="0" eaLnBrk="1" fontAlgn="auto" latinLnBrk="0" hangingPunct="1">
              <a:lnSpc>
                <a:spcPct val="90000"/>
              </a:lnSpc>
              <a:spcAft>
                <a:spcPts val="0"/>
              </a:spcAft>
              <a:buNone/>
              <a:defRPr lang="en-US" sz="1600" b="1" u="none" strike="noStrike" kern="1200" cap="none" spc="0" normalizeH="0" baseline="0" dirty="0">
                <a:solidFill>
                  <a:srgbClr val="FFFFFF"/>
                </a:solidFill>
                <a:uFillTx/>
                <a:latin typeface="+mn-lt"/>
              </a:defRPr>
            </a:lvl1pPr>
          </a:lstStyle>
          <a:p>
            <a:pPr marL="228600" lvl="0" indent="-228600" algn="ctr" fontAlgn="auto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6422">
                <a:schemeClr val="accent1">
                  <a:lumMod val="20000"/>
                  <a:lumOff val="80000"/>
                </a:schemeClr>
              </a:gs>
              <a:gs pos="53000">
                <a:schemeClr val="bg2"/>
              </a:gs>
              <a:gs pos="100000">
                <a:schemeClr val="bg1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/>
            <a:endParaRPr lang="en-US"/>
          </a:p>
        </p:txBody>
      </p:sp>
      <p:sp>
        <p:nvSpPr>
          <p:cNvPr id="8" name="椭圆 7"/>
          <p:cNvSpPr/>
          <p:nvPr userDrawn="1">
            <p:custDataLst>
              <p:tags r:id="rId3"/>
            </p:custDataLst>
          </p:nvPr>
        </p:nvSpPr>
        <p:spPr>
          <a:xfrm>
            <a:off x="6720054" y="3429000"/>
            <a:ext cx="3068676" cy="3068676"/>
          </a:xfrm>
          <a:prstGeom prst="ellipse">
            <a:avLst/>
          </a:prstGeom>
          <a:gradFill flip="none" rotWithShape="1">
            <a:gsLst>
              <a:gs pos="75000">
                <a:schemeClr val="accent2"/>
              </a:gs>
              <a:gs pos="0">
                <a:schemeClr val="accent2">
                  <a:alpha val="0"/>
                </a:schemeClr>
              </a:gs>
            </a:gsLst>
            <a:lin ang="13500000" scaled="1"/>
            <a:tileRect/>
          </a:gradFill>
          <a:ln>
            <a:noFill/>
          </a:ln>
          <a:effectLst>
            <a:softEdge rad="571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9" name="任意多边形: 形状 8"/>
          <p:cNvSpPr/>
          <p:nvPr userDrawn="1">
            <p:custDataLst>
              <p:tags r:id="rId4"/>
            </p:custDataLst>
          </p:nvPr>
        </p:nvSpPr>
        <p:spPr>
          <a:xfrm flipH="1" flipV="1">
            <a:off x="9258304" y="3925701"/>
            <a:ext cx="2933696" cy="2932298"/>
          </a:xfrm>
          <a:custGeom>
            <a:avLst/>
            <a:gdLst>
              <a:gd name="connsiteX0" fmla="*/ 0 w 1556484"/>
              <a:gd name="connsiteY0" fmla="*/ 0 h 1555743"/>
              <a:gd name="connsiteX1" fmla="*/ 1556484 w 1556484"/>
              <a:gd name="connsiteY1" fmla="*/ 0 h 1555743"/>
              <a:gd name="connsiteX2" fmla="*/ 1548919 w 1556484"/>
              <a:gd name="connsiteY2" fmla="*/ 149820 h 1555743"/>
              <a:gd name="connsiteX3" fmla="*/ 150601 w 1556484"/>
              <a:gd name="connsiteY3" fmla="*/ 1548138 h 1555743"/>
              <a:gd name="connsiteX4" fmla="*/ 0 w 1556484"/>
              <a:gd name="connsiteY4" fmla="*/ 1555743 h 1555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56484" h="1555743">
                <a:moveTo>
                  <a:pt x="0" y="0"/>
                </a:moveTo>
                <a:lnTo>
                  <a:pt x="1556484" y="0"/>
                </a:lnTo>
                <a:lnTo>
                  <a:pt x="1548919" y="149820"/>
                </a:lnTo>
                <a:cubicBezTo>
                  <a:pt x="1474043" y="887113"/>
                  <a:pt x="887894" y="1473262"/>
                  <a:pt x="150601" y="1548138"/>
                </a:cubicBezTo>
                <a:lnTo>
                  <a:pt x="0" y="1555743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50000"/>
                </a:schemeClr>
              </a:gs>
              <a:gs pos="57000">
                <a:schemeClr val="accent1">
                  <a:alpha val="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/>
            <a:endParaRPr lang="en-US"/>
          </a:p>
        </p:txBody>
      </p:sp>
      <p:sp>
        <p:nvSpPr>
          <p:cNvPr id="11" name="矩形: 圆角 10"/>
          <p:cNvSpPr/>
          <p:nvPr userDrawn="1">
            <p:custDataLst>
              <p:tags r:id="rId5"/>
            </p:custDataLst>
          </p:nvPr>
        </p:nvSpPr>
        <p:spPr>
          <a:xfrm>
            <a:off x="8278065" y="1016000"/>
            <a:ext cx="2933696" cy="5041900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12" name="椭圆 11"/>
          <p:cNvSpPr/>
          <p:nvPr userDrawn="1">
            <p:custDataLst>
              <p:tags r:id="rId6"/>
            </p:custDataLst>
          </p:nvPr>
        </p:nvSpPr>
        <p:spPr>
          <a:xfrm>
            <a:off x="10436678" y="5241025"/>
            <a:ext cx="1149564" cy="1149564"/>
          </a:xfrm>
          <a:prstGeom prst="ellipse">
            <a:avLst/>
          </a:prstGeom>
          <a:gradFill flip="none" rotWithShape="1">
            <a:gsLst>
              <a:gs pos="76000">
                <a:schemeClr val="accent2"/>
              </a:gs>
              <a:gs pos="0">
                <a:schemeClr val="accent2">
                  <a:alpha val="0"/>
                </a:schemeClr>
              </a:gs>
            </a:gsLst>
            <a:lin ang="13500000" scaled="1"/>
            <a:tileRect/>
          </a:gradFill>
          <a:ln>
            <a:noFill/>
          </a:ln>
          <a:effectLst>
            <a:softEdge rad="2540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13" name="矩形: 圆角 12"/>
          <p:cNvSpPr/>
          <p:nvPr userDrawn="1">
            <p:custDataLst>
              <p:tags r:id="rId7"/>
            </p:custDataLst>
          </p:nvPr>
        </p:nvSpPr>
        <p:spPr>
          <a:xfrm>
            <a:off x="7760848" y="1016000"/>
            <a:ext cx="2933696" cy="50419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15" name="弧形 14"/>
          <p:cNvSpPr/>
          <p:nvPr userDrawn="1">
            <p:custDataLst>
              <p:tags r:id="rId8"/>
            </p:custDataLst>
          </p:nvPr>
        </p:nvSpPr>
        <p:spPr>
          <a:xfrm rot="3870695">
            <a:off x="8401456" y="972063"/>
            <a:ext cx="1676873" cy="5677950"/>
          </a:xfrm>
          <a:prstGeom prst="arc">
            <a:avLst>
              <a:gd name="adj1" fmla="val 3401350"/>
              <a:gd name="adj2" fmla="val 6993367"/>
            </a:avLst>
          </a:prstGeom>
          <a:ln w="25400" cap="rnd">
            <a:solidFill>
              <a:schemeClr val="accent3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>
                <a:solidFill>
                  <a:schemeClr val="tx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16" name="弧形 15"/>
          <p:cNvSpPr/>
          <p:nvPr userDrawn="1">
            <p:custDataLst>
              <p:tags r:id="rId9"/>
            </p:custDataLst>
          </p:nvPr>
        </p:nvSpPr>
        <p:spPr>
          <a:xfrm rot="3870695">
            <a:off x="8401456" y="972063"/>
            <a:ext cx="1676873" cy="5677950"/>
          </a:xfrm>
          <a:prstGeom prst="arc">
            <a:avLst>
              <a:gd name="adj1" fmla="val 15447740"/>
              <a:gd name="adj2" fmla="val 19307839"/>
            </a:avLst>
          </a:prstGeom>
          <a:ln w="25400" cap="rnd">
            <a:solidFill>
              <a:schemeClr val="accent3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>
                <a:solidFill>
                  <a:schemeClr val="tx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17" name="图形 9"/>
          <p:cNvSpPr/>
          <p:nvPr userDrawn="1">
            <p:custDataLst>
              <p:tags r:id="rId10"/>
            </p:custDataLst>
          </p:nvPr>
        </p:nvSpPr>
        <p:spPr>
          <a:xfrm>
            <a:off x="7183547" y="1646415"/>
            <a:ext cx="372193" cy="372193"/>
          </a:xfrm>
          <a:custGeom>
            <a:avLst/>
            <a:gdLst>
              <a:gd name="connsiteX0" fmla="*/ 4846320 w 4846319"/>
              <a:gd name="connsiteY0" fmla="*/ 2423160 h 4846319"/>
              <a:gd name="connsiteX1" fmla="*/ 2423160 w 4846319"/>
              <a:gd name="connsiteY1" fmla="*/ 4846320 h 4846319"/>
              <a:gd name="connsiteX2" fmla="*/ 0 w 4846319"/>
              <a:gd name="connsiteY2" fmla="*/ 2423160 h 4846319"/>
              <a:gd name="connsiteX3" fmla="*/ 2423160 w 4846319"/>
              <a:gd name="connsiteY3" fmla="*/ 0 h 4846319"/>
              <a:gd name="connsiteX4" fmla="*/ 4846320 w 4846319"/>
              <a:gd name="connsiteY4" fmla="*/ 2423160 h 48463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46319" h="4846319">
                <a:moveTo>
                  <a:pt x="4846320" y="2423160"/>
                </a:moveTo>
                <a:cubicBezTo>
                  <a:pt x="3028950" y="2757773"/>
                  <a:pt x="2757773" y="3028950"/>
                  <a:pt x="2423160" y="4846320"/>
                </a:cubicBezTo>
                <a:cubicBezTo>
                  <a:pt x="2088547" y="3028950"/>
                  <a:pt x="1817370" y="2757773"/>
                  <a:pt x="0" y="2423160"/>
                </a:cubicBezTo>
                <a:cubicBezTo>
                  <a:pt x="1817370" y="2088547"/>
                  <a:pt x="2088547" y="1817370"/>
                  <a:pt x="2423160" y="0"/>
                </a:cubicBezTo>
                <a:cubicBezTo>
                  <a:pt x="2757773" y="1817370"/>
                  <a:pt x="3028950" y="2088547"/>
                  <a:pt x="4846320" y="2423160"/>
                </a:cubicBezTo>
                <a:close/>
              </a:path>
            </a:pathLst>
          </a:custGeom>
          <a:solidFill>
            <a:schemeClr val="accent2"/>
          </a:solidFill>
          <a:ln w="9525" cap="flat">
            <a:noFill/>
            <a:prstDash val="solid"/>
            <a:miter/>
          </a:ln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endParaRPr lang="en-US"/>
          </a:p>
        </p:txBody>
      </p:sp>
      <p:pic>
        <p:nvPicPr>
          <p:cNvPr id="21" name="图形 11"/>
          <p:cNvPicPr>
            <a:picLocks noChangeAspect="1"/>
          </p:cNvPicPr>
          <p:nvPr userDrawn="1">
            <p:custDataLst>
              <p:tags r:id="rId11"/>
            </p:custDataLst>
          </p:nvPr>
        </p:nvPicPr>
        <p:blipFill rotWithShape="1"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 b="15734"/>
          <a:stretch>
            <a:fillRect/>
          </a:stretch>
        </p:blipFill>
        <p:spPr>
          <a:xfrm>
            <a:off x="7915247" y="1806269"/>
            <a:ext cx="3203499" cy="4219741"/>
          </a:xfrm>
          <a:custGeom>
            <a:avLst/>
            <a:gdLst>
              <a:gd name="connsiteX0" fmla="*/ 0 w 2802798"/>
              <a:gd name="connsiteY0" fmla="*/ 0 h 3992193"/>
              <a:gd name="connsiteX1" fmla="*/ 2769449 w 2802798"/>
              <a:gd name="connsiteY1" fmla="*/ 0 h 3992193"/>
              <a:gd name="connsiteX2" fmla="*/ 2772997 w 2802798"/>
              <a:gd name="connsiteY2" fmla="*/ 13799 h 3992193"/>
              <a:gd name="connsiteX3" fmla="*/ 2802798 w 2802798"/>
              <a:gd name="connsiteY3" fmla="*/ 309420 h 3992193"/>
              <a:gd name="connsiteX4" fmla="*/ 2802798 w 2802798"/>
              <a:gd name="connsiteY4" fmla="*/ 2525345 h 3992193"/>
              <a:gd name="connsiteX5" fmla="*/ 1335950 w 2802798"/>
              <a:gd name="connsiteY5" fmla="*/ 3992193 h 3992193"/>
              <a:gd name="connsiteX6" fmla="*/ 46143 w 2802798"/>
              <a:gd name="connsiteY6" fmla="*/ 3224532 h 3992193"/>
              <a:gd name="connsiteX7" fmla="*/ 0 w 2802798"/>
              <a:gd name="connsiteY7" fmla="*/ 3128746 h 39921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802798" h="3992193">
                <a:moveTo>
                  <a:pt x="0" y="0"/>
                </a:moveTo>
                <a:lnTo>
                  <a:pt x="2769449" y="0"/>
                </a:lnTo>
                <a:lnTo>
                  <a:pt x="2772997" y="13799"/>
                </a:lnTo>
                <a:cubicBezTo>
                  <a:pt x="2792537" y="109287"/>
                  <a:pt x="2802798" y="208155"/>
                  <a:pt x="2802798" y="309420"/>
                </a:cubicBezTo>
                <a:lnTo>
                  <a:pt x="2802798" y="2525345"/>
                </a:lnTo>
                <a:cubicBezTo>
                  <a:pt x="2802798" y="3335463"/>
                  <a:pt x="2146068" y="3992193"/>
                  <a:pt x="1335950" y="3992193"/>
                </a:cubicBezTo>
                <a:cubicBezTo>
                  <a:pt x="778994" y="3992193"/>
                  <a:pt x="294538" y="3681786"/>
                  <a:pt x="46143" y="3224532"/>
                </a:cubicBezTo>
                <a:lnTo>
                  <a:pt x="0" y="3128746"/>
                </a:lnTo>
                <a:close/>
              </a:path>
            </a:pathLst>
          </a:custGeom>
        </p:spPr>
      </p:pic>
      <p:cxnSp>
        <p:nvCxnSpPr>
          <p:cNvPr id="25" name="直接连接符 24"/>
          <p:cNvCxnSpPr/>
          <p:nvPr userDrawn="1">
            <p:custDataLst>
              <p:tags r:id="rId14"/>
            </p:custDataLst>
          </p:nvPr>
        </p:nvCxnSpPr>
        <p:spPr>
          <a:xfrm>
            <a:off x="11122861" y="681237"/>
            <a:ext cx="212725" cy="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 userDrawn="1">
            <p:custDataLst>
              <p:tags r:id="rId15"/>
            </p:custDataLst>
          </p:nvPr>
        </p:nvCxnSpPr>
        <p:spPr>
          <a:xfrm>
            <a:off x="11122861" y="756802"/>
            <a:ext cx="212725" cy="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/>
          <p:cNvCxnSpPr/>
          <p:nvPr userDrawn="1">
            <p:custDataLst>
              <p:tags r:id="rId16"/>
            </p:custDataLst>
          </p:nvPr>
        </p:nvCxnSpPr>
        <p:spPr>
          <a:xfrm>
            <a:off x="11122861" y="833002"/>
            <a:ext cx="212725" cy="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任意多边形: 形状 27"/>
          <p:cNvSpPr/>
          <p:nvPr userDrawn="1">
            <p:custDataLst>
              <p:tags r:id="rId17"/>
            </p:custDataLst>
          </p:nvPr>
        </p:nvSpPr>
        <p:spPr>
          <a:xfrm>
            <a:off x="0" y="0"/>
            <a:ext cx="1848171" cy="1847290"/>
          </a:xfrm>
          <a:custGeom>
            <a:avLst/>
            <a:gdLst>
              <a:gd name="connsiteX0" fmla="*/ 0 w 1556484"/>
              <a:gd name="connsiteY0" fmla="*/ 0 h 1555743"/>
              <a:gd name="connsiteX1" fmla="*/ 1556484 w 1556484"/>
              <a:gd name="connsiteY1" fmla="*/ 0 h 1555743"/>
              <a:gd name="connsiteX2" fmla="*/ 1548919 w 1556484"/>
              <a:gd name="connsiteY2" fmla="*/ 149820 h 1555743"/>
              <a:gd name="connsiteX3" fmla="*/ 150601 w 1556484"/>
              <a:gd name="connsiteY3" fmla="*/ 1548138 h 1555743"/>
              <a:gd name="connsiteX4" fmla="*/ 0 w 1556484"/>
              <a:gd name="connsiteY4" fmla="*/ 1555743 h 1555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56484" h="1555743">
                <a:moveTo>
                  <a:pt x="0" y="0"/>
                </a:moveTo>
                <a:lnTo>
                  <a:pt x="1556484" y="0"/>
                </a:lnTo>
                <a:lnTo>
                  <a:pt x="1548919" y="149820"/>
                </a:lnTo>
                <a:cubicBezTo>
                  <a:pt x="1474043" y="887113"/>
                  <a:pt x="887894" y="1473262"/>
                  <a:pt x="150601" y="1548138"/>
                </a:cubicBezTo>
                <a:lnTo>
                  <a:pt x="0" y="1555743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50000"/>
                </a:schemeClr>
              </a:gs>
              <a:gs pos="57000">
                <a:schemeClr val="accent1">
                  <a:alpha val="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29" name="图形 9"/>
          <p:cNvSpPr/>
          <p:nvPr userDrawn="1">
            <p:custDataLst>
              <p:tags r:id="rId18"/>
            </p:custDataLst>
          </p:nvPr>
        </p:nvSpPr>
        <p:spPr>
          <a:xfrm>
            <a:off x="9860071" y="4209212"/>
            <a:ext cx="368576" cy="368576"/>
          </a:xfrm>
          <a:custGeom>
            <a:avLst/>
            <a:gdLst>
              <a:gd name="connsiteX0" fmla="*/ 4846320 w 4846319"/>
              <a:gd name="connsiteY0" fmla="*/ 2423160 h 4846319"/>
              <a:gd name="connsiteX1" fmla="*/ 2423160 w 4846319"/>
              <a:gd name="connsiteY1" fmla="*/ 4846320 h 4846319"/>
              <a:gd name="connsiteX2" fmla="*/ 0 w 4846319"/>
              <a:gd name="connsiteY2" fmla="*/ 2423160 h 4846319"/>
              <a:gd name="connsiteX3" fmla="*/ 2423160 w 4846319"/>
              <a:gd name="connsiteY3" fmla="*/ 0 h 4846319"/>
              <a:gd name="connsiteX4" fmla="*/ 4846320 w 4846319"/>
              <a:gd name="connsiteY4" fmla="*/ 2423160 h 48463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46319" h="4846319">
                <a:moveTo>
                  <a:pt x="4846320" y="2423160"/>
                </a:moveTo>
                <a:cubicBezTo>
                  <a:pt x="3028950" y="2757773"/>
                  <a:pt x="2757773" y="3028950"/>
                  <a:pt x="2423160" y="4846320"/>
                </a:cubicBezTo>
                <a:cubicBezTo>
                  <a:pt x="2088547" y="3028950"/>
                  <a:pt x="1817370" y="2757773"/>
                  <a:pt x="0" y="2423160"/>
                </a:cubicBezTo>
                <a:cubicBezTo>
                  <a:pt x="1817370" y="2088547"/>
                  <a:pt x="2088547" y="1817370"/>
                  <a:pt x="2423160" y="0"/>
                </a:cubicBezTo>
                <a:cubicBezTo>
                  <a:pt x="2757773" y="1817370"/>
                  <a:pt x="3028950" y="2088547"/>
                  <a:pt x="4846320" y="2423160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endParaRPr lang="en-US"/>
          </a:p>
        </p:txBody>
      </p:sp>
      <p:sp>
        <p:nvSpPr>
          <p:cNvPr id="19" name="图形 9"/>
          <p:cNvSpPr/>
          <p:nvPr userDrawn="1">
            <p:custDataLst>
              <p:tags r:id="rId19"/>
            </p:custDataLst>
          </p:nvPr>
        </p:nvSpPr>
        <p:spPr>
          <a:xfrm>
            <a:off x="7432806" y="1962602"/>
            <a:ext cx="651502" cy="651502"/>
          </a:xfrm>
          <a:custGeom>
            <a:avLst/>
            <a:gdLst>
              <a:gd name="connsiteX0" fmla="*/ 4846320 w 4846319"/>
              <a:gd name="connsiteY0" fmla="*/ 2423160 h 4846319"/>
              <a:gd name="connsiteX1" fmla="*/ 2423160 w 4846319"/>
              <a:gd name="connsiteY1" fmla="*/ 4846320 h 4846319"/>
              <a:gd name="connsiteX2" fmla="*/ 0 w 4846319"/>
              <a:gd name="connsiteY2" fmla="*/ 2423160 h 4846319"/>
              <a:gd name="connsiteX3" fmla="*/ 2423160 w 4846319"/>
              <a:gd name="connsiteY3" fmla="*/ 0 h 4846319"/>
              <a:gd name="connsiteX4" fmla="*/ 4846320 w 4846319"/>
              <a:gd name="connsiteY4" fmla="*/ 2423160 h 48463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46319" h="4846319">
                <a:moveTo>
                  <a:pt x="4846320" y="2423160"/>
                </a:moveTo>
                <a:cubicBezTo>
                  <a:pt x="3028950" y="2757773"/>
                  <a:pt x="2757773" y="3028950"/>
                  <a:pt x="2423160" y="4846320"/>
                </a:cubicBezTo>
                <a:cubicBezTo>
                  <a:pt x="2088547" y="3028950"/>
                  <a:pt x="1817370" y="2757773"/>
                  <a:pt x="0" y="2423160"/>
                </a:cubicBezTo>
                <a:cubicBezTo>
                  <a:pt x="1817370" y="2088547"/>
                  <a:pt x="2088547" y="1817370"/>
                  <a:pt x="2423160" y="0"/>
                </a:cubicBezTo>
                <a:cubicBezTo>
                  <a:pt x="2757773" y="1817370"/>
                  <a:pt x="3028950" y="2088547"/>
                  <a:pt x="4846320" y="2423160"/>
                </a:cubicBezTo>
                <a:close/>
              </a:path>
            </a:pathLst>
          </a:custGeom>
          <a:solidFill>
            <a:schemeClr val="accent2"/>
          </a:solidFill>
          <a:ln w="9525" cap="flat">
            <a:noFill/>
            <a:prstDash val="solid"/>
            <a:miter/>
          </a:ln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endParaRPr lang="en-US" dirty="0"/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0"/>
            </p:custDataLst>
          </p:nvPr>
        </p:nvSpPr>
        <p:spPr>
          <a:xfrm>
            <a:off x="838200" y="1121410"/>
            <a:ext cx="6345555" cy="2763520"/>
          </a:xfrm>
        </p:spPr>
        <p:txBody>
          <a:bodyPr wrap="square" anchor="b">
            <a:normAutofit/>
          </a:bodyPr>
          <a:lstStyle>
            <a:lvl1pPr algn="l">
              <a:lnSpc>
                <a:spcPct val="100000"/>
              </a:lnSpc>
              <a:defRPr sz="540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>
              <a:latin typeface="+mj-lt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21"/>
            </p:custDataLst>
          </p:nvPr>
        </p:nvSpPr>
        <p:spPr>
          <a:xfrm>
            <a:off x="838199" y="4009006"/>
            <a:ext cx="5935099" cy="862543"/>
          </a:xfrm>
        </p:spPr>
        <p:txBody>
          <a:bodyPr wrap="square">
            <a:normAutofit/>
          </a:bodyPr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000">
                <a:latin typeface="+mj-lt"/>
              </a:defRPr>
            </a:lvl2pPr>
            <a:lvl3pPr marL="914400" indent="0" algn="ctr">
              <a:buNone/>
              <a:defRPr sz="1800">
                <a:latin typeface="+mj-lt"/>
              </a:defRPr>
            </a:lvl3pPr>
            <a:lvl4pPr marL="1371600" indent="0" algn="ctr">
              <a:buNone/>
              <a:defRPr sz="1600">
                <a:latin typeface="+mj-lt"/>
              </a:defRPr>
            </a:lvl4pPr>
            <a:lvl5pPr marL="1828800" indent="0" algn="ctr">
              <a:buNone/>
              <a:defRPr sz="1600">
                <a:latin typeface="+mj-lt"/>
              </a:defRPr>
            </a:lvl5pPr>
            <a:lvl6pPr marL="2286000" indent="0" algn="ctr">
              <a:buNone/>
              <a:defRPr sz="1600">
                <a:latin typeface="+mj-lt"/>
              </a:defRPr>
            </a:lvl6pPr>
            <a:lvl7pPr marL="2743200" indent="0" algn="ctr">
              <a:buNone/>
              <a:defRPr sz="1600">
                <a:latin typeface="+mj-lt"/>
              </a:defRPr>
            </a:lvl7pPr>
            <a:lvl8pPr marL="3200400" indent="0" algn="ctr">
              <a:buNone/>
              <a:defRPr sz="1600">
                <a:latin typeface="+mj-lt"/>
              </a:defRPr>
            </a:lvl8pPr>
            <a:lvl9pPr marL="3657600" indent="0" algn="ctr">
              <a:buNone/>
              <a:defRPr sz="1600">
                <a:latin typeface="+mj-lt"/>
              </a:defRPr>
            </a:lvl9pPr>
          </a:lstStyle>
          <a:p>
            <a:r>
              <a:rPr lang="en-US" dirty="0">
                <a:latin typeface="+mj-lt"/>
              </a:rPr>
              <a:t>Click to add subtitle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2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23"/>
            </p:custDataLst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24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10" name="公司名占位符 6"/>
          <p:cNvSpPr>
            <a:spLocks noGrp="1"/>
          </p:cNvSpPr>
          <p:nvPr>
            <p:ph type="body" sz="quarter" idx="13" hasCustomPrompt="1"/>
            <p:custDataLst>
              <p:tags r:id="rId25"/>
            </p:custDataLst>
          </p:nvPr>
        </p:nvSpPr>
        <p:spPr>
          <a:xfrm>
            <a:off x="838198" y="504000"/>
            <a:ext cx="2880000" cy="504000"/>
          </a:xfrm>
        </p:spPr>
        <p:txBody>
          <a:bodyPr wrap="square" anchor="ctr">
            <a:normAutofit/>
          </a:bodyPr>
          <a:lstStyle>
            <a:lvl1pPr marL="0" indent="0">
              <a:lnSpc>
                <a:spcPct val="100000"/>
              </a:lnSpc>
              <a:buNone/>
              <a:defRPr sz="1800"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26"/>
            </p:custDataLst>
          </p:nvPr>
        </p:nvSpPr>
        <p:spPr>
          <a:xfrm>
            <a:off x="839851" y="5116537"/>
            <a:ext cx="2880000" cy="57600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2"/>
              </a:gs>
              <a:gs pos="55000">
                <a:schemeClr val="accent1"/>
              </a:gs>
            </a:gsLst>
            <a:lin ang="2700000" scaled="1"/>
            <a:tileRect/>
          </a:gradFill>
          <a:effectLst>
            <a:outerShdw blurRad="101600" dist="101600" dir="2700000" algn="tl" rotWithShape="0">
              <a:schemeClr val="accent1">
                <a:alpha val="20000"/>
              </a:schemeClr>
            </a:outerShdw>
          </a:effectLst>
        </p:spPr>
        <p:txBody>
          <a:bodyPr wrap="square" lIns="0" tIns="0" rIns="0" bIns="0" anchor="ctr" anchorCtr="1">
            <a:normAutofit/>
          </a:bodyPr>
          <a:lstStyle>
            <a:lvl1pPr marL="0" indent="0" eaLnBrk="1" fontAlgn="auto" latinLnBrk="0" hangingPunct="1">
              <a:lnSpc>
                <a:spcPct val="90000"/>
              </a:lnSpc>
              <a:spcAft>
                <a:spcPts val="0"/>
              </a:spcAft>
              <a:buNone/>
              <a:defRPr lang="en-US" sz="1600" b="1" u="none" strike="noStrike" kern="1200" cap="none" spc="0" normalizeH="0" baseline="0" dirty="0">
                <a:solidFill>
                  <a:srgbClr val="FFFFFF"/>
                </a:solidFill>
                <a:uFillTx/>
                <a:latin typeface="+mn-lt"/>
              </a:defRPr>
            </a:lvl1pPr>
          </a:lstStyle>
          <a:p>
            <a:pPr marL="228600" lvl="0" indent="-228600" algn="ctr" fontAlgn="auto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6422">
                <a:schemeClr val="accent1">
                  <a:lumMod val="20000"/>
                  <a:lumOff val="80000"/>
                </a:schemeClr>
              </a:gs>
              <a:gs pos="53000">
                <a:schemeClr val="bg2"/>
              </a:gs>
              <a:gs pos="100000">
                <a:schemeClr val="bg1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/>
            <a:endParaRPr lang="en-US"/>
          </a:p>
        </p:txBody>
      </p:sp>
      <p:sp>
        <p:nvSpPr>
          <p:cNvPr id="8" name="椭圆 7"/>
          <p:cNvSpPr/>
          <p:nvPr userDrawn="1">
            <p:custDataLst>
              <p:tags r:id="rId3"/>
            </p:custDataLst>
          </p:nvPr>
        </p:nvSpPr>
        <p:spPr>
          <a:xfrm>
            <a:off x="6720054" y="3429000"/>
            <a:ext cx="3068676" cy="3068676"/>
          </a:xfrm>
          <a:prstGeom prst="ellipse">
            <a:avLst/>
          </a:prstGeom>
          <a:gradFill flip="none" rotWithShape="1">
            <a:gsLst>
              <a:gs pos="75000">
                <a:schemeClr val="accent2"/>
              </a:gs>
              <a:gs pos="0">
                <a:schemeClr val="accent2">
                  <a:alpha val="0"/>
                </a:schemeClr>
              </a:gs>
            </a:gsLst>
            <a:lin ang="13500000" scaled="1"/>
            <a:tileRect/>
          </a:gradFill>
          <a:ln>
            <a:noFill/>
          </a:ln>
          <a:effectLst>
            <a:softEdge rad="571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9" name="任意多边形: 形状 8"/>
          <p:cNvSpPr/>
          <p:nvPr userDrawn="1">
            <p:custDataLst>
              <p:tags r:id="rId4"/>
            </p:custDataLst>
          </p:nvPr>
        </p:nvSpPr>
        <p:spPr>
          <a:xfrm flipH="1" flipV="1">
            <a:off x="9258304" y="3925701"/>
            <a:ext cx="2933696" cy="2932298"/>
          </a:xfrm>
          <a:custGeom>
            <a:avLst/>
            <a:gdLst>
              <a:gd name="connsiteX0" fmla="*/ 0 w 1556484"/>
              <a:gd name="connsiteY0" fmla="*/ 0 h 1555743"/>
              <a:gd name="connsiteX1" fmla="*/ 1556484 w 1556484"/>
              <a:gd name="connsiteY1" fmla="*/ 0 h 1555743"/>
              <a:gd name="connsiteX2" fmla="*/ 1548919 w 1556484"/>
              <a:gd name="connsiteY2" fmla="*/ 149820 h 1555743"/>
              <a:gd name="connsiteX3" fmla="*/ 150601 w 1556484"/>
              <a:gd name="connsiteY3" fmla="*/ 1548138 h 1555743"/>
              <a:gd name="connsiteX4" fmla="*/ 0 w 1556484"/>
              <a:gd name="connsiteY4" fmla="*/ 1555743 h 1555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56484" h="1555743">
                <a:moveTo>
                  <a:pt x="0" y="0"/>
                </a:moveTo>
                <a:lnTo>
                  <a:pt x="1556484" y="0"/>
                </a:lnTo>
                <a:lnTo>
                  <a:pt x="1548919" y="149820"/>
                </a:lnTo>
                <a:cubicBezTo>
                  <a:pt x="1474043" y="887113"/>
                  <a:pt x="887894" y="1473262"/>
                  <a:pt x="150601" y="1548138"/>
                </a:cubicBezTo>
                <a:lnTo>
                  <a:pt x="0" y="1555743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50000"/>
                </a:schemeClr>
              </a:gs>
              <a:gs pos="57000">
                <a:schemeClr val="accent1">
                  <a:alpha val="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/>
            <a:endParaRPr lang="en-US"/>
          </a:p>
        </p:txBody>
      </p:sp>
      <p:sp>
        <p:nvSpPr>
          <p:cNvPr id="11" name="矩形: 圆角 10"/>
          <p:cNvSpPr/>
          <p:nvPr userDrawn="1">
            <p:custDataLst>
              <p:tags r:id="rId5"/>
            </p:custDataLst>
          </p:nvPr>
        </p:nvSpPr>
        <p:spPr>
          <a:xfrm>
            <a:off x="8278065" y="1016000"/>
            <a:ext cx="2933696" cy="5041900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12" name="椭圆 11"/>
          <p:cNvSpPr/>
          <p:nvPr userDrawn="1">
            <p:custDataLst>
              <p:tags r:id="rId6"/>
            </p:custDataLst>
          </p:nvPr>
        </p:nvSpPr>
        <p:spPr>
          <a:xfrm>
            <a:off x="10436678" y="5241025"/>
            <a:ext cx="1149564" cy="1149564"/>
          </a:xfrm>
          <a:prstGeom prst="ellipse">
            <a:avLst/>
          </a:prstGeom>
          <a:gradFill flip="none" rotWithShape="1">
            <a:gsLst>
              <a:gs pos="76000">
                <a:schemeClr val="accent2"/>
              </a:gs>
              <a:gs pos="0">
                <a:schemeClr val="accent2">
                  <a:alpha val="0"/>
                </a:schemeClr>
              </a:gs>
            </a:gsLst>
            <a:lin ang="13500000" scaled="1"/>
            <a:tileRect/>
          </a:gradFill>
          <a:ln>
            <a:noFill/>
          </a:ln>
          <a:effectLst>
            <a:softEdge rad="2540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13" name="矩形: 圆角 12"/>
          <p:cNvSpPr/>
          <p:nvPr userDrawn="1">
            <p:custDataLst>
              <p:tags r:id="rId7"/>
            </p:custDataLst>
          </p:nvPr>
        </p:nvSpPr>
        <p:spPr>
          <a:xfrm>
            <a:off x="7760848" y="1016000"/>
            <a:ext cx="2933696" cy="50419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15" name="弧形 14"/>
          <p:cNvSpPr/>
          <p:nvPr userDrawn="1">
            <p:custDataLst>
              <p:tags r:id="rId8"/>
            </p:custDataLst>
          </p:nvPr>
        </p:nvSpPr>
        <p:spPr>
          <a:xfrm rot="3870695">
            <a:off x="8401456" y="972063"/>
            <a:ext cx="1676873" cy="5677950"/>
          </a:xfrm>
          <a:prstGeom prst="arc">
            <a:avLst>
              <a:gd name="adj1" fmla="val 3401350"/>
              <a:gd name="adj2" fmla="val 6993367"/>
            </a:avLst>
          </a:prstGeom>
          <a:ln w="25400" cap="rnd">
            <a:solidFill>
              <a:schemeClr val="accent3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>
                <a:solidFill>
                  <a:schemeClr val="tx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16" name="弧形 15"/>
          <p:cNvSpPr/>
          <p:nvPr userDrawn="1">
            <p:custDataLst>
              <p:tags r:id="rId9"/>
            </p:custDataLst>
          </p:nvPr>
        </p:nvSpPr>
        <p:spPr>
          <a:xfrm rot="3870695">
            <a:off x="8401456" y="972063"/>
            <a:ext cx="1676873" cy="5677950"/>
          </a:xfrm>
          <a:prstGeom prst="arc">
            <a:avLst>
              <a:gd name="adj1" fmla="val 15447740"/>
              <a:gd name="adj2" fmla="val 19307839"/>
            </a:avLst>
          </a:prstGeom>
          <a:ln w="25400" cap="rnd">
            <a:solidFill>
              <a:schemeClr val="accent3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>
                <a:solidFill>
                  <a:schemeClr val="tx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17" name="图形 9"/>
          <p:cNvSpPr/>
          <p:nvPr userDrawn="1">
            <p:custDataLst>
              <p:tags r:id="rId10"/>
            </p:custDataLst>
          </p:nvPr>
        </p:nvSpPr>
        <p:spPr>
          <a:xfrm>
            <a:off x="7183547" y="1646415"/>
            <a:ext cx="372193" cy="372193"/>
          </a:xfrm>
          <a:custGeom>
            <a:avLst/>
            <a:gdLst>
              <a:gd name="connsiteX0" fmla="*/ 4846320 w 4846319"/>
              <a:gd name="connsiteY0" fmla="*/ 2423160 h 4846319"/>
              <a:gd name="connsiteX1" fmla="*/ 2423160 w 4846319"/>
              <a:gd name="connsiteY1" fmla="*/ 4846320 h 4846319"/>
              <a:gd name="connsiteX2" fmla="*/ 0 w 4846319"/>
              <a:gd name="connsiteY2" fmla="*/ 2423160 h 4846319"/>
              <a:gd name="connsiteX3" fmla="*/ 2423160 w 4846319"/>
              <a:gd name="connsiteY3" fmla="*/ 0 h 4846319"/>
              <a:gd name="connsiteX4" fmla="*/ 4846320 w 4846319"/>
              <a:gd name="connsiteY4" fmla="*/ 2423160 h 48463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46319" h="4846319">
                <a:moveTo>
                  <a:pt x="4846320" y="2423160"/>
                </a:moveTo>
                <a:cubicBezTo>
                  <a:pt x="3028950" y="2757773"/>
                  <a:pt x="2757773" y="3028950"/>
                  <a:pt x="2423160" y="4846320"/>
                </a:cubicBezTo>
                <a:cubicBezTo>
                  <a:pt x="2088547" y="3028950"/>
                  <a:pt x="1817370" y="2757773"/>
                  <a:pt x="0" y="2423160"/>
                </a:cubicBezTo>
                <a:cubicBezTo>
                  <a:pt x="1817370" y="2088547"/>
                  <a:pt x="2088547" y="1817370"/>
                  <a:pt x="2423160" y="0"/>
                </a:cubicBezTo>
                <a:cubicBezTo>
                  <a:pt x="2757773" y="1817370"/>
                  <a:pt x="3028950" y="2088547"/>
                  <a:pt x="4846320" y="2423160"/>
                </a:cubicBezTo>
                <a:close/>
              </a:path>
            </a:pathLst>
          </a:custGeom>
          <a:solidFill>
            <a:schemeClr val="accent2"/>
          </a:solidFill>
          <a:ln w="9525" cap="flat">
            <a:noFill/>
            <a:prstDash val="solid"/>
            <a:miter/>
          </a:ln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endParaRPr lang="en-US"/>
          </a:p>
        </p:txBody>
      </p:sp>
      <p:pic>
        <p:nvPicPr>
          <p:cNvPr id="21" name="图形 11"/>
          <p:cNvPicPr>
            <a:picLocks noChangeAspect="1"/>
          </p:cNvPicPr>
          <p:nvPr userDrawn="1">
            <p:custDataLst>
              <p:tags r:id="rId11"/>
            </p:custDataLst>
          </p:nvPr>
        </p:nvPicPr>
        <p:blipFill rotWithShape="1"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 b="15734"/>
          <a:stretch>
            <a:fillRect/>
          </a:stretch>
        </p:blipFill>
        <p:spPr>
          <a:xfrm>
            <a:off x="7915247" y="1806269"/>
            <a:ext cx="3203499" cy="4219741"/>
          </a:xfrm>
          <a:custGeom>
            <a:avLst/>
            <a:gdLst>
              <a:gd name="connsiteX0" fmla="*/ 0 w 2802798"/>
              <a:gd name="connsiteY0" fmla="*/ 0 h 3992193"/>
              <a:gd name="connsiteX1" fmla="*/ 2769449 w 2802798"/>
              <a:gd name="connsiteY1" fmla="*/ 0 h 3992193"/>
              <a:gd name="connsiteX2" fmla="*/ 2772997 w 2802798"/>
              <a:gd name="connsiteY2" fmla="*/ 13799 h 3992193"/>
              <a:gd name="connsiteX3" fmla="*/ 2802798 w 2802798"/>
              <a:gd name="connsiteY3" fmla="*/ 309420 h 3992193"/>
              <a:gd name="connsiteX4" fmla="*/ 2802798 w 2802798"/>
              <a:gd name="connsiteY4" fmla="*/ 2525345 h 3992193"/>
              <a:gd name="connsiteX5" fmla="*/ 1335950 w 2802798"/>
              <a:gd name="connsiteY5" fmla="*/ 3992193 h 3992193"/>
              <a:gd name="connsiteX6" fmla="*/ 46143 w 2802798"/>
              <a:gd name="connsiteY6" fmla="*/ 3224532 h 3992193"/>
              <a:gd name="connsiteX7" fmla="*/ 0 w 2802798"/>
              <a:gd name="connsiteY7" fmla="*/ 3128746 h 39921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802798" h="3992193">
                <a:moveTo>
                  <a:pt x="0" y="0"/>
                </a:moveTo>
                <a:lnTo>
                  <a:pt x="2769449" y="0"/>
                </a:lnTo>
                <a:lnTo>
                  <a:pt x="2772997" y="13799"/>
                </a:lnTo>
                <a:cubicBezTo>
                  <a:pt x="2792537" y="109287"/>
                  <a:pt x="2802798" y="208155"/>
                  <a:pt x="2802798" y="309420"/>
                </a:cubicBezTo>
                <a:lnTo>
                  <a:pt x="2802798" y="2525345"/>
                </a:lnTo>
                <a:cubicBezTo>
                  <a:pt x="2802798" y="3335463"/>
                  <a:pt x="2146068" y="3992193"/>
                  <a:pt x="1335950" y="3992193"/>
                </a:cubicBezTo>
                <a:cubicBezTo>
                  <a:pt x="778994" y="3992193"/>
                  <a:pt x="294538" y="3681786"/>
                  <a:pt x="46143" y="3224532"/>
                </a:cubicBezTo>
                <a:lnTo>
                  <a:pt x="0" y="3128746"/>
                </a:lnTo>
                <a:close/>
              </a:path>
            </a:pathLst>
          </a:custGeom>
        </p:spPr>
      </p:pic>
      <p:cxnSp>
        <p:nvCxnSpPr>
          <p:cNvPr id="25" name="直接连接符 24"/>
          <p:cNvCxnSpPr/>
          <p:nvPr userDrawn="1">
            <p:custDataLst>
              <p:tags r:id="rId14"/>
            </p:custDataLst>
          </p:nvPr>
        </p:nvCxnSpPr>
        <p:spPr>
          <a:xfrm>
            <a:off x="11122861" y="681237"/>
            <a:ext cx="212725" cy="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 userDrawn="1">
            <p:custDataLst>
              <p:tags r:id="rId15"/>
            </p:custDataLst>
          </p:nvPr>
        </p:nvCxnSpPr>
        <p:spPr>
          <a:xfrm>
            <a:off x="11122861" y="756802"/>
            <a:ext cx="212725" cy="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/>
          <p:cNvCxnSpPr/>
          <p:nvPr userDrawn="1">
            <p:custDataLst>
              <p:tags r:id="rId16"/>
            </p:custDataLst>
          </p:nvPr>
        </p:nvCxnSpPr>
        <p:spPr>
          <a:xfrm>
            <a:off x="11122861" y="833002"/>
            <a:ext cx="212725" cy="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任意多边形: 形状 27"/>
          <p:cNvSpPr/>
          <p:nvPr userDrawn="1">
            <p:custDataLst>
              <p:tags r:id="rId17"/>
            </p:custDataLst>
          </p:nvPr>
        </p:nvSpPr>
        <p:spPr>
          <a:xfrm>
            <a:off x="0" y="0"/>
            <a:ext cx="1848171" cy="1847290"/>
          </a:xfrm>
          <a:custGeom>
            <a:avLst/>
            <a:gdLst>
              <a:gd name="connsiteX0" fmla="*/ 0 w 1556484"/>
              <a:gd name="connsiteY0" fmla="*/ 0 h 1555743"/>
              <a:gd name="connsiteX1" fmla="*/ 1556484 w 1556484"/>
              <a:gd name="connsiteY1" fmla="*/ 0 h 1555743"/>
              <a:gd name="connsiteX2" fmla="*/ 1548919 w 1556484"/>
              <a:gd name="connsiteY2" fmla="*/ 149820 h 1555743"/>
              <a:gd name="connsiteX3" fmla="*/ 150601 w 1556484"/>
              <a:gd name="connsiteY3" fmla="*/ 1548138 h 1555743"/>
              <a:gd name="connsiteX4" fmla="*/ 0 w 1556484"/>
              <a:gd name="connsiteY4" fmla="*/ 1555743 h 1555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56484" h="1555743">
                <a:moveTo>
                  <a:pt x="0" y="0"/>
                </a:moveTo>
                <a:lnTo>
                  <a:pt x="1556484" y="0"/>
                </a:lnTo>
                <a:lnTo>
                  <a:pt x="1548919" y="149820"/>
                </a:lnTo>
                <a:cubicBezTo>
                  <a:pt x="1474043" y="887113"/>
                  <a:pt x="887894" y="1473262"/>
                  <a:pt x="150601" y="1548138"/>
                </a:cubicBezTo>
                <a:lnTo>
                  <a:pt x="0" y="1555743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50000"/>
                </a:schemeClr>
              </a:gs>
              <a:gs pos="57000">
                <a:schemeClr val="accent1">
                  <a:alpha val="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29" name="图形 9"/>
          <p:cNvSpPr/>
          <p:nvPr userDrawn="1">
            <p:custDataLst>
              <p:tags r:id="rId18"/>
            </p:custDataLst>
          </p:nvPr>
        </p:nvSpPr>
        <p:spPr>
          <a:xfrm>
            <a:off x="9860071" y="4209212"/>
            <a:ext cx="368576" cy="368576"/>
          </a:xfrm>
          <a:custGeom>
            <a:avLst/>
            <a:gdLst>
              <a:gd name="connsiteX0" fmla="*/ 4846320 w 4846319"/>
              <a:gd name="connsiteY0" fmla="*/ 2423160 h 4846319"/>
              <a:gd name="connsiteX1" fmla="*/ 2423160 w 4846319"/>
              <a:gd name="connsiteY1" fmla="*/ 4846320 h 4846319"/>
              <a:gd name="connsiteX2" fmla="*/ 0 w 4846319"/>
              <a:gd name="connsiteY2" fmla="*/ 2423160 h 4846319"/>
              <a:gd name="connsiteX3" fmla="*/ 2423160 w 4846319"/>
              <a:gd name="connsiteY3" fmla="*/ 0 h 4846319"/>
              <a:gd name="connsiteX4" fmla="*/ 4846320 w 4846319"/>
              <a:gd name="connsiteY4" fmla="*/ 2423160 h 48463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46319" h="4846319">
                <a:moveTo>
                  <a:pt x="4846320" y="2423160"/>
                </a:moveTo>
                <a:cubicBezTo>
                  <a:pt x="3028950" y="2757773"/>
                  <a:pt x="2757773" y="3028950"/>
                  <a:pt x="2423160" y="4846320"/>
                </a:cubicBezTo>
                <a:cubicBezTo>
                  <a:pt x="2088547" y="3028950"/>
                  <a:pt x="1817370" y="2757773"/>
                  <a:pt x="0" y="2423160"/>
                </a:cubicBezTo>
                <a:cubicBezTo>
                  <a:pt x="1817370" y="2088547"/>
                  <a:pt x="2088547" y="1817370"/>
                  <a:pt x="2423160" y="0"/>
                </a:cubicBezTo>
                <a:cubicBezTo>
                  <a:pt x="2757773" y="1817370"/>
                  <a:pt x="3028950" y="2088547"/>
                  <a:pt x="4846320" y="2423160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endParaRPr lang="en-US"/>
          </a:p>
        </p:txBody>
      </p:sp>
      <p:sp>
        <p:nvSpPr>
          <p:cNvPr id="19" name="图形 9"/>
          <p:cNvSpPr/>
          <p:nvPr userDrawn="1">
            <p:custDataLst>
              <p:tags r:id="rId19"/>
            </p:custDataLst>
          </p:nvPr>
        </p:nvSpPr>
        <p:spPr>
          <a:xfrm>
            <a:off x="7432806" y="1962602"/>
            <a:ext cx="651502" cy="651502"/>
          </a:xfrm>
          <a:custGeom>
            <a:avLst/>
            <a:gdLst>
              <a:gd name="connsiteX0" fmla="*/ 4846320 w 4846319"/>
              <a:gd name="connsiteY0" fmla="*/ 2423160 h 4846319"/>
              <a:gd name="connsiteX1" fmla="*/ 2423160 w 4846319"/>
              <a:gd name="connsiteY1" fmla="*/ 4846320 h 4846319"/>
              <a:gd name="connsiteX2" fmla="*/ 0 w 4846319"/>
              <a:gd name="connsiteY2" fmla="*/ 2423160 h 4846319"/>
              <a:gd name="connsiteX3" fmla="*/ 2423160 w 4846319"/>
              <a:gd name="connsiteY3" fmla="*/ 0 h 4846319"/>
              <a:gd name="connsiteX4" fmla="*/ 4846320 w 4846319"/>
              <a:gd name="connsiteY4" fmla="*/ 2423160 h 48463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46319" h="4846319">
                <a:moveTo>
                  <a:pt x="4846320" y="2423160"/>
                </a:moveTo>
                <a:cubicBezTo>
                  <a:pt x="3028950" y="2757773"/>
                  <a:pt x="2757773" y="3028950"/>
                  <a:pt x="2423160" y="4846320"/>
                </a:cubicBezTo>
                <a:cubicBezTo>
                  <a:pt x="2088547" y="3028950"/>
                  <a:pt x="1817370" y="2757773"/>
                  <a:pt x="0" y="2423160"/>
                </a:cubicBezTo>
                <a:cubicBezTo>
                  <a:pt x="1817370" y="2088547"/>
                  <a:pt x="2088547" y="1817370"/>
                  <a:pt x="2423160" y="0"/>
                </a:cubicBezTo>
                <a:cubicBezTo>
                  <a:pt x="2757773" y="1817370"/>
                  <a:pt x="3028950" y="2088547"/>
                  <a:pt x="4846320" y="2423160"/>
                </a:cubicBezTo>
                <a:close/>
              </a:path>
            </a:pathLst>
          </a:custGeom>
          <a:solidFill>
            <a:schemeClr val="accent2"/>
          </a:solidFill>
          <a:ln w="9525" cap="flat">
            <a:noFill/>
            <a:prstDash val="solid"/>
            <a:miter/>
          </a:ln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endParaRPr lang="en-US" dirty="0"/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0"/>
            </p:custDataLst>
          </p:nvPr>
        </p:nvSpPr>
        <p:spPr>
          <a:xfrm>
            <a:off x="838200" y="1121410"/>
            <a:ext cx="6345555" cy="2763520"/>
          </a:xfrm>
        </p:spPr>
        <p:txBody>
          <a:bodyPr wrap="square" anchor="b">
            <a:normAutofit/>
          </a:bodyPr>
          <a:lstStyle>
            <a:lvl1pPr algn="l">
              <a:lnSpc>
                <a:spcPct val="100000"/>
              </a:lnSpc>
              <a:defRPr sz="540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>
              <a:latin typeface="+mj-lt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21"/>
            </p:custDataLst>
          </p:nvPr>
        </p:nvSpPr>
        <p:spPr>
          <a:xfrm>
            <a:off x="838199" y="4009006"/>
            <a:ext cx="5935099" cy="862543"/>
          </a:xfrm>
        </p:spPr>
        <p:txBody>
          <a:bodyPr wrap="square">
            <a:normAutofit/>
          </a:bodyPr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000">
                <a:latin typeface="+mj-lt"/>
              </a:defRPr>
            </a:lvl2pPr>
            <a:lvl3pPr marL="914400" indent="0" algn="ctr">
              <a:buNone/>
              <a:defRPr sz="1800">
                <a:latin typeface="+mj-lt"/>
              </a:defRPr>
            </a:lvl3pPr>
            <a:lvl4pPr marL="1371600" indent="0" algn="ctr">
              <a:buNone/>
              <a:defRPr sz="1600">
                <a:latin typeface="+mj-lt"/>
              </a:defRPr>
            </a:lvl4pPr>
            <a:lvl5pPr marL="1828800" indent="0" algn="ctr">
              <a:buNone/>
              <a:defRPr sz="1600">
                <a:latin typeface="+mj-lt"/>
              </a:defRPr>
            </a:lvl5pPr>
            <a:lvl6pPr marL="2286000" indent="0" algn="ctr">
              <a:buNone/>
              <a:defRPr sz="1600">
                <a:latin typeface="+mj-lt"/>
              </a:defRPr>
            </a:lvl6pPr>
            <a:lvl7pPr marL="2743200" indent="0" algn="ctr">
              <a:buNone/>
              <a:defRPr sz="1600">
                <a:latin typeface="+mj-lt"/>
              </a:defRPr>
            </a:lvl7pPr>
            <a:lvl8pPr marL="3200400" indent="0" algn="ctr">
              <a:buNone/>
              <a:defRPr sz="1600">
                <a:latin typeface="+mj-lt"/>
              </a:defRPr>
            </a:lvl8pPr>
            <a:lvl9pPr marL="3657600" indent="0" algn="ctr">
              <a:buNone/>
              <a:defRPr sz="1600">
                <a:latin typeface="+mj-lt"/>
              </a:defRPr>
            </a:lvl9pPr>
          </a:lstStyle>
          <a:p>
            <a:r>
              <a:rPr lang="en-US" dirty="0">
                <a:latin typeface="+mj-lt"/>
              </a:rPr>
              <a:t>Click to add subtitle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2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23"/>
            </p:custDataLst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24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10" name="公司名占位符 6"/>
          <p:cNvSpPr>
            <a:spLocks noGrp="1"/>
          </p:cNvSpPr>
          <p:nvPr>
            <p:ph type="body" sz="quarter" idx="13" hasCustomPrompt="1"/>
            <p:custDataLst>
              <p:tags r:id="rId25"/>
            </p:custDataLst>
          </p:nvPr>
        </p:nvSpPr>
        <p:spPr>
          <a:xfrm>
            <a:off x="838198" y="504000"/>
            <a:ext cx="2880000" cy="504000"/>
          </a:xfrm>
        </p:spPr>
        <p:txBody>
          <a:bodyPr wrap="square" anchor="ctr">
            <a:normAutofit/>
          </a:bodyPr>
          <a:lstStyle>
            <a:lvl1pPr marL="0" indent="0">
              <a:lnSpc>
                <a:spcPct val="100000"/>
              </a:lnSpc>
              <a:buNone/>
              <a:defRPr sz="1800"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26"/>
            </p:custDataLst>
          </p:nvPr>
        </p:nvSpPr>
        <p:spPr>
          <a:xfrm>
            <a:off x="839851" y="5116537"/>
            <a:ext cx="2880000" cy="57600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2"/>
              </a:gs>
              <a:gs pos="55000">
                <a:schemeClr val="accent1"/>
              </a:gs>
            </a:gsLst>
            <a:lin ang="2700000" scaled="1"/>
            <a:tileRect/>
          </a:gradFill>
          <a:effectLst>
            <a:outerShdw blurRad="101600" dist="101600" dir="2700000" algn="tl" rotWithShape="0">
              <a:schemeClr val="accent1">
                <a:alpha val="20000"/>
              </a:schemeClr>
            </a:outerShdw>
          </a:effectLst>
        </p:spPr>
        <p:txBody>
          <a:bodyPr wrap="square" lIns="0" tIns="0" rIns="0" bIns="0" anchor="ctr" anchorCtr="1">
            <a:normAutofit/>
          </a:bodyPr>
          <a:lstStyle>
            <a:lvl1pPr marL="0" indent="0" eaLnBrk="1" fontAlgn="auto" latinLnBrk="0" hangingPunct="1">
              <a:lnSpc>
                <a:spcPct val="90000"/>
              </a:lnSpc>
              <a:spcAft>
                <a:spcPts val="0"/>
              </a:spcAft>
              <a:buNone/>
              <a:defRPr lang="en-US" sz="1600" b="1" u="none" strike="noStrike" kern="1200" cap="none" spc="0" normalizeH="0" baseline="0" dirty="0">
                <a:solidFill>
                  <a:srgbClr val="FFFFFF"/>
                </a:solidFill>
                <a:uFillTx/>
                <a:latin typeface="+mn-lt"/>
              </a:defRPr>
            </a:lvl1pPr>
          </a:lstStyle>
          <a:p>
            <a:pPr marL="228600" lvl="0" indent="-228600" algn="ctr" fontAlgn="auto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6422">
                <a:schemeClr val="accent1">
                  <a:lumMod val="20000"/>
                  <a:lumOff val="80000"/>
                </a:schemeClr>
              </a:gs>
              <a:gs pos="53000">
                <a:schemeClr val="bg2"/>
              </a:gs>
              <a:gs pos="100000">
                <a:schemeClr val="bg1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/>
            <a:endParaRPr lang="en-US"/>
          </a:p>
        </p:txBody>
      </p:sp>
      <p:sp>
        <p:nvSpPr>
          <p:cNvPr id="8" name="椭圆 7"/>
          <p:cNvSpPr/>
          <p:nvPr userDrawn="1">
            <p:custDataLst>
              <p:tags r:id="rId3"/>
            </p:custDataLst>
          </p:nvPr>
        </p:nvSpPr>
        <p:spPr>
          <a:xfrm>
            <a:off x="6720054" y="3429000"/>
            <a:ext cx="3068676" cy="3068676"/>
          </a:xfrm>
          <a:prstGeom prst="ellipse">
            <a:avLst/>
          </a:prstGeom>
          <a:gradFill flip="none" rotWithShape="1">
            <a:gsLst>
              <a:gs pos="75000">
                <a:schemeClr val="accent2"/>
              </a:gs>
              <a:gs pos="0">
                <a:schemeClr val="accent2">
                  <a:alpha val="0"/>
                </a:schemeClr>
              </a:gs>
            </a:gsLst>
            <a:lin ang="13500000" scaled="1"/>
            <a:tileRect/>
          </a:gradFill>
          <a:ln>
            <a:noFill/>
          </a:ln>
          <a:effectLst>
            <a:softEdge rad="571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9" name="任意多边形: 形状 8"/>
          <p:cNvSpPr/>
          <p:nvPr userDrawn="1">
            <p:custDataLst>
              <p:tags r:id="rId4"/>
            </p:custDataLst>
          </p:nvPr>
        </p:nvSpPr>
        <p:spPr>
          <a:xfrm flipH="1" flipV="1">
            <a:off x="9258304" y="3925701"/>
            <a:ext cx="2933696" cy="2932298"/>
          </a:xfrm>
          <a:custGeom>
            <a:avLst/>
            <a:gdLst>
              <a:gd name="connsiteX0" fmla="*/ 0 w 1556484"/>
              <a:gd name="connsiteY0" fmla="*/ 0 h 1555743"/>
              <a:gd name="connsiteX1" fmla="*/ 1556484 w 1556484"/>
              <a:gd name="connsiteY1" fmla="*/ 0 h 1555743"/>
              <a:gd name="connsiteX2" fmla="*/ 1548919 w 1556484"/>
              <a:gd name="connsiteY2" fmla="*/ 149820 h 1555743"/>
              <a:gd name="connsiteX3" fmla="*/ 150601 w 1556484"/>
              <a:gd name="connsiteY3" fmla="*/ 1548138 h 1555743"/>
              <a:gd name="connsiteX4" fmla="*/ 0 w 1556484"/>
              <a:gd name="connsiteY4" fmla="*/ 1555743 h 1555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56484" h="1555743">
                <a:moveTo>
                  <a:pt x="0" y="0"/>
                </a:moveTo>
                <a:lnTo>
                  <a:pt x="1556484" y="0"/>
                </a:lnTo>
                <a:lnTo>
                  <a:pt x="1548919" y="149820"/>
                </a:lnTo>
                <a:cubicBezTo>
                  <a:pt x="1474043" y="887113"/>
                  <a:pt x="887894" y="1473262"/>
                  <a:pt x="150601" y="1548138"/>
                </a:cubicBezTo>
                <a:lnTo>
                  <a:pt x="0" y="1555743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50000"/>
                </a:schemeClr>
              </a:gs>
              <a:gs pos="57000">
                <a:schemeClr val="accent1">
                  <a:alpha val="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/>
            <a:endParaRPr lang="en-US"/>
          </a:p>
        </p:txBody>
      </p:sp>
      <p:sp>
        <p:nvSpPr>
          <p:cNvPr id="11" name="矩形: 圆角 10"/>
          <p:cNvSpPr/>
          <p:nvPr userDrawn="1">
            <p:custDataLst>
              <p:tags r:id="rId5"/>
            </p:custDataLst>
          </p:nvPr>
        </p:nvSpPr>
        <p:spPr>
          <a:xfrm>
            <a:off x="8278065" y="1016000"/>
            <a:ext cx="2933696" cy="5041900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12" name="椭圆 11"/>
          <p:cNvSpPr/>
          <p:nvPr userDrawn="1">
            <p:custDataLst>
              <p:tags r:id="rId6"/>
            </p:custDataLst>
          </p:nvPr>
        </p:nvSpPr>
        <p:spPr>
          <a:xfrm>
            <a:off x="10436678" y="5241025"/>
            <a:ext cx="1149564" cy="1149564"/>
          </a:xfrm>
          <a:prstGeom prst="ellipse">
            <a:avLst/>
          </a:prstGeom>
          <a:gradFill flip="none" rotWithShape="1">
            <a:gsLst>
              <a:gs pos="76000">
                <a:schemeClr val="accent2"/>
              </a:gs>
              <a:gs pos="0">
                <a:schemeClr val="accent2">
                  <a:alpha val="0"/>
                </a:schemeClr>
              </a:gs>
            </a:gsLst>
            <a:lin ang="13500000" scaled="1"/>
            <a:tileRect/>
          </a:gradFill>
          <a:ln>
            <a:noFill/>
          </a:ln>
          <a:effectLst>
            <a:softEdge rad="2540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13" name="矩形: 圆角 12"/>
          <p:cNvSpPr/>
          <p:nvPr userDrawn="1">
            <p:custDataLst>
              <p:tags r:id="rId7"/>
            </p:custDataLst>
          </p:nvPr>
        </p:nvSpPr>
        <p:spPr>
          <a:xfrm>
            <a:off x="7760848" y="1016000"/>
            <a:ext cx="2933696" cy="50419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15" name="弧形 14"/>
          <p:cNvSpPr/>
          <p:nvPr userDrawn="1">
            <p:custDataLst>
              <p:tags r:id="rId8"/>
            </p:custDataLst>
          </p:nvPr>
        </p:nvSpPr>
        <p:spPr>
          <a:xfrm rot="3870695">
            <a:off x="8401456" y="972063"/>
            <a:ext cx="1676873" cy="5677950"/>
          </a:xfrm>
          <a:prstGeom prst="arc">
            <a:avLst>
              <a:gd name="adj1" fmla="val 3401350"/>
              <a:gd name="adj2" fmla="val 6993367"/>
            </a:avLst>
          </a:prstGeom>
          <a:ln w="25400" cap="rnd">
            <a:solidFill>
              <a:schemeClr val="accent3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>
                <a:solidFill>
                  <a:schemeClr val="tx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16" name="弧形 15"/>
          <p:cNvSpPr/>
          <p:nvPr userDrawn="1">
            <p:custDataLst>
              <p:tags r:id="rId9"/>
            </p:custDataLst>
          </p:nvPr>
        </p:nvSpPr>
        <p:spPr>
          <a:xfrm rot="3870695">
            <a:off x="8401456" y="972063"/>
            <a:ext cx="1676873" cy="5677950"/>
          </a:xfrm>
          <a:prstGeom prst="arc">
            <a:avLst>
              <a:gd name="adj1" fmla="val 15447740"/>
              <a:gd name="adj2" fmla="val 19307839"/>
            </a:avLst>
          </a:prstGeom>
          <a:ln w="25400" cap="rnd">
            <a:solidFill>
              <a:schemeClr val="accent3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>
                <a:solidFill>
                  <a:schemeClr val="tx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17" name="图形 9"/>
          <p:cNvSpPr/>
          <p:nvPr userDrawn="1">
            <p:custDataLst>
              <p:tags r:id="rId10"/>
            </p:custDataLst>
          </p:nvPr>
        </p:nvSpPr>
        <p:spPr>
          <a:xfrm>
            <a:off x="7183547" y="1646415"/>
            <a:ext cx="372193" cy="372193"/>
          </a:xfrm>
          <a:custGeom>
            <a:avLst/>
            <a:gdLst>
              <a:gd name="connsiteX0" fmla="*/ 4846320 w 4846319"/>
              <a:gd name="connsiteY0" fmla="*/ 2423160 h 4846319"/>
              <a:gd name="connsiteX1" fmla="*/ 2423160 w 4846319"/>
              <a:gd name="connsiteY1" fmla="*/ 4846320 h 4846319"/>
              <a:gd name="connsiteX2" fmla="*/ 0 w 4846319"/>
              <a:gd name="connsiteY2" fmla="*/ 2423160 h 4846319"/>
              <a:gd name="connsiteX3" fmla="*/ 2423160 w 4846319"/>
              <a:gd name="connsiteY3" fmla="*/ 0 h 4846319"/>
              <a:gd name="connsiteX4" fmla="*/ 4846320 w 4846319"/>
              <a:gd name="connsiteY4" fmla="*/ 2423160 h 48463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46319" h="4846319">
                <a:moveTo>
                  <a:pt x="4846320" y="2423160"/>
                </a:moveTo>
                <a:cubicBezTo>
                  <a:pt x="3028950" y="2757773"/>
                  <a:pt x="2757773" y="3028950"/>
                  <a:pt x="2423160" y="4846320"/>
                </a:cubicBezTo>
                <a:cubicBezTo>
                  <a:pt x="2088547" y="3028950"/>
                  <a:pt x="1817370" y="2757773"/>
                  <a:pt x="0" y="2423160"/>
                </a:cubicBezTo>
                <a:cubicBezTo>
                  <a:pt x="1817370" y="2088547"/>
                  <a:pt x="2088547" y="1817370"/>
                  <a:pt x="2423160" y="0"/>
                </a:cubicBezTo>
                <a:cubicBezTo>
                  <a:pt x="2757773" y="1817370"/>
                  <a:pt x="3028950" y="2088547"/>
                  <a:pt x="4846320" y="2423160"/>
                </a:cubicBezTo>
                <a:close/>
              </a:path>
            </a:pathLst>
          </a:custGeom>
          <a:solidFill>
            <a:schemeClr val="accent2"/>
          </a:solidFill>
          <a:ln w="9525" cap="flat">
            <a:noFill/>
            <a:prstDash val="solid"/>
            <a:miter/>
          </a:ln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endParaRPr lang="en-US"/>
          </a:p>
        </p:txBody>
      </p:sp>
      <p:pic>
        <p:nvPicPr>
          <p:cNvPr id="21" name="图形 11"/>
          <p:cNvPicPr>
            <a:picLocks noChangeAspect="1"/>
          </p:cNvPicPr>
          <p:nvPr userDrawn="1">
            <p:custDataLst>
              <p:tags r:id="rId11"/>
            </p:custDataLst>
          </p:nvPr>
        </p:nvPicPr>
        <p:blipFill rotWithShape="1"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 b="15734"/>
          <a:stretch>
            <a:fillRect/>
          </a:stretch>
        </p:blipFill>
        <p:spPr>
          <a:xfrm>
            <a:off x="7915247" y="1806269"/>
            <a:ext cx="3203499" cy="4219741"/>
          </a:xfrm>
          <a:custGeom>
            <a:avLst/>
            <a:gdLst>
              <a:gd name="connsiteX0" fmla="*/ 0 w 2802798"/>
              <a:gd name="connsiteY0" fmla="*/ 0 h 3992193"/>
              <a:gd name="connsiteX1" fmla="*/ 2769449 w 2802798"/>
              <a:gd name="connsiteY1" fmla="*/ 0 h 3992193"/>
              <a:gd name="connsiteX2" fmla="*/ 2772997 w 2802798"/>
              <a:gd name="connsiteY2" fmla="*/ 13799 h 3992193"/>
              <a:gd name="connsiteX3" fmla="*/ 2802798 w 2802798"/>
              <a:gd name="connsiteY3" fmla="*/ 309420 h 3992193"/>
              <a:gd name="connsiteX4" fmla="*/ 2802798 w 2802798"/>
              <a:gd name="connsiteY4" fmla="*/ 2525345 h 3992193"/>
              <a:gd name="connsiteX5" fmla="*/ 1335950 w 2802798"/>
              <a:gd name="connsiteY5" fmla="*/ 3992193 h 3992193"/>
              <a:gd name="connsiteX6" fmla="*/ 46143 w 2802798"/>
              <a:gd name="connsiteY6" fmla="*/ 3224532 h 3992193"/>
              <a:gd name="connsiteX7" fmla="*/ 0 w 2802798"/>
              <a:gd name="connsiteY7" fmla="*/ 3128746 h 39921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802798" h="3992193">
                <a:moveTo>
                  <a:pt x="0" y="0"/>
                </a:moveTo>
                <a:lnTo>
                  <a:pt x="2769449" y="0"/>
                </a:lnTo>
                <a:lnTo>
                  <a:pt x="2772997" y="13799"/>
                </a:lnTo>
                <a:cubicBezTo>
                  <a:pt x="2792537" y="109287"/>
                  <a:pt x="2802798" y="208155"/>
                  <a:pt x="2802798" y="309420"/>
                </a:cubicBezTo>
                <a:lnTo>
                  <a:pt x="2802798" y="2525345"/>
                </a:lnTo>
                <a:cubicBezTo>
                  <a:pt x="2802798" y="3335463"/>
                  <a:pt x="2146068" y="3992193"/>
                  <a:pt x="1335950" y="3992193"/>
                </a:cubicBezTo>
                <a:cubicBezTo>
                  <a:pt x="778994" y="3992193"/>
                  <a:pt x="294538" y="3681786"/>
                  <a:pt x="46143" y="3224532"/>
                </a:cubicBezTo>
                <a:lnTo>
                  <a:pt x="0" y="3128746"/>
                </a:lnTo>
                <a:close/>
              </a:path>
            </a:pathLst>
          </a:custGeom>
        </p:spPr>
      </p:pic>
      <p:cxnSp>
        <p:nvCxnSpPr>
          <p:cNvPr id="25" name="直接连接符 24"/>
          <p:cNvCxnSpPr/>
          <p:nvPr userDrawn="1">
            <p:custDataLst>
              <p:tags r:id="rId14"/>
            </p:custDataLst>
          </p:nvPr>
        </p:nvCxnSpPr>
        <p:spPr>
          <a:xfrm>
            <a:off x="11122861" y="681237"/>
            <a:ext cx="212725" cy="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 userDrawn="1">
            <p:custDataLst>
              <p:tags r:id="rId15"/>
            </p:custDataLst>
          </p:nvPr>
        </p:nvCxnSpPr>
        <p:spPr>
          <a:xfrm>
            <a:off x="11122861" y="756802"/>
            <a:ext cx="212725" cy="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/>
          <p:cNvCxnSpPr/>
          <p:nvPr userDrawn="1">
            <p:custDataLst>
              <p:tags r:id="rId16"/>
            </p:custDataLst>
          </p:nvPr>
        </p:nvCxnSpPr>
        <p:spPr>
          <a:xfrm>
            <a:off x="11122861" y="833002"/>
            <a:ext cx="212725" cy="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任意多边形: 形状 27"/>
          <p:cNvSpPr/>
          <p:nvPr userDrawn="1">
            <p:custDataLst>
              <p:tags r:id="rId17"/>
            </p:custDataLst>
          </p:nvPr>
        </p:nvSpPr>
        <p:spPr>
          <a:xfrm>
            <a:off x="0" y="0"/>
            <a:ext cx="1848171" cy="1847290"/>
          </a:xfrm>
          <a:custGeom>
            <a:avLst/>
            <a:gdLst>
              <a:gd name="connsiteX0" fmla="*/ 0 w 1556484"/>
              <a:gd name="connsiteY0" fmla="*/ 0 h 1555743"/>
              <a:gd name="connsiteX1" fmla="*/ 1556484 w 1556484"/>
              <a:gd name="connsiteY1" fmla="*/ 0 h 1555743"/>
              <a:gd name="connsiteX2" fmla="*/ 1548919 w 1556484"/>
              <a:gd name="connsiteY2" fmla="*/ 149820 h 1555743"/>
              <a:gd name="connsiteX3" fmla="*/ 150601 w 1556484"/>
              <a:gd name="connsiteY3" fmla="*/ 1548138 h 1555743"/>
              <a:gd name="connsiteX4" fmla="*/ 0 w 1556484"/>
              <a:gd name="connsiteY4" fmla="*/ 1555743 h 1555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56484" h="1555743">
                <a:moveTo>
                  <a:pt x="0" y="0"/>
                </a:moveTo>
                <a:lnTo>
                  <a:pt x="1556484" y="0"/>
                </a:lnTo>
                <a:lnTo>
                  <a:pt x="1548919" y="149820"/>
                </a:lnTo>
                <a:cubicBezTo>
                  <a:pt x="1474043" y="887113"/>
                  <a:pt x="887894" y="1473262"/>
                  <a:pt x="150601" y="1548138"/>
                </a:cubicBezTo>
                <a:lnTo>
                  <a:pt x="0" y="1555743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50000"/>
                </a:schemeClr>
              </a:gs>
              <a:gs pos="57000">
                <a:schemeClr val="accent1">
                  <a:alpha val="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29" name="图形 9"/>
          <p:cNvSpPr/>
          <p:nvPr userDrawn="1">
            <p:custDataLst>
              <p:tags r:id="rId18"/>
            </p:custDataLst>
          </p:nvPr>
        </p:nvSpPr>
        <p:spPr>
          <a:xfrm>
            <a:off x="9860071" y="4209212"/>
            <a:ext cx="368576" cy="368576"/>
          </a:xfrm>
          <a:custGeom>
            <a:avLst/>
            <a:gdLst>
              <a:gd name="connsiteX0" fmla="*/ 4846320 w 4846319"/>
              <a:gd name="connsiteY0" fmla="*/ 2423160 h 4846319"/>
              <a:gd name="connsiteX1" fmla="*/ 2423160 w 4846319"/>
              <a:gd name="connsiteY1" fmla="*/ 4846320 h 4846319"/>
              <a:gd name="connsiteX2" fmla="*/ 0 w 4846319"/>
              <a:gd name="connsiteY2" fmla="*/ 2423160 h 4846319"/>
              <a:gd name="connsiteX3" fmla="*/ 2423160 w 4846319"/>
              <a:gd name="connsiteY3" fmla="*/ 0 h 4846319"/>
              <a:gd name="connsiteX4" fmla="*/ 4846320 w 4846319"/>
              <a:gd name="connsiteY4" fmla="*/ 2423160 h 48463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46319" h="4846319">
                <a:moveTo>
                  <a:pt x="4846320" y="2423160"/>
                </a:moveTo>
                <a:cubicBezTo>
                  <a:pt x="3028950" y="2757773"/>
                  <a:pt x="2757773" y="3028950"/>
                  <a:pt x="2423160" y="4846320"/>
                </a:cubicBezTo>
                <a:cubicBezTo>
                  <a:pt x="2088547" y="3028950"/>
                  <a:pt x="1817370" y="2757773"/>
                  <a:pt x="0" y="2423160"/>
                </a:cubicBezTo>
                <a:cubicBezTo>
                  <a:pt x="1817370" y="2088547"/>
                  <a:pt x="2088547" y="1817370"/>
                  <a:pt x="2423160" y="0"/>
                </a:cubicBezTo>
                <a:cubicBezTo>
                  <a:pt x="2757773" y="1817370"/>
                  <a:pt x="3028950" y="2088547"/>
                  <a:pt x="4846320" y="2423160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endParaRPr lang="en-US"/>
          </a:p>
        </p:txBody>
      </p:sp>
      <p:sp>
        <p:nvSpPr>
          <p:cNvPr id="19" name="图形 9"/>
          <p:cNvSpPr/>
          <p:nvPr userDrawn="1">
            <p:custDataLst>
              <p:tags r:id="rId19"/>
            </p:custDataLst>
          </p:nvPr>
        </p:nvSpPr>
        <p:spPr>
          <a:xfrm>
            <a:off x="7432806" y="1962602"/>
            <a:ext cx="651502" cy="651502"/>
          </a:xfrm>
          <a:custGeom>
            <a:avLst/>
            <a:gdLst>
              <a:gd name="connsiteX0" fmla="*/ 4846320 w 4846319"/>
              <a:gd name="connsiteY0" fmla="*/ 2423160 h 4846319"/>
              <a:gd name="connsiteX1" fmla="*/ 2423160 w 4846319"/>
              <a:gd name="connsiteY1" fmla="*/ 4846320 h 4846319"/>
              <a:gd name="connsiteX2" fmla="*/ 0 w 4846319"/>
              <a:gd name="connsiteY2" fmla="*/ 2423160 h 4846319"/>
              <a:gd name="connsiteX3" fmla="*/ 2423160 w 4846319"/>
              <a:gd name="connsiteY3" fmla="*/ 0 h 4846319"/>
              <a:gd name="connsiteX4" fmla="*/ 4846320 w 4846319"/>
              <a:gd name="connsiteY4" fmla="*/ 2423160 h 48463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46319" h="4846319">
                <a:moveTo>
                  <a:pt x="4846320" y="2423160"/>
                </a:moveTo>
                <a:cubicBezTo>
                  <a:pt x="3028950" y="2757773"/>
                  <a:pt x="2757773" y="3028950"/>
                  <a:pt x="2423160" y="4846320"/>
                </a:cubicBezTo>
                <a:cubicBezTo>
                  <a:pt x="2088547" y="3028950"/>
                  <a:pt x="1817370" y="2757773"/>
                  <a:pt x="0" y="2423160"/>
                </a:cubicBezTo>
                <a:cubicBezTo>
                  <a:pt x="1817370" y="2088547"/>
                  <a:pt x="2088547" y="1817370"/>
                  <a:pt x="2423160" y="0"/>
                </a:cubicBezTo>
                <a:cubicBezTo>
                  <a:pt x="2757773" y="1817370"/>
                  <a:pt x="3028950" y="2088547"/>
                  <a:pt x="4846320" y="2423160"/>
                </a:cubicBezTo>
                <a:close/>
              </a:path>
            </a:pathLst>
          </a:custGeom>
          <a:solidFill>
            <a:schemeClr val="accent2"/>
          </a:solidFill>
          <a:ln w="9525" cap="flat">
            <a:noFill/>
            <a:prstDash val="solid"/>
            <a:miter/>
          </a:ln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endParaRPr lang="en-US" dirty="0"/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0"/>
            </p:custDataLst>
          </p:nvPr>
        </p:nvSpPr>
        <p:spPr>
          <a:xfrm>
            <a:off x="838200" y="1121410"/>
            <a:ext cx="6345555" cy="2763520"/>
          </a:xfrm>
        </p:spPr>
        <p:txBody>
          <a:bodyPr wrap="square" anchor="b">
            <a:normAutofit/>
          </a:bodyPr>
          <a:lstStyle>
            <a:lvl1pPr algn="l">
              <a:lnSpc>
                <a:spcPct val="100000"/>
              </a:lnSpc>
              <a:defRPr sz="540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>
              <a:latin typeface="+mj-lt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21"/>
            </p:custDataLst>
          </p:nvPr>
        </p:nvSpPr>
        <p:spPr>
          <a:xfrm>
            <a:off x="838199" y="4009006"/>
            <a:ext cx="5935099" cy="862543"/>
          </a:xfrm>
        </p:spPr>
        <p:txBody>
          <a:bodyPr wrap="square">
            <a:normAutofit/>
          </a:bodyPr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000">
                <a:latin typeface="+mj-lt"/>
              </a:defRPr>
            </a:lvl2pPr>
            <a:lvl3pPr marL="914400" indent="0" algn="ctr">
              <a:buNone/>
              <a:defRPr sz="1800">
                <a:latin typeface="+mj-lt"/>
              </a:defRPr>
            </a:lvl3pPr>
            <a:lvl4pPr marL="1371600" indent="0" algn="ctr">
              <a:buNone/>
              <a:defRPr sz="1600">
                <a:latin typeface="+mj-lt"/>
              </a:defRPr>
            </a:lvl4pPr>
            <a:lvl5pPr marL="1828800" indent="0" algn="ctr">
              <a:buNone/>
              <a:defRPr sz="1600">
                <a:latin typeface="+mj-lt"/>
              </a:defRPr>
            </a:lvl5pPr>
            <a:lvl6pPr marL="2286000" indent="0" algn="ctr">
              <a:buNone/>
              <a:defRPr sz="1600">
                <a:latin typeface="+mj-lt"/>
              </a:defRPr>
            </a:lvl6pPr>
            <a:lvl7pPr marL="2743200" indent="0" algn="ctr">
              <a:buNone/>
              <a:defRPr sz="1600">
                <a:latin typeface="+mj-lt"/>
              </a:defRPr>
            </a:lvl7pPr>
            <a:lvl8pPr marL="3200400" indent="0" algn="ctr">
              <a:buNone/>
              <a:defRPr sz="1600">
                <a:latin typeface="+mj-lt"/>
              </a:defRPr>
            </a:lvl8pPr>
            <a:lvl9pPr marL="3657600" indent="0" algn="ctr">
              <a:buNone/>
              <a:defRPr sz="1600">
                <a:latin typeface="+mj-lt"/>
              </a:defRPr>
            </a:lvl9pPr>
          </a:lstStyle>
          <a:p>
            <a:r>
              <a:rPr lang="en-US" dirty="0">
                <a:latin typeface="+mj-lt"/>
              </a:rPr>
              <a:t>Click to add subtitle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2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23"/>
            </p:custDataLst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24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10" name="公司名占位符 6"/>
          <p:cNvSpPr>
            <a:spLocks noGrp="1"/>
          </p:cNvSpPr>
          <p:nvPr>
            <p:ph type="body" sz="quarter" idx="13" hasCustomPrompt="1"/>
            <p:custDataLst>
              <p:tags r:id="rId25"/>
            </p:custDataLst>
          </p:nvPr>
        </p:nvSpPr>
        <p:spPr>
          <a:xfrm>
            <a:off x="838198" y="504000"/>
            <a:ext cx="2880000" cy="504000"/>
          </a:xfrm>
        </p:spPr>
        <p:txBody>
          <a:bodyPr wrap="square" anchor="ctr">
            <a:normAutofit/>
          </a:bodyPr>
          <a:lstStyle>
            <a:lvl1pPr marL="0" indent="0">
              <a:lnSpc>
                <a:spcPct val="100000"/>
              </a:lnSpc>
              <a:buNone/>
              <a:defRPr sz="1800"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26"/>
            </p:custDataLst>
          </p:nvPr>
        </p:nvSpPr>
        <p:spPr>
          <a:xfrm>
            <a:off x="839851" y="5116537"/>
            <a:ext cx="2880000" cy="57600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2"/>
              </a:gs>
              <a:gs pos="55000">
                <a:schemeClr val="accent1"/>
              </a:gs>
            </a:gsLst>
            <a:lin ang="2700000" scaled="1"/>
            <a:tileRect/>
          </a:gradFill>
          <a:effectLst>
            <a:outerShdw blurRad="101600" dist="101600" dir="2700000" algn="tl" rotWithShape="0">
              <a:schemeClr val="accent1">
                <a:alpha val="20000"/>
              </a:schemeClr>
            </a:outerShdw>
          </a:effectLst>
        </p:spPr>
        <p:txBody>
          <a:bodyPr wrap="square" lIns="0" tIns="0" rIns="0" bIns="0" anchor="ctr" anchorCtr="1">
            <a:normAutofit/>
          </a:bodyPr>
          <a:lstStyle>
            <a:lvl1pPr marL="0" indent="0" eaLnBrk="1" fontAlgn="auto" latinLnBrk="0" hangingPunct="1">
              <a:lnSpc>
                <a:spcPct val="90000"/>
              </a:lnSpc>
              <a:spcAft>
                <a:spcPts val="0"/>
              </a:spcAft>
              <a:buNone/>
              <a:defRPr lang="en-US" sz="1600" b="1" u="none" strike="noStrike" kern="1200" cap="none" spc="0" normalizeH="0" baseline="0" dirty="0">
                <a:solidFill>
                  <a:srgbClr val="FFFFFF"/>
                </a:solidFill>
                <a:uFillTx/>
                <a:latin typeface="+mn-lt"/>
              </a:defRPr>
            </a:lvl1pPr>
          </a:lstStyle>
          <a:p>
            <a:pPr marL="228600" lvl="0" indent="-228600" algn="ctr" fontAlgn="auto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6422">
                <a:schemeClr val="accent1">
                  <a:lumMod val="20000"/>
                  <a:lumOff val="80000"/>
                </a:schemeClr>
              </a:gs>
              <a:gs pos="53000">
                <a:schemeClr val="bg2"/>
              </a:gs>
              <a:gs pos="100000">
                <a:schemeClr val="bg1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/>
            <a:endParaRPr lang="en-US"/>
          </a:p>
        </p:txBody>
      </p:sp>
      <p:sp>
        <p:nvSpPr>
          <p:cNvPr id="8" name="椭圆 7"/>
          <p:cNvSpPr/>
          <p:nvPr userDrawn="1">
            <p:custDataLst>
              <p:tags r:id="rId3"/>
            </p:custDataLst>
          </p:nvPr>
        </p:nvSpPr>
        <p:spPr>
          <a:xfrm>
            <a:off x="6720054" y="3429000"/>
            <a:ext cx="3068676" cy="3068676"/>
          </a:xfrm>
          <a:prstGeom prst="ellipse">
            <a:avLst/>
          </a:prstGeom>
          <a:gradFill flip="none" rotWithShape="1">
            <a:gsLst>
              <a:gs pos="75000">
                <a:schemeClr val="accent2"/>
              </a:gs>
              <a:gs pos="0">
                <a:schemeClr val="accent2">
                  <a:alpha val="0"/>
                </a:schemeClr>
              </a:gs>
            </a:gsLst>
            <a:lin ang="13500000" scaled="1"/>
            <a:tileRect/>
          </a:gradFill>
          <a:ln>
            <a:noFill/>
          </a:ln>
          <a:effectLst>
            <a:softEdge rad="571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9" name="任意多边形: 形状 8"/>
          <p:cNvSpPr/>
          <p:nvPr userDrawn="1">
            <p:custDataLst>
              <p:tags r:id="rId4"/>
            </p:custDataLst>
          </p:nvPr>
        </p:nvSpPr>
        <p:spPr>
          <a:xfrm flipH="1" flipV="1">
            <a:off x="9258304" y="3925701"/>
            <a:ext cx="2933696" cy="2932298"/>
          </a:xfrm>
          <a:custGeom>
            <a:avLst/>
            <a:gdLst>
              <a:gd name="connsiteX0" fmla="*/ 0 w 1556484"/>
              <a:gd name="connsiteY0" fmla="*/ 0 h 1555743"/>
              <a:gd name="connsiteX1" fmla="*/ 1556484 w 1556484"/>
              <a:gd name="connsiteY1" fmla="*/ 0 h 1555743"/>
              <a:gd name="connsiteX2" fmla="*/ 1548919 w 1556484"/>
              <a:gd name="connsiteY2" fmla="*/ 149820 h 1555743"/>
              <a:gd name="connsiteX3" fmla="*/ 150601 w 1556484"/>
              <a:gd name="connsiteY3" fmla="*/ 1548138 h 1555743"/>
              <a:gd name="connsiteX4" fmla="*/ 0 w 1556484"/>
              <a:gd name="connsiteY4" fmla="*/ 1555743 h 1555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56484" h="1555743">
                <a:moveTo>
                  <a:pt x="0" y="0"/>
                </a:moveTo>
                <a:lnTo>
                  <a:pt x="1556484" y="0"/>
                </a:lnTo>
                <a:lnTo>
                  <a:pt x="1548919" y="149820"/>
                </a:lnTo>
                <a:cubicBezTo>
                  <a:pt x="1474043" y="887113"/>
                  <a:pt x="887894" y="1473262"/>
                  <a:pt x="150601" y="1548138"/>
                </a:cubicBezTo>
                <a:lnTo>
                  <a:pt x="0" y="1555743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50000"/>
                </a:schemeClr>
              </a:gs>
              <a:gs pos="57000">
                <a:schemeClr val="accent1">
                  <a:alpha val="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/>
            <a:endParaRPr lang="en-US"/>
          </a:p>
        </p:txBody>
      </p:sp>
      <p:sp>
        <p:nvSpPr>
          <p:cNvPr id="11" name="矩形: 圆角 10"/>
          <p:cNvSpPr/>
          <p:nvPr userDrawn="1">
            <p:custDataLst>
              <p:tags r:id="rId5"/>
            </p:custDataLst>
          </p:nvPr>
        </p:nvSpPr>
        <p:spPr>
          <a:xfrm>
            <a:off x="8278065" y="1016000"/>
            <a:ext cx="2933696" cy="5041900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12" name="椭圆 11"/>
          <p:cNvSpPr/>
          <p:nvPr userDrawn="1">
            <p:custDataLst>
              <p:tags r:id="rId6"/>
            </p:custDataLst>
          </p:nvPr>
        </p:nvSpPr>
        <p:spPr>
          <a:xfrm>
            <a:off x="10436678" y="5241025"/>
            <a:ext cx="1149564" cy="1149564"/>
          </a:xfrm>
          <a:prstGeom prst="ellipse">
            <a:avLst/>
          </a:prstGeom>
          <a:gradFill flip="none" rotWithShape="1">
            <a:gsLst>
              <a:gs pos="76000">
                <a:schemeClr val="accent2"/>
              </a:gs>
              <a:gs pos="0">
                <a:schemeClr val="accent2">
                  <a:alpha val="0"/>
                </a:schemeClr>
              </a:gs>
            </a:gsLst>
            <a:lin ang="13500000" scaled="1"/>
            <a:tileRect/>
          </a:gradFill>
          <a:ln>
            <a:noFill/>
          </a:ln>
          <a:effectLst>
            <a:softEdge rad="2540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13" name="矩形: 圆角 12"/>
          <p:cNvSpPr/>
          <p:nvPr userDrawn="1">
            <p:custDataLst>
              <p:tags r:id="rId7"/>
            </p:custDataLst>
          </p:nvPr>
        </p:nvSpPr>
        <p:spPr>
          <a:xfrm>
            <a:off x="7760848" y="1016000"/>
            <a:ext cx="2933696" cy="50419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15" name="弧形 14"/>
          <p:cNvSpPr/>
          <p:nvPr userDrawn="1">
            <p:custDataLst>
              <p:tags r:id="rId8"/>
            </p:custDataLst>
          </p:nvPr>
        </p:nvSpPr>
        <p:spPr>
          <a:xfrm rot="3870695">
            <a:off x="8401456" y="972063"/>
            <a:ext cx="1676873" cy="5677950"/>
          </a:xfrm>
          <a:prstGeom prst="arc">
            <a:avLst>
              <a:gd name="adj1" fmla="val 3401350"/>
              <a:gd name="adj2" fmla="val 6993367"/>
            </a:avLst>
          </a:prstGeom>
          <a:ln w="25400" cap="rnd">
            <a:solidFill>
              <a:schemeClr val="accent3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>
                <a:solidFill>
                  <a:schemeClr val="tx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16" name="弧形 15"/>
          <p:cNvSpPr/>
          <p:nvPr userDrawn="1">
            <p:custDataLst>
              <p:tags r:id="rId9"/>
            </p:custDataLst>
          </p:nvPr>
        </p:nvSpPr>
        <p:spPr>
          <a:xfrm rot="3870695">
            <a:off x="8401456" y="972063"/>
            <a:ext cx="1676873" cy="5677950"/>
          </a:xfrm>
          <a:prstGeom prst="arc">
            <a:avLst>
              <a:gd name="adj1" fmla="val 15447740"/>
              <a:gd name="adj2" fmla="val 19307839"/>
            </a:avLst>
          </a:prstGeom>
          <a:ln w="25400" cap="rnd">
            <a:solidFill>
              <a:schemeClr val="accent3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>
                <a:solidFill>
                  <a:schemeClr val="tx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17" name="图形 9"/>
          <p:cNvSpPr/>
          <p:nvPr userDrawn="1">
            <p:custDataLst>
              <p:tags r:id="rId10"/>
            </p:custDataLst>
          </p:nvPr>
        </p:nvSpPr>
        <p:spPr>
          <a:xfrm>
            <a:off x="7183547" y="1646415"/>
            <a:ext cx="372193" cy="372193"/>
          </a:xfrm>
          <a:custGeom>
            <a:avLst/>
            <a:gdLst>
              <a:gd name="connsiteX0" fmla="*/ 4846320 w 4846319"/>
              <a:gd name="connsiteY0" fmla="*/ 2423160 h 4846319"/>
              <a:gd name="connsiteX1" fmla="*/ 2423160 w 4846319"/>
              <a:gd name="connsiteY1" fmla="*/ 4846320 h 4846319"/>
              <a:gd name="connsiteX2" fmla="*/ 0 w 4846319"/>
              <a:gd name="connsiteY2" fmla="*/ 2423160 h 4846319"/>
              <a:gd name="connsiteX3" fmla="*/ 2423160 w 4846319"/>
              <a:gd name="connsiteY3" fmla="*/ 0 h 4846319"/>
              <a:gd name="connsiteX4" fmla="*/ 4846320 w 4846319"/>
              <a:gd name="connsiteY4" fmla="*/ 2423160 h 48463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46319" h="4846319">
                <a:moveTo>
                  <a:pt x="4846320" y="2423160"/>
                </a:moveTo>
                <a:cubicBezTo>
                  <a:pt x="3028950" y="2757773"/>
                  <a:pt x="2757773" y="3028950"/>
                  <a:pt x="2423160" y="4846320"/>
                </a:cubicBezTo>
                <a:cubicBezTo>
                  <a:pt x="2088547" y="3028950"/>
                  <a:pt x="1817370" y="2757773"/>
                  <a:pt x="0" y="2423160"/>
                </a:cubicBezTo>
                <a:cubicBezTo>
                  <a:pt x="1817370" y="2088547"/>
                  <a:pt x="2088547" y="1817370"/>
                  <a:pt x="2423160" y="0"/>
                </a:cubicBezTo>
                <a:cubicBezTo>
                  <a:pt x="2757773" y="1817370"/>
                  <a:pt x="3028950" y="2088547"/>
                  <a:pt x="4846320" y="2423160"/>
                </a:cubicBezTo>
                <a:close/>
              </a:path>
            </a:pathLst>
          </a:custGeom>
          <a:solidFill>
            <a:schemeClr val="accent2"/>
          </a:solidFill>
          <a:ln w="9525" cap="flat">
            <a:noFill/>
            <a:prstDash val="solid"/>
            <a:miter/>
          </a:ln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endParaRPr lang="en-US"/>
          </a:p>
        </p:txBody>
      </p:sp>
      <p:pic>
        <p:nvPicPr>
          <p:cNvPr id="21" name="图形 11"/>
          <p:cNvPicPr>
            <a:picLocks noChangeAspect="1"/>
          </p:cNvPicPr>
          <p:nvPr userDrawn="1">
            <p:custDataLst>
              <p:tags r:id="rId11"/>
            </p:custDataLst>
          </p:nvPr>
        </p:nvPicPr>
        <p:blipFill rotWithShape="1"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 b="15734"/>
          <a:stretch>
            <a:fillRect/>
          </a:stretch>
        </p:blipFill>
        <p:spPr>
          <a:xfrm>
            <a:off x="7915247" y="1806269"/>
            <a:ext cx="3203499" cy="4219741"/>
          </a:xfrm>
          <a:custGeom>
            <a:avLst/>
            <a:gdLst>
              <a:gd name="connsiteX0" fmla="*/ 0 w 2802798"/>
              <a:gd name="connsiteY0" fmla="*/ 0 h 3992193"/>
              <a:gd name="connsiteX1" fmla="*/ 2769449 w 2802798"/>
              <a:gd name="connsiteY1" fmla="*/ 0 h 3992193"/>
              <a:gd name="connsiteX2" fmla="*/ 2772997 w 2802798"/>
              <a:gd name="connsiteY2" fmla="*/ 13799 h 3992193"/>
              <a:gd name="connsiteX3" fmla="*/ 2802798 w 2802798"/>
              <a:gd name="connsiteY3" fmla="*/ 309420 h 3992193"/>
              <a:gd name="connsiteX4" fmla="*/ 2802798 w 2802798"/>
              <a:gd name="connsiteY4" fmla="*/ 2525345 h 3992193"/>
              <a:gd name="connsiteX5" fmla="*/ 1335950 w 2802798"/>
              <a:gd name="connsiteY5" fmla="*/ 3992193 h 3992193"/>
              <a:gd name="connsiteX6" fmla="*/ 46143 w 2802798"/>
              <a:gd name="connsiteY6" fmla="*/ 3224532 h 3992193"/>
              <a:gd name="connsiteX7" fmla="*/ 0 w 2802798"/>
              <a:gd name="connsiteY7" fmla="*/ 3128746 h 39921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802798" h="3992193">
                <a:moveTo>
                  <a:pt x="0" y="0"/>
                </a:moveTo>
                <a:lnTo>
                  <a:pt x="2769449" y="0"/>
                </a:lnTo>
                <a:lnTo>
                  <a:pt x="2772997" y="13799"/>
                </a:lnTo>
                <a:cubicBezTo>
                  <a:pt x="2792537" y="109287"/>
                  <a:pt x="2802798" y="208155"/>
                  <a:pt x="2802798" y="309420"/>
                </a:cubicBezTo>
                <a:lnTo>
                  <a:pt x="2802798" y="2525345"/>
                </a:lnTo>
                <a:cubicBezTo>
                  <a:pt x="2802798" y="3335463"/>
                  <a:pt x="2146068" y="3992193"/>
                  <a:pt x="1335950" y="3992193"/>
                </a:cubicBezTo>
                <a:cubicBezTo>
                  <a:pt x="778994" y="3992193"/>
                  <a:pt x="294538" y="3681786"/>
                  <a:pt x="46143" y="3224532"/>
                </a:cubicBezTo>
                <a:lnTo>
                  <a:pt x="0" y="3128746"/>
                </a:lnTo>
                <a:close/>
              </a:path>
            </a:pathLst>
          </a:custGeom>
        </p:spPr>
      </p:pic>
      <p:cxnSp>
        <p:nvCxnSpPr>
          <p:cNvPr id="25" name="直接连接符 24"/>
          <p:cNvCxnSpPr/>
          <p:nvPr userDrawn="1">
            <p:custDataLst>
              <p:tags r:id="rId14"/>
            </p:custDataLst>
          </p:nvPr>
        </p:nvCxnSpPr>
        <p:spPr>
          <a:xfrm>
            <a:off x="11122861" y="681237"/>
            <a:ext cx="212725" cy="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 userDrawn="1">
            <p:custDataLst>
              <p:tags r:id="rId15"/>
            </p:custDataLst>
          </p:nvPr>
        </p:nvCxnSpPr>
        <p:spPr>
          <a:xfrm>
            <a:off x="11122861" y="756802"/>
            <a:ext cx="212725" cy="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/>
          <p:cNvCxnSpPr/>
          <p:nvPr userDrawn="1">
            <p:custDataLst>
              <p:tags r:id="rId16"/>
            </p:custDataLst>
          </p:nvPr>
        </p:nvCxnSpPr>
        <p:spPr>
          <a:xfrm>
            <a:off x="11122861" y="833002"/>
            <a:ext cx="212725" cy="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任意多边形: 形状 27"/>
          <p:cNvSpPr/>
          <p:nvPr userDrawn="1">
            <p:custDataLst>
              <p:tags r:id="rId17"/>
            </p:custDataLst>
          </p:nvPr>
        </p:nvSpPr>
        <p:spPr>
          <a:xfrm>
            <a:off x="0" y="0"/>
            <a:ext cx="1848171" cy="1847290"/>
          </a:xfrm>
          <a:custGeom>
            <a:avLst/>
            <a:gdLst>
              <a:gd name="connsiteX0" fmla="*/ 0 w 1556484"/>
              <a:gd name="connsiteY0" fmla="*/ 0 h 1555743"/>
              <a:gd name="connsiteX1" fmla="*/ 1556484 w 1556484"/>
              <a:gd name="connsiteY1" fmla="*/ 0 h 1555743"/>
              <a:gd name="connsiteX2" fmla="*/ 1548919 w 1556484"/>
              <a:gd name="connsiteY2" fmla="*/ 149820 h 1555743"/>
              <a:gd name="connsiteX3" fmla="*/ 150601 w 1556484"/>
              <a:gd name="connsiteY3" fmla="*/ 1548138 h 1555743"/>
              <a:gd name="connsiteX4" fmla="*/ 0 w 1556484"/>
              <a:gd name="connsiteY4" fmla="*/ 1555743 h 1555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56484" h="1555743">
                <a:moveTo>
                  <a:pt x="0" y="0"/>
                </a:moveTo>
                <a:lnTo>
                  <a:pt x="1556484" y="0"/>
                </a:lnTo>
                <a:lnTo>
                  <a:pt x="1548919" y="149820"/>
                </a:lnTo>
                <a:cubicBezTo>
                  <a:pt x="1474043" y="887113"/>
                  <a:pt x="887894" y="1473262"/>
                  <a:pt x="150601" y="1548138"/>
                </a:cubicBezTo>
                <a:lnTo>
                  <a:pt x="0" y="1555743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50000"/>
                </a:schemeClr>
              </a:gs>
              <a:gs pos="57000">
                <a:schemeClr val="accent1">
                  <a:alpha val="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29" name="图形 9"/>
          <p:cNvSpPr/>
          <p:nvPr userDrawn="1">
            <p:custDataLst>
              <p:tags r:id="rId18"/>
            </p:custDataLst>
          </p:nvPr>
        </p:nvSpPr>
        <p:spPr>
          <a:xfrm>
            <a:off x="9860071" y="4209212"/>
            <a:ext cx="368576" cy="368576"/>
          </a:xfrm>
          <a:custGeom>
            <a:avLst/>
            <a:gdLst>
              <a:gd name="connsiteX0" fmla="*/ 4846320 w 4846319"/>
              <a:gd name="connsiteY0" fmla="*/ 2423160 h 4846319"/>
              <a:gd name="connsiteX1" fmla="*/ 2423160 w 4846319"/>
              <a:gd name="connsiteY1" fmla="*/ 4846320 h 4846319"/>
              <a:gd name="connsiteX2" fmla="*/ 0 w 4846319"/>
              <a:gd name="connsiteY2" fmla="*/ 2423160 h 4846319"/>
              <a:gd name="connsiteX3" fmla="*/ 2423160 w 4846319"/>
              <a:gd name="connsiteY3" fmla="*/ 0 h 4846319"/>
              <a:gd name="connsiteX4" fmla="*/ 4846320 w 4846319"/>
              <a:gd name="connsiteY4" fmla="*/ 2423160 h 48463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46319" h="4846319">
                <a:moveTo>
                  <a:pt x="4846320" y="2423160"/>
                </a:moveTo>
                <a:cubicBezTo>
                  <a:pt x="3028950" y="2757773"/>
                  <a:pt x="2757773" y="3028950"/>
                  <a:pt x="2423160" y="4846320"/>
                </a:cubicBezTo>
                <a:cubicBezTo>
                  <a:pt x="2088547" y="3028950"/>
                  <a:pt x="1817370" y="2757773"/>
                  <a:pt x="0" y="2423160"/>
                </a:cubicBezTo>
                <a:cubicBezTo>
                  <a:pt x="1817370" y="2088547"/>
                  <a:pt x="2088547" y="1817370"/>
                  <a:pt x="2423160" y="0"/>
                </a:cubicBezTo>
                <a:cubicBezTo>
                  <a:pt x="2757773" y="1817370"/>
                  <a:pt x="3028950" y="2088547"/>
                  <a:pt x="4846320" y="2423160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endParaRPr lang="en-US"/>
          </a:p>
        </p:txBody>
      </p:sp>
      <p:sp>
        <p:nvSpPr>
          <p:cNvPr id="19" name="图形 9"/>
          <p:cNvSpPr/>
          <p:nvPr userDrawn="1">
            <p:custDataLst>
              <p:tags r:id="rId19"/>
            </p:custDataLst>
          </p:nvPr>
        </p:nvSpPr>
        <p:spPr>
          <a:xfrm>
            <a:off x="7432806" y="1962602"/>
            <a:ext cx="651502" cy="651502"/>
          </a:xfrm>
          <a:custGeom>
            <a:avLst/>
            <a:gdLst>
              <a:gd name="connsiteX0" fmla="*/ 4846320 w 4846319"/>
              <a:gd name="connsiteY0" fmla="*/ 2423160 h 4846319"/>
              <a:gd name="connsiteX1" fmla="*/ 2423160 w 4846319"/>
              <a:gd name="connsiteY1" fmla="*/ 4846320 h 4846319"/>
              <a:gd name="connsiteX2" fmla="*/ 0 w 4846319"/>
              <a:gd name="connsiteY2" fmla="*/ 2423160 h 4846319"/>
              <a:gd name="connsiteX3" fmla="*/ 2423160 w 4846319"/>
              <a:gd name="connsiteY3" fmla="*/ 0 h 4846319"/>
              <a:gd name="connsiteX4" fmla="*/ 4846320 w 4846319"/>
              <a:gd name="connsiteY4" fmla="*/ 2423160 h 48463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46319" h="4846319">
                <a:moveTo>
                  <a:pt x="4846320" y="2423160"/>
                </a:moveTo>
                <a:cubicBezTo>
                  <a:pt x="3028950" y="2757773"/>
                  <a:pt x="2757773" y="3028950"/>
                  <a:pt x="2423160" y="4846320"/>
                </a:cubicBezTo>
                <a:cubicBezTo>
                  <a:pt x="2088547" y="3028950"/>
                  <a:pt x="1817370" y="2757773"/>
                  <a:pt x="0" y="2423160"/>
                </a:cubicBezTo>
                <a:cubicBezTo>
                  <a:pt x="1817370" y="2088547"/>
                  <a:pt x="2088547" y="1817370"/>
                  <a:pt x="2423160" y="0"/>
                </a:cubicBezTo>
                <a:cubicBezTo>
                  <a:pt x="2757773" y="1817370"/>
                  <a:pt x="3028950" y="2088547"/>
                  <a:pt x="4846320" y="2423160"/>
                </a:cubicBezTo>
                <a:close/>
              </a:path>
            </a:pathLst>
          </a:custGeom>
          <a:solidFill>
            <a:schemeClr val="accent2"/>
          </a:solidFill>
          <a:ln w="9525" cap="flat">
            <a:noFill/>
            <a:prstDash val="solid"/>
            <a:miter/>
          </a:ln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endParaRPr lang="en-US" dirty="0"/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0"/>
            </p:custDataLst>
          </p:nvPr>
        </p:nvSpPr>
        <p:spPr>
          <a:xfrm>
            <a:off x="838200" y="1121410"/>
            <a:ext cx="6345555" cy="2763520"/>
          </a:xfrm>
        </p:spPr>
        <p:txBody>
          <a:bodyPr wrap="square" anchor="b">
            <a:normAutofit/>
          </a:bodyPr>
          <a:lstStyle>
            <a:lvl1pPr algn="l">
              <a:lnSpc>
                <a:spcPct val="100000"/>
              </a:lnSpc>
              <a:defRPr sz="540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>
              <a:latin typeface="+mj-lt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21"/>
            </p:custDataLst>
          </p:nvPr>
        </p:nvSpPr>
        <p:spPr>
          <a:xfrm>
            <a:off x="838199" y="4009006"/>
            <a:ext cx="5935099" cy="862543"/>
          </a:xfrm>
        </p:spPr>
        <p:txBody>
          <a:bodyPr wrap="square">
            <a:normAutofit/>
          </a:bodyPr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000">
                <a:latin typeface="+mj-lt"/>
              </a:defRPr>
            </a:lvl2pPr>
            <a:lvl3pPr marL="914400" indent="0" algn="ctr">
              <a:buNone/>
              <a:defRPr sz="1800">
                <a:latin typeface="+mj-lt"/>
              </a:defRPr>
            </a:lvl3pPr>
            <a:lvl4pPr marL="1371600" indent="0" algn="ctr">
              <a:buNone/>
              <a:defRPr sz="1600">
                <a:latin typeface="+mj-lt"/>
              </a:defRPr>
            </a:lvl4pPr>
            <a:lvl5pPr marL="1828800" indent="0" algn="ctr">
              <a:buNone/>
              <a:defRPr sz="1600">
                <a:latin typeface="+mj-lt"/>
              </a:defRPr>
            </a:lvl5pPr>
            <a:lvl6pPr marL="2286000" indent="0" algn="ctr">
              <a:buNone/>
              <a:defRPr sz="1600">
                <a:latin typeface="+mj-lt"/>
              </a:defRPr>
            </a:lvl6pPr>
            <a:lvl7pPr marL="2743200" indent="0" algn="ctr">
              <a:buNone/>
              <a:defRPr sz="1600">
                <a:latin typeface="+mj-lt"/>
              </a:defRPr>
            </a:lvl7pPr>
            <a:lvl8pPr marL="3200400" indent="0" algn="ctr">
              <a:buNone/>
              <a:defRPr sz="1600">
                <a:latin typeface="+mj-lt"/>
              </a:defRPr>
            </a:lvl8pPr>
            <a:lvl9pPr marL="3657600" indent="0" algn="ctr">
              <a:buNone/>
              <a:defRPr sz="1600">
                <a:latin typeface="+mj-lt"/>
              </a:defRPr>
            </a:lvl9pPr>
          </a:lstStyle>
          <a:p>
            <a:r>
              <a:rPr lang="en-US" dirty="0">
                <a:latin typeface="+mj-lt"/>
              </a:rPr>
              <a:t>Click to add subtitle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2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23"/>
            </p:custDataLst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24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10" name="公司名占位符 6"/>
          <p:cNvSpPr>
            <a:spLocks noGrp="1"/>
          </p:cNvSpPr>
          <p:nvPr>
            <p:ph type="body" sz="quarter" idx="13" hasCustomPrompt="1"/>
            <p:custDataLst>
              <p:tags r:id="rId25"/>
            </p:custDataLst>
          </p:nvPr>
        </p:nvSpPr>
        <p:spPr>
          <a:xfrm>
            <a:off x="838198" y="504000"/>
            <a:ext cx="2880000" cy="504000"/>
          </a:xfrm>
        </p:spPr>
        <p:txBody>
          <a:bodyPr wrap="square" anchor="ctr">
            <a:normAutofit/>
          </a:bodyPr>
          <a:lstStyle>
            <a:lvl1pPr marL="0" indent="0">
              <a:lnSpc>
                <a:spcPct val="100000"/>
              </a:lnSpc>
              <a:buNone/>
              <a:defRPr sz="1800"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26"/>
            </p:custDataLst>
          </p:nvPr>
        </p:nvSpPr>
        <p:spPr>
          <a:xfrm>
            <a:off x="839851" y="5116537"/>
            <a:ext cx="2880000" cy="57600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2"/>
              </a:gs>
              <a:gs pos="55000">
                <a:schemeClr val="accent1"/>
              </a:gs>
            </a:gsLst>
            <a:lin ang="2700000" scaled="1"/>
            <a:tileRect/>
          </a:gradFill>
          <a:effectLst>
            <a:outerShdw blurRad="101600" dist="101600" dir="2700000" algn="tl" rotWithShape="0">
              <a:schemeClr val="accent1">
                <a:alpha val="20000"/>
              </a:schemeClr>
            </a:outerShdw>
          </a:effectLst>
        </p:spPr>
        <p:txBody>
          <a:bodyPr wrap="square" lIns="0" tIns="0" rIns="0" bIns="0" anchor="ctr" anchorCtr="1">
            <a:normAutofit/>
          </a:bodyPr>
          <a:lstStyle>
            <a:lvl1pPr marL="0" indent="0" eaLnBrk="1" fontAlgn="auto" latinLnBrk="0" hangingPunct="1">
              <a:lnSpc>
                <a:spcPct val="90000"/>
              </a:lnSpc>
              <a:spcAft>
                <a:spcPts val="0"/>
              </a:spcAft>
              <a:buNone/>
              <a:defRPr lang="en-US" sz="1600" b="1" u="none" strike="noStrike" kern="1200" cap="none" spc="0" normalizeH="0" baseline="0" dirty="0">
                <a:solidFill>
                  <a:srgbClr val="FFFFFF"/>
                </a:solidFill>
                <a:uFillTx/>
                <a:latin typeface="+mn-lt"/>
              </a:defRPr>
            </a:lvl1pPr>
          </a:lstStyle>
          <a:p>
            <a:pPr marL="228600" lvl="0" indent="-228600" algn="ctr" fontAlgn="auto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6422">
                <a:schemeClr val="accent1">
                  <a:lumMod val="20000"/>
                  <a:lumOff val="80000"/>
                </a:schemeClr>
              </a:gs>
              <a:gs pos="53000">
                <a:schemeClr val="bg2"/>
              </a:gs>
              <a:gs pos="100000">
                <a:schemeClr val="bg1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/>
            <a:endParaRPr lang="en-US"/>
          </a:p>
        </p:txBody>
      </p:sp>
      <p:sp>
        <p:nvSpPr>
          <p:cNvPr id="8" name="椭圆 7"/>
          <p:cNvSpPr/>
          <p:nvPr userDrawn="1">
            <p:custDataLst>
              <p:tags r:id="rId3"/>
            </p:custDataLst>
          </p:nvPr>
        </p:nvSpPr>
        <p:spPr>
          <a:xfrm>
            <a:off x="6720054" y="3429000"/>
            <a:ext cx="3068676" cy="3068676"/>
          </a:xfrm>
          <a:prstGeom prst="ellipse">
            <a:avLst/>
          </a:prstGeom>
          <a:gradFill flip="none" rotWithShape="1">
            <a:gsLst>
              <a:gs pos="75000">
                <a:schemeClr val="accent2"/>
              </a:gs>
              <a:gs pos="0">
                <a:schemeClr val="accent2">
                  <a:alpha val="0"/>
                </a:schemeClr>
              </a:gs>
            </a:gsLst>
            <a:lin ang="13500000" scaled="1"/>
            <a:tileRect/>
          </a:gradFill>
          <a:ln>
            <a:noFill/>
          </a:ln>
          <a:effectLst>
            <a:softEdge rad="571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9" name="任意多边形: 形状 8"/>
          <p:cNvSpPr/>
          <p:nvPr userDrawn="1">
            <p:custDataLst>
              <p:tags r:id="rId4"/>
            </p:custDataLst>
          </p:nvPr>
        </p:nvSpPr>
        <p:spPr>
          <a:xfrm flipH="1" flipV="1">
            <a:off x="9258304" y="3925701"/>
            <a:ext cx="2933696" cy="2932298"/>
          </a:xfrm>
          <a:custGeom>
            <a:avLst/>
            <a:gdLst>
              <a:gd name="connsiteX0" fmla="*/ 0 w 1556484"/>
              <a:gd name="connsiteY0" fmla="*/ 0 h 1555743"/>
              <a:gd name="connsiteX1" fmla="*/ 1556484 w 1556484"/>
              <a:gd name="connsiteY1" fmla="*/ 0 h 1555743"/>
              <a:gd name="connsiteX2" fmla="*/ 1548919 w 1556484"/>
              <a:gd name="connsiteY2" fmla="*/ 149820 h 1555743"/>
              <a:gd name="connsiteX3" fmla="*/ 150601 w 1556484"/>
              <a:gd name="connsiteY3" fmla="*/ 1548138 h 1555743"/>
              <a:gd name="connsiteX4" fmla="*/ 0 w 1556484"/>
              <a:gd name="connsiteY4" fmla="*/ 1555743 h 1555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56484" h="1555743">
                <a:moveTo>
                  <a:pt x="0" y="0"/>
                </a:moveTo>
                <a:lnTo>
                  <a:pt x="1556484" y="0"/>
                </a:lnTo>
                <a:lnTo>
                  <a:pt x="1548919" y="149820"/>
                </a:lnTo>
                <a:cubicBezTo>
                  <a:pt x="1474043" y="887113"/>
                  <a:pt x="887894" y="1473262"/>
                  <a:pt x="150601" y="1548138"/>
                </a:cubicBezTo>
                <a:lnTo>
                  <a:pt x="0" y="1555743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50000"/>
                </a:schemeClr>
              </a:gs>
              <a:gs pos="57000">
                <a:schemeClr val="accent1">
                  <a:alpha val="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/>
            <a:endParaRPr lang="en-US"/>
          </a:p>
        </p:txBody>
      </p:sp>
      <p:sp>
        <p:nvSpPr>
          <p:cNvPr id="11" name="矩形: 圆角 10"/>
          <p:cNvSpPr/>
          <p:nvPr userDrawn="1">
            <p:custDataLst>
              <p:tags r:id="rId5"/>
            </p:custDataLst>
          </p:nvPr>
        </p:nvSpPr>
        <p:spPr>
          <a:xfrm>
            <a:off x="8278065" y="1016000"/>
            <a:ext cx="2933696" cy="5041900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12" name="椭圆 11"/>
          <p:cNvSpPr/>
          <p:nvPr userDrawn="1">
            <p:custDataLst>
              <p:tags r:id="rId6"/>
            </p:custDataLst>
          </p:nvPr>
        </p:nvSpPr>
        <p:spPr>
          <a:xfrm>
            <a:off x="10436678" y="5241025"/>
            <a:ext cx="1149564" cy="1149564"/>
          </a:xfrm>
          <a:prstGeom prst="ellipse">
            <a:avLst/>
          </a:prstGeom>
          <a:gradFill flip="none" rotWithShape="1">
            <a:gsLst>
              <a:gs pos="76000">
                <a:schemeClr val="accent2"/>
              </a:gs>
              <a:gs pos="0">
                <a:schemeClr val="accent2">
                  <a:alpha val="0"/>
                </a:schemeClr>
              </a:gs>
            </a:gsLst>
            <a:lin ang="13500000" scaled="1"/>
            <a:tileRect/>
          </a:gradFill>
          <a:ln>
            <a:noFill/>
          </a:ln>
          <a:effectLst>
            <a:softEdge rad="2540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13" name="矩形: 圆角 12"/>
          <p:cNvSpPr/>
          <p:nvPr userDrawn="1">
            <p:custDataLst>
              <p:tags r:id="rId7"/>
            </p:custDataLst>
          </p:nvPr>
        </p:nvSpPr>
        <p:spPr>
          <a:xfrm>
            <a:off x="7760848" y="1016000"/>
            <a:ext cx="2933696" cy="50419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15" name="弧形 14"/>
          <p:cNvSpPr/>
          <p:nvPr userDrawn="1">
            <p:custDataLst>
              <p:tags r:id="rId8"/>
            </p:custDataLst>
          </p:nvPr>
        </p:nvSpPr>
        <p:spPr>
          <a:xfrm rot="3870695">
            <a:off x="8401456" y="972063"/>
            <a:ext cx="1676873" cy="5677950"/>
          </a:xfrm>
          <a:prstGeom prst="arc">
            <a:avLst>
              <a:gd name="adj1" fmla="val 3401350"/>
              <a:gd name="adj2" fmla="val 6993367"/>
            </a:avLst>
          </a:prstGeom>
          <a:ln w="25400" cap="rnd">
            <a:solidFill>
              <a:schemeClr val="accent3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>
                <a:solidFill>
                  <a:schemeClr val="tx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16" name="弧形 15"/>
          <p:cNvSpPr/>
          <p:nvPr userDrawn="1">
            <p:custDataLst>
              <p:tags r:id="rId9"/>
            </p:custDataLst>
          </p:nvPr>
        </p:nvSpPr>
        <p:spPr>
          <a:xfrm rot="3870695">
            <a:off x="8401456" y="972063"/>
            <a:ext cx="1676873" cy="5677950"/>
          </a:xfrm>
          <a:prstGeom prst="arc">
            <a:avLst>
              <a:gd name="adj1" fmla="val 15447740"/>
              <a:gd name="adj2" fmla="val 19307839"/>
            </a:avLst>
          </a:prstGeom>
          <a:ln w="25400" cap="rnd">
            <a:solidFill>
              <a:schemeClr val="accent3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>
                <a:solidFill>
                  <a:schemeClr val="tx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17" name="图形 9"/>
          <p:cNvSpPr/>
          <p:nvPr userDrawn="1">
            <p:custDataLst>
              <p:tags r:id="rId10"/>
            </p:custDataLst>
          </p:nvPr>
        </p:nvSpPr>
        <p:spPr>
          <a:xfrm>
            <a:off x="7183547" y="1646415"/>
            <a:ext cx="372193" cy="372193"/>
          </a:xfrm>
          <a:custGeom>
            <a:avLst/>
            <a:gdLst>
              <a:gd name="connsiteX0" fmla="*/ 4846320 w 4846319"/>
              <a:gd name="connsiteY0" fmla="*/ 2423160 h 4846319"/>
              <a:gd name="connsiteX1" fmla="*/ 2423160 w 4846319"/>
              <a:gd name="connsiteY1" fmla="*/ 4846320 h 4846319"/>
              <a:gd name="connsiteX2" fmla="*/ 0 w 4846319"/>
              <a:gd name="connsiteY2" fmla="*/ 2423160 h 4846319"/>
              <a:gd name="connsiteX3" fmla="*/ 2423160 w 4846319"/>
              <a:gd name="connsiteY3" fmla="*/ 0 h 4846319"/>
              <a:gd name="connsiteX4" fmla="*/ 4846320 w 4846319"/>
              <a:gd name="connsiteY4" fmla="*/ 2423160 h 48463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46319" h="4846319">
                <a:moveTo>
                  <a:pt x="4846320" y="2423160"/>
                </a:moveTo>
                <a:cubicBezTo>
                  <a:pt x="3028950" y="2757773"/>
                  <a:pt x="2757773" y="3028950"/>
                  <a:pt x="2423160" y="4846320"/>
                </a:cubicBezTo>
                <a:cubicBezTo>
                  <a:pt x="2088547" y="3028950"/>
                  <a:pt x="1817370" y="2757773"/>
                  <a:pt x="0" y="2423160"/>
                </a:cubicBezTo>
                <a:cubicBezTo>
                  <a:pt x="1817370" y="2088547"/>
                  <a:pt x="2088547" y="1817370"/>
                  <a:pt x="2423160" y="0"/>
                </a:cubicBezTo>
                <a:cubicBezTo>
                  <a:pt x="2757773" y="1817370"/>
                  <a:pt x="3028950" y="2088547"/>
                  <a:pt x="4846320" y="2423160"/>
                </a:cubicBezTo>
                <a:close/>
              </a:path>
            </a:pathLst>
          </a:custGeom>
          <a:solidFill>
            <a:schemeClr val="accent2"/>
          </a:solidFill>
          <a:ln w="9525" cap="flat">
            <a:noFill/>
            <a:prstDash val="solid"/>
            <a:miter/>
          </a:ln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endParaRPr lang="en-US"/>
          </a:p>
        </p:txBody>
      </p:sp>
      <p:pic>
        <p:nvPicPr>
          <p:cNvPr id="21" name="图形 11"/>
          <p:cNvPicPr>
            <a:picLocks noChangeAspect="1"/>
          </p:cNvPicPr>
          <p:nvPr userDrawn="1">
            <p:custDataLst>
              <p:tags r:id="rId11"/>
            </p:custDataLst>
          </p:nvPr>
        </p:nvPicPr>
        <p:blipFill rotWithShape="1"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 b="15734"/>
          <a:stretch>
            <a:fillRect/>
          </a:stretch>
        </p:blipFill>
        <p:spPr>
          <a:xfrm>
            <a:off x="7915247" y="1806269"/>
            <a:ext cx="3203499" cy="4219741"/>
          </a:xfrm>
          <a:custGeom>
            <a:avLst/>
            <a:gdLst>
              <a:gd name="connsiteX0" fmla="*/ 0 w 2802798"/>
              <a:gd name="connsiteY0" fmla="*/ 0 h 3992193"/>
              <a:gd name="connsiteX1" fmla="*/ 2769449 w 2802798"/>
              <a:gd name="connsiteY1" fmla="*/ 0 h 3992193"/>
              <a:gd name="connsiteX2" fmla="*/ 2772997 w 2802798"/>
              <a:gd name="connsiteY2" fmla="*/ 13799 h 3992193"/>
              <a:gd name="connsiteX3" fmla="*/ 2802798 w 2802798"/>
              <a:gd name="connsiteY3" fmla="*/ 309420 h 3992193"/>
              <a:gd name="connsiteX4" fmla="*/ 2802798 w 2802798"/>
              <a:gd name="connsiteY4" fmla="*/ 2525345 h 3992193"/>
              <a:gd name="connsiteX5" fmla="*/ 1335950 w 2802798"/>
              <a:gd name="connsiteY5" fmla="*/ 3992193 h 3992193"/>
              <a:gd name="connsiteX6" fmla="*/ 46143 w 2802798"/>
              <a:gd name="connsiteY6" fmla="*/ 3224532 h 3992193"/>
              <a:gd name="connsiteX7" fmla="*/ 0 w 2802798"/>
              <a:gd name="connsiteY7" fmla="*/ 3128746 h 39921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802798" h="3992193">
                <a:moveTo>
                  <a:pt x="0" y="0"/>
                </a:moveTo>
                <a:lnTo>
                  <a:pt x="2769449" y="0"/>
                </a:lnTo>
                <a:lnTo>
                  <a:pt x="2772997" y="13799"/>
                </a:lnTo>
                <a:cubicBezTo>
                  <a:pt x="2792537" y="109287"/>
                  <a:pt x="2802798" y="208155"/>
                  <a:pt x="2802798" y="309420"/>
                </a:cubicBezTo>
                <a:lnTo>
                  <a:pt x="2802798" y="2525345"/>
                </a:lnTo>
                <a:cubicBezTo>
                  <a:pt x="2802798" y="3335463"/>
                  <a:pt x="2146068" y="3992193"/>
                  <a:pt x="1335950" y="3992193"/>
                </a:cubicBezTo>
                <a:cubicBezTo>
                  <a:pt x="778994" y="3992193"/>
                  <a:pt x="294538" y="3681786"/>
                  <a:pt x="46143" y="3224532"/>
                </a:cubicBezTo>
                <a:lnTo>
                  <a:pt x="0" y="3128746"/>
                </a:lnTo>
                <a:close/>
              </a:path>
            </a:pathLst>
          </a:custGeom>
        </p:spPr>
      </p:pic>
      <p:cxnSp>
        <p:nvCxnSpPr>
          <p:cNvPr id="25" name="直接连接符 24"/>
          <p:cNvCxnSpPr/>
          <p:nvPr userDrawn="1">
            <p:custDataLst>
              <p:tags r:id="rId14"/>
            </p:custDataLst>
          </p:nvPr>
        </p:nvCxnSpPr>
        <p:spPr>
          <a:xfrm>
            <a:off x="11122861" y="681237"/>
            <a:ext cx="212725" cy="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 userDrawn="1">
            <p:custDataLst>
              <p:tags r:id="rId15"/>
            </p:custDataLst>
          </p:nvPr>
        </p:nvCxnSpPr>
        <p:spPr>
          <a:xfrm>
            <a:off x="11122861" y="756802"/>
            <a:ext cx="212725" cy="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/>
          <p:cNvCxnSpPr/>
          <p:nvPr userDrawn="1">
            <p:custDataLst>
              <p:tags r:id="rId16"/>
            </p:custDataLst>
          </p:nvPr>
        </p:nvCxnSpPr>
        <p:spPr>
          <a:xfrm>
            <a:off x="11122861" y="833002"/>
            <a:ext cx="212725" cy="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任意多边形: 形状 27"/>
          <p:cNvSpPr/>
          <p:nvPr userDrawn="1">
            <p:custDataLst>
              <p:tags r:id="rId17"/>
            </p:custDataLst>
          </p:nvPr>
        </p:nvSpPr>
        <p:spPr>
          <a:xfrm>
            <a:off x="0" y="0"/>
            <a:ext cx="1848171" cy="1847290"/>
          </a:xfrm>
          <a:custGeom>
            <a:avLst/>
            <a:gdLst>
              <a:gd name="connsiteX0" fmla="*/ 0 w 1556484"/>
              <a:gd name="connsiteY0" fmla="*/ 0 h 1555743"/>
              <a:gd name="connsiteX1" fmla="*/ 1556484 w 1556484"/>
              <a:gd name="connsiteY1" fmla="*/ 0 h 1555743"/>
              <a:gd name="connsiteX2" fmla="*/ 1548919 w 1556484"/>
              <a:gd name="connsiteY2" fmla="*/ 149820 h 1555743"/>
              <a:gd name="connsiteX3" fmla="*/ 150601 w 1556484"/>
              <a:gd name="connsiteY3" fmla="*/ 1548138 h 1555743"/>
              <a:gd name="connsiteX4" fmla="*/ 0 w 1556484"/>
              <a:gd name="connsiteY4" fmla="*/ 1555743 h 1555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56484" h="1555743">
                <a:moveTo>
                  <a:pt x="0" y="0"/>
                </a:moveTo>
                <a:lnTo>
                  <a:pt x="1556484" y="0"/>
                </a:lnTo>
                <a:lnTo>
                  <a:pt x="1548919" y="149820"/>
                </a:lnTo>
                <a:cubicBezTo>
                  <a:pt x="1474043" y="887113"/>
                  <a:pt x="887894" y="1473262"/>
                  <a:pt x="150601" y="1548138"/>
                </a:cubicBezTo>
                <a:lnTo>
                  <a:pt x="0" y="1555743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50000"/>
                </a:schemeClr>
              </a:gs>
              <a:gs pos="57000">
                <a:schemeClr val="accent1">
                  <a:alpha val="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29" name="图形 9"/>
          <p:cNvSpPr/>
          <p:nvPr userDrawn="1">
            <p:custDataLst>
              <p:tags r:id="rId18"/>
            </p:custDataLst>
          </p:nvPr>
        </p:nvSpPr>
        <p:spPr>
          <a:xfrm>
            <a:off x="9860071" y="4209212"/>
            <a:ext cx="368576" cy="368576"/>
          </a:xfrm>
          <a:custGeom>
            <a:avLst/>
            <a:gdLst>
              <a:gd name="connsiteX0" fmla="*/ 4846320 w 4846319"/>
              <a:gd name="connsiteY0" fmla="*/ 2423160 h 4846319"/>
              <a:gd name="connsiteX1" fmla="*/ 2423160 w 4846319"/>
              <a:gd name="connsiteY1" fmla="*/ 4846320 h 4846319"/>
              <a:gd name="connsiteX2" fmla="*/ 0 w 4846319"/>
              <a:gd name="connsiteY2" fmla="*/ 2423160 h 4846319"/>
              <a:gd name="connsiteX3" fmla="*/ 2423160 w 4846319"/>
              <a:gd name="connsiteY3" fmla="*/ 0 h 4846319"/>
              <a:gd name="connsiteX4" fmla="*/ 4846320 w 4846319"/>
              <a:gd name="connsiteY4" fmla="*/ 2423160 h 48463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46319" h="4846319">
                <a:moveTo>
                  <a:pt x="4846320" y="2423160"/>
                </a:moveTo>
                <a:cubicBezTo>
                  <a:pt x="3028950" y="2757773"/>
                  <a:pt x="2757773" y="3028950"/>
                  <a:pt x="2423160" y="4846320"/>
                </a:cubicBezTo>
                <a:cubicBezTo>
                  <a:pt x="2088547" y="3028950"/>
                  <a:pt x="1817370" y="2757773"/>
                  <a:pt x="0" y="2423160"/>
                </a:cubicBezTo>
                <a:cubicBezTo>
                  <a:pt x="1817370" y="2088547"/>
                  <a:pt x="2088547" y="1817370"/>
                  <a:pt x="2423160" y="0"/>
                </a:cubicBezTo>
                <a:cubicBezTo>
                  <a:pt x="2757773" y="1817370"/>
                  <a:pt x="3028950" y="2088547"/>
                  <a:pt x="4846320" y="2423160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endParaRPr lang="en-US"/>
          </a:p>
        </p:txBody>
      </p:sp>
      <p:sp>
        <p:nvSpPr>
          <p:cNvPr id="19" name="图形 9"/>
          <p:cNvSpPr/>
          <p:nvPr userDrawn="1">
            <p:custDataLst>
              <p:tags r:id="rId19"/>
            </p:custDataLst>
          </p:nvPr>
        </p:nvSpPr>
        <p:spPr>
          <a:xfrm>
            <a:off x="7432806" y="1962602"/>
            <a:ext cx="651502" cy="651502"/>
          </a:xfrm>
          <a:custGeom>
            <a:avLst/>
            <a:gdLst>
              <a:gd name="connsiteX0" fmla="*/ 4846320 w 4846319"/>
              <a:gd name="connsiteY0" fmla="*/ 2423160 h 4846319"/>
              <a:gd name="connsiteX1" fmla="*/ 2423160 w 4846319"/>
              <a:gd name="connsiteY1" fmla="*/ 4846320 h 4846319"/>
              <a:gd name="connsiteX2" fmla="*/ 0 w 4846319"/>
              <a:gd name="connsiteY2" fmla="*/ 2423160 h 4846319"/>
              <a:gd name="connsiteX3" fmla="*/ 2423160 w 4846319"/>
              <a:gd name="connsiteY3" fmla="*/ 0 h 4846319"/>
              <a:gd name="connsiteX4" fmla="*/ 4846320 w 4846319"/>
              <a:gd name="connsiteY4" fmla="*/ 2423160 h 48463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46319" h="4846319">
                <a:moveTo>
                  <a:pt x="4846320" y="2423160"/>
                </a:moveTo>
                <a:cubicBezTo>
                  <a:pt x="3028950" y="2757773"/>
                  <a:pt x="2757773" y="3028950"/>
                  <a:pt x="2423160" y="4846320"/>
                </a:cubicBezTo>
                <a:cubicBezTo>
                  <a:pt x="2088547" y="3028950"/>
                  <a:pt x="1817370" y="2757773"/>
                  <a:pt x="0" y="2423160"/>
                </a:cubicBezTo>
                <a:cubicBezTo>
                  <a:pt x="1817370" y="2088547"/>
                  <a:pt x="2088547" y="1817370"/>
                  <a:pt x="2423160" y="0"/>
                </a:cubicBezTo>
                <a:cubicBezTo>
                  <a:pt x="2757773" y="1817370"/>
                  <a:pt x="3028950" y="2088547"/>
                  <a:pt x="4846320" y="2423160"/>
                </a:cubicBezTo>
                <a:close/>
              </a:path>
            </a:pathLst>
          </a:custGeom>
          <a:solidFill>
            <a:schemeClr val="accent2"/>
          </a:solidFill>
          <a:ln w="9525" cap="flat">
            <a:noFill/>
            <a:prstDash val="solid"/>
            <a:miter/>
          </a:ln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endParaRPr lang="en-US" dirty="0"/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0"/>
            </p:custDataLst>
          </p:nvPr>
        </p:nvSpPr>
        <p:spPr>
          <a:xfrm>
            <a:off x="838200" y="1121410"/>
            <a:ext cx="6345555" cy="2763520"/>
          </a:xfrm>
        </p:spPr>
        <p:txBody>
          <a:bodyPr wrap="square" anchor="b">
            <a:normAutofit/>
          </a:bodyPr>
          <a:lstStyle>
            <a:lvl1pPr algn="l">
              <a:lnSpc>
                <a:spcPct val="100000"/>
              </a:lnSpc>
              <a:defRPr sz="540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>
              <a:latin typeface="+mj-lt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21"/>
            </p:custDataLst>
          </p:nvPr>
        </p:nvSpPr>
        <p:spPr>
          <a:xfrm>
            <a:off x="838199" y="4009006"/>
            <a:ext cx="5935099" cy="862543"/>
          </a:xfrm>
        </p:spPr>
        <p:txBody>
          <a:bodyPr wrap="square">
            <a:normAutofit/>
          </a:bodyPr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000">
                <a:latin typeface="+mj-lt"/>
              </a:defRPr>
            </a:lvl2pPr>
            <a:lvl3pPr marL="914400" indent="0" algn="ctr">
              <a:buNone/>
              <a:defRPr sz="1800">
                <a:latin typeface="+mj-lt"/>
              </a:defRPr>
            </a:lvl3pPr>
            <a:lvl4pPr marL="1371600" indent="0" algn="ctr">
              <a:buNone/>
              <a:defRPr sz="1600">
                <a:latin typeface="+mj-lt"/>
              </a:defRPr>
            </a:lvl4pPr>
            <a:lvl5pPr marL="1828800" indent="0" algn="ctr">
              <a:buNone/>
              <a:defRPr sz="1600">
                <a:latin typeface="+mj-lt"/>
              </a:defRPr>
            </a:lvl5pPr>
            <a:lvl6pPr marL="2286000" indent="0" algn="ctr">
              <a:buNone/>
              <a:defRPr sz="1600">
                <a:latin typeface="+mj-lt"/>
              </a:defRPr>
            </a:lvl6pPr>
            <a:lvl7pPr marL="2743200" indent="0" algn="ctr">
              <a:buNone/>
              <a:defRPr sz="1600">
                <a:latin typeface="+mj-lt"/>
              </a:defRPr>
            </a:lvl7pPr>
            <a:lvl8pPr marL="3200400" indent="0" algn="ctr">
              <a:buNone/>
              <a:defRPr sz="1600">
                <a:latin typeface="+mj-lt"/>
              </a:defRPr>
            </a:lvl8pPr>
            <a:lvl9pPr marL="3657600" indent="0" algn="ctr">
              <a:buNone/>
              <a:defRPr sz="1600">
                <a:latin typeface="+mj-lt"/>
              </a:defRPr>
            </a:lvl9pPr>
          </a:lstStyle>
          <a:p>
            <a:r>
              <a:rPr lang="en-US" dirty="0">
                <a:latin typeface="+mj-lt"/>
              </a:rPr>
              <a:t>Click to add subtitle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2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23"/>
            </p:custDataLst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24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10" name="公司名占位符 6"/>
          <p:cNvSpPr>
            <a:spLocks noGrp="1"/>
          </p:cNvSpPr>
          <p:nvPr>
            <p:ph type="body" sz="quarter" idx="13" hasCustomPrompt="1"/>
            <p:custDataLst>
              <p:tags r:id="rId25"/>
            </p:custDataLst>
          </p:nvPr>
        </p:nvSpPr>
        <p:spPr>
          <a:xfrm>
            <a:off x="838198" y="504000"/>
            <a:ext cx="2880000" cy="504000"/>
          </a:xfrm>
        </p:spPr>
        <p:txBody>
          <a:bodyPr wrap="square" anchor="ctr">
            <a:normAutofit/>
          </a:bodyPr>
          <a:lstStyle>
            <a:lvl1pPr marL="0" indent="0">
              <a:lnSpc>
                <a:spcPct val="100000"/>
              </a:lnSpc>
              <a:buNone/>
              <a:defRPr sz="1800"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26"/>
            </p:custDataLst>
          </p:nvPr>
        </p:nvSpPr>
        <p:spPr>
          <a:xfrm>
            <a:off x="839851" y="5116537"/>
            <a:ext cx="2880000" cy="57600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2"/>
              </a:gs>
              <a:gs pos="55000">
                <a:schemeClr val="accent1"/>
              </a:gs>
            </a:gsLst>
            <a:lin ang="2700000" scaled="1"/>
            <a:tileRect/>
          </a:gradFill>
          <a:effectLst>
            <a:outerShdw blurRad="101600" dist="101600" dir="2700000" algn="tl" rotWithShape="0">
              <a:schemeClr val="accent1">
                <a:alpha val="20000"/>
              </a:schemeClr>
            </a:outerShdw>
          </a:effectLst>
        </p:spPr>
        <p:txBody>
          <a:bodyPr wrap="square" lIns="0" tIns="0" rIns="0" bIns="0" anchor="ctr" anchorCtr="1">
            <a:normAutofit/>
          </a:bodyPr>
          <a:lstStyle>
            <a:lvl1pPr marL="0" indent="0" eaLnBrk="1" fontAlgn="auto" latinLnBrk="0" hangingPunct="1">
              <a:lnSpc>
                <a:spcPct val="90000"/>
              </a:lnSpc>
              <a:spcAft>
                <a:spcPts val="0"/>
              </a:spcAft>
              <a:buNone/>
              <a:defRPr lang="en-US" sz="1600" b="1" u="none" strike="noStrike" kern="1200" cap="none" spc="0" normalizeH="0" baseline="0" dirty="0">
                <a:solidFill>
                  <a:srgbClr val="FFFFFF"/>
                </a:solidFill>
                <a:uFillTx/>
                <a:latin typeface="+mn-lt"/>
              </a:defRPr>
            </a:lvl1pPr>
          </a:lstStyle>
          <a:p>
            <a:pPr marL="228600" lvl="0" indent="-228600" algn="ctr" fontAlgn="auto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6422">
                <a:schemeClr val="accent1">
                  <a:lumMod val="20000"/>
                  <a:lumOff val="80000"/>
                </a:schemeClr>
              </a:gs>
              <a:gs pos="53000">
                <a:schemeClr val="bg2"/>
              </a:gs>
              <a:gs pos="100000">
                <a:schemeClr val="bg1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/>
            <a:endParaRPr lang="en-US"/>
          </a:p>
        </p:txBody>
      </p:sp>
      <p:sp>
        <p:nvSpPr>
          <p:cNvPr id="8" name="椭圆 7"/>
          <p:cNvSpPr/>
          <p:nvPr userDrawn="1">
            <p:custDataLst>
              <p:tags r:id="rId3"/>
            </p:custDataLst>
          </p:nvPr>
        </p:nvSpPr>
        <p:spPr>
          <a:xfrm>
            <a:off x="6720054" y="3429000"/>
            <a:ext cx="3068676" cy="3068676"/>
          </a:xfrm>
          <a:prstGeom prst="ellipse">
            <a:avLst/>
          </a:prstGeom>
          <a:gradFill flip="none" rotWithShape="1">
            <a:gsLst>
              <a:gs pos="75000">
                <a:schemeClr val="accent2"/>
              </a:gs>
              <a:gs pos="0">
                <a:schemeClr val="accent2">
                  <a:alpha val="0"/>
                </a:schemeClr>
              </a:gs>
            </a:gsLst>
            <a:lin ang="13500000" scaled="1"/>
            <a:tileRect/>
          </a:gradFill>
          <a:ln>
            <a:noFill/>
          </a:ln>
          <a:effectLst>
            <a:softEdge rad="571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9" name="任意多边形: 形状 8"/>
          <p:cNvSpPr/>
          <p:nvPr userDrawn="1">
            <p:custDataLst>
              <p:tags r:id="rId4"/>
            </p:custDataLst>
          </p:nvPr>
        </p:nvSpPr>
        <p:spPr>
          <a:xfrm flipH="1" flipV="1">
            <a:off x="9258304" y="3925701"/>
            <a:ext cx="2933696" cy="2932298"/>
          </a:xfrm>
          <a:custGeom>
            <a:avLst/>
            <a:gdLst>
              <a:gd name="connsiteX0" fmla="*/ 0 w 1556484"/>
              <a:gd name="connsiteY0" fmla="*/ 0 h 1555743"/>
              <a:gd name="connsiteX1" fmla="*/ 1556484 w 1556484"/>
              <a:gd name="connsiteY1" fmla="*/ 0 h 1555743"/>
              <a:gd name="connsiteX2" fmla="*/ 1548919 w 1556484"/>
              <a:gd name="connsiteY2" fmla="*/ 149820 h 1555743"/>
              <a:gd name="connsiteX3" fmla="*/ 150601 w 1556484"/>
              <a:gd name="connsiteY3" fmla="*/ 1548138 h 1555743"/>
              <a:gd name="connsiteX4" fmla="*/ 0 w 1556484"/>
              <a:gd name="connsiteY4" fmla="*/ 1555743 h 1555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56484" h="1555743">
                <a:moveTo>
                  <a:pt x="0" y="0"/>
                </a:moveTo>
                <a:lnTo>
                  <a:pt x="1556484" y="0"/>
                </a:lnTo>
                <a:lnTo>
                  <a:pt x="1548919" y="149820"/>
                </a:lnTo>
                <a:cubicBezTo>
                  <a:pt x="1474043" y="887113"/>
                  <a:pt x="887894" y="1473262"/>
                  <a:pt x="150601" y="1548138"/>
                </a:cubicBezTo>
                <a:lnTo>
                  <a:pt x="0" y="1555743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50000"/>
                </a:schemeClr>
              </a:gs>
              <a:gs pos="57000">
                <a:schemeClr val="accent1">
                  <a:alpha val="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/>
            <a:endParaRPr lang="en-US"/>
          </a:p>
        </p:txBody>
      </p:sp>
      <p:sp>
        <p:nvSpPr>
          <p:cNvPr id="11" name="矩形: 圆角 10"/>
          <p:cNvSpPr/>
          <p:nvPr userDrawn="1">
            <p:custDataLst>
              <p:tags r:id="rId5"/>
            </p:custDataLst>
          </p:nvPr>
        </p:nvSpPr>
        <p:spPr>
          <a:xfrm>
            <a:off x="8278065" y="1016000"/>
            <a:ext cx="2933696" cy="5041900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12" name="椭圆 11"/>
          <p:cNvSpPr/>
          <p:nvPr userDrawn="1">
            <p:custDataLst>
              <p:tags r:id="rId6"/>
            </p:custDataLst>
          </p:nvPr>
        </p:nvSpPr>
        <p:spPr>
          <a:xfrm>
            <a:off x="10436678" y="5241025"/>
            <a:ext cx="1149564" cy="1149564"/>
          </a:xfrm>
          <a:prstGeom prst="ellipse">
            <a:avLst/>
          </a:prstGeom>
          <a:gradFill flip="none" rotWithShape="1">
            <a:gsLst>
              <a:gs pos="76000">
                <a:schemeClr val="accent2"/>
              </a:gs>
              <a:gs pos="0">
                <a:schemeClr val="accent2">
                  <a:alpha val="0"/>
                </a:schemeClr>
              </a:gs>
            </a:gsLst>
            <a:lin ang="13500000" scaled="1"/>
            <a:tileRect/>
          </a:gradFill>
          <a:ln>
            <a:noFill/>
          </a:ln>
          <a:effectLst>
            <a:softEdge rad="2540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13" name="矩形: 圆角 12"/>
          <p:cNvSpPr/>
          <p:nvPr userDrawn="1">
            <p:custDataLst>
              <p:tags r:id="rId7"/>
            </p:custDataLst>
          </p:nvPr>
        </p:nvSpPr>
        <p:spPr>
          <a:xfrm>
            <a:off x="7760848" y="1016000"/>
            <a:ext cx="2933696" cy="50419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15" name="弧形 14"/>
          <p:cNvSpPr/>
          <p:nvPr userDrawn="1">
            <p:custDataLst>
              <p:tags r:id="rId8"/>
            </p:custDataLst>
          </p:nvPr>
        </p:nvSpPr>
        <p:spPr>
          <a:xfrm rot="3870695">
            <a:off x="8401456" y="972063"/>
            <a:ext cx="1676873" cy="5677950"/>
          </a:xfrm>
          <a:prstGeom prst="arc">
            <a:avLst>
              <a:gd name="adj1" fmla="val 3401350"/>
              <a:gd name="adj2" fmla="val 6993367"/>
            </a:avLst>
          </a:prstGeom>
          <a:ln w="25400" cap="rnd">
            <a:solidFill>
              <a:schemeClr val="accent3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>
                <a:solidFill>
                  <a:schemeClr val="tx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16" name="弧形 15"/>
          <p:cNvSpPr/>
          <p:nvPr userDrawn="1">
            <p:custDataLst>
              <p:tags r:id="rId9"/>
            </p:custDataLst>
          </p:nvPr>
        </p:nvSpPr>
        <p:spPr>
          <a:xfrm rot="3870695">
            <a:off x="8401456" y="972063"/>
            <a:ext cx="1676873" cy="5677950"/>
          </a:xfrm>
          <a:prstGeom prst="arc">
            <a:avLst>
              <a:gd name="adj1" fmla="val 15447740"/>
              <a:gd name="adj2" fmla="val 19307839"/>
            </a:avLst>
          </a:prstGeom>
          <a:ln w="25400" cap="rnd">
            <a:solidFill>
              <a:schemeClr val="accent3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>
                <a:solidFill>
                  <a:schemeClr val="tx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17" name="图形 9"/>
          <p:cNvSpPr/>
          <p:nvPr userDrawn="1">
            <p:custDataLst>
              <p:tags r:id="rId10"/>
            </p:custDataLst>
          </p:nvPr>
        </p:nvSpPr>
        <p:spPr>
          <a:xfrm>
            <a:off x="7183547" y="1646415"/>
            <a:ext cx="372193" cy="372193"/>
          </a:xfrm>
          <a:custGeom>
            <a:avLst/>
            <a:gdLst>
              <a:gd name="connsiteX0" fmla="*/ 4846320 w 4846319"/>
              <a:gd name="connsiteY0" fmla="*/ 2423160 h 4846319"/>
              <a:gd name="connsiteX1" fmla="*/ 2423160 w 4846319"/>
              <a:gd name="connsiteY1" fmla="*/ 4846320 h 4846319"/>
              <a:gd name="connsiteX2" fmla="*/ 0 w 4846319"/>
              <a:gd name="connsiteY2" fmla="*/ 2423160 h 4846319"/>
              <a:gd name="connsiteX3" fmla="*/ 2423160 w 4846319"/>
              <a:gd name="connsiteY3" fmla="*/ 0 h 4846319"/>
              <a:gd name="connsiteX4" fmla="*/ 4846320 w 4846319"/>
              <a:gd name="connsiteY4" fmla="*/ 2423160 h 48463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46319" h="4846319">
                <a:moveTo>
                  <a:pt x="4846320" y="2423160"/>
                </a:moveTo>
                <a:cubicBezTo>
                  <a:pt x="3028950" y="2757773"/>
                  <a:pt x="2757773" y="3028950"/>
                  <a:pt x="2423160" y="4846320"/>
                </a:cubicBezTo>
                <a:cubicBezTo>
                  <a:pt x="2088547" y="3028950"/>
                  <a:pt x="1817370" y="2757773"/>
                  <a:pt x="0" y="2423160"/>
                </a:cubicBezTo>
                <a:cubicBezTo>
                  <a:pt x="1817370" y="2088547"/>
                  <a:pt x="2088547" y="1817370"/>
                  <a:pt x="2423160" y="0"/>
                </a:cubicBezTo>
                <a:cubicBezTo>
                  <a:pt x="2757773" y="1817370"/>
                  <a:pt x="3028950" y="2088547"/>
                  <a:pt x="4846320" y="2423160"/>
                </a:cubicBezTo>
                <a:close/>
              </a:path>
            </a:pathLst>
          </a:custGeom>
          <a:solidFill>
            <a:schemeClr val="accent2"/>
          </a:solidFill>
          <a:ln w="9525" cap="flat">
            <a:noFill/>
            <a:prstDash val="solid"/>
            <a:miter/>
          </a:ln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endParaRPr lang="en-US"/>
          </a:p>
        </p:txBody>
      </p:sp>
      <p:pic>
        <p:nvPicPr>
          <p:cNvPr id="21" name="图形 11"/>
          <p:cNvPicPr>
            <a:picLocks noChangeAspect="1"/>
          </p:cNvPicPr>
          <p:nvPr userDrawn="1">
            <p:custDataLst>
              <p:tags r:id="rId11"/>
            </p:custDataLst>
          </p:nvPr>
        </p:nvPicPr>
        <p:blipFill rotWithShape="1"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 b="15734"/>
          <a:stretch>
            <a:fillRect/>
          </a:stretch>
        </p:blipFill>
        <p:spPr>
          <a:xfrm>
            <a:off x="7915247" y="1806269"/>
            <a:ext cx="3203499" cy="4219741"/>
          </a:xfrm>
          <a:custGeom>
            <a:avLst/>
            <a:gdLst>
              <a:gd name="connsiteX0" fmla="*/ 0 w 2802798"/>
              <a:gd name="connsiteY0" fmla="*/ 0 h 3992193"/>
              <a:gd name="connsiteX1" fmla="*/ 2769449 w 2802798"/>
              <a:gd name="connsiteY1" fmla="*/ 0 h 3992193"/>
              <a:gd name="connsiteX2" fmla="*/ 2772997 w 2802798"/>
              <a:gd name="connsiteY2" fmla="*/ 13799 h 3992193"/>
              <a:gd name="connsiteX3" fmla="*/ 2802798 w 2802798"/>
              <a:gd name="connsiteY3" fmla="*/ 309420 h 3992193"/>
              <a:gd name="connsiteX4" fmla="*/ 2802798 w 2802798"/>
              <a:gd name="connsiteY4" fmla="*/ 2525345 h 3992193"/>
              <a:gd name="connsiteX5" fmla="*/ 1335950 w 2802798"/>
              <a:gd name="connsiteY5" fmla="*/ 3992193 h 3992193"/>
              <a:gd name="connsiteX6" fmla="*/ 46143 w 2802798"/>
              <a:gd name="connsiteY6" fmla="*/ 3224532 h 3992193"/>
              <a:gd name="connsiteX7" fmla="*/ 0 w 2802798"/>
              <a:gd name="connsiteY7" fmla="*/ 3128746 h 39921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802798" h="3992193">
                <a:moveTo>
                  <a:pt x="0" y="0"/>
                </a:moveTo>
                <a:lnTo>
                  <a:pt x="2769449" y="0"/>
                </a:lnTo>
                <a:lnTo>
                  <a:pt x="2772997" y="13799"/>
                </a:lnTo>
                <a:cubicBezTo>
                  <a:pt x="2792537" y="109287"/>
                  <a:pt x="2802798" y="208155"/>
                  <a:pt x="2802798" y="309420"/>
                </a:cubicBezTo>
                <a:lnTo>
                  <a:pt x="2802798" y="2525345"/>
                </a:lnTo>
                <a:cubicBezTo>
                  <a:pt x="2802798" y="3335463"/>
                  <a:pt x="2146068" y="3992193"/>
                  <a:pt x="1335950" y="3992193"/>
                </a:cubicBezTo>
                <a:cubicBezTo>
                  <a:pt x="778994" y="3992193"/>
                  <a:pt x="294538" y="3681786"/>
                  <a:pt x="46143" y="3224532"/>
                </a:cubicBezTo>
                <a:lnTo>
                  <a:pt x="0" y="3128746"/>
                </a:lnTo>
                <a:close/>
              </a:path>
            </a:pathLst>
          </a:custGeom>
        </p:spPr>
      </p:pic>
      <p:cxnSp>
        <p:nvCxnSpPr>
          <p:cNvPr id="25" name="直接连接符 24"/>
          <p:cNvCxnSpPr/>
          <p:nvPr userDrawn="1">
            <p:custDataLst>
              <p:tags r:id="rId14"/>
            </p:custDataLst>
          </p:nvPr>
        </p:nvCxnSpPr>
        <p:spPr>
          <a:xfrm>
            <a:off x="11122861" y="681237"/>
            <a:ext cx="212725" cy="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 userDrawn="1">
            <p:custDataLst>
              <p:tags r:id="rId15"/>
            </p:custDataLst>
          </p:nvPr>
        </p:nvCxnSpPr>
        <p:spPr>
          <a:xfrm>
            <a:off x="11122861" y="756802"/>
            <a:ext cx="212725" cy="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/>
          <p:cNvCxnSpPr/>
          <p:nvPr userDrawn="1">
            <p:custDataLst>
              <p:tags r:id="rId16"/>
            </p:custDataLst>
          </p:nvPr>
        </p:nvCxnSpPr>
        <p:spPr>
          <a:xfrm>
            <a:off x="11122861" y="833002"/>
            <a:ext cx="212725" cy="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任意多边形: 形状 27"/>
          <p:cNvSpPr/>
          <p:nvPr userDrawn="1">
            <p:custDataLst>
              <p:tags r:id="rId17"/>
            </p:custDataLst>
          </p:nvPr>
        </p:nvSpPr>
        <p:spPr>
          <a:xfrm>
            <a:off x="0" y="0"/>
            <a:ext cx="1848171" cy="1847290"/>
          </a:xfrm>
          <a:custGeom>
            <a:avLst/>
            <a:gdLst>
              <a:gd name="connsiteX0" fmla="*/ 0 w 1556484"/>
              <a:gd name="connsiteY0" fmla="*/ 0 h 1555743"/>
              <a:gd name="connsiteX1" fmla="*/ 1556484 w 1556484"/>
              <a:gd name="connsiteY1" fmla="*/ 0 h 1555743"/>
              <a:gd name="connsiteX2" fmla="*/ 1548919 w 1556484"/>
              <a:gd name="connsiteY2" fmla="*/ 149820 h 1555743"/>
              <a:gd name="connsiteX3" fmla="*/ 150601 w 1556484"/>
              <a:gd name="connsiteY3" fmla="*/ 1548138 h 1555743"/>
              <a:gd name="connsiteX4" fmla="*/ 0 w 1556484"/>
              <a:gd name="connsiteY4" fmla="*/ 1555743 h 1555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56484" h="1555743">
                <a:moveTo>
                  <a:pt x="0" y="0"/>
                </a:moveTo>
                <a:lnTo>
                  <a:pt x="1556484" y="0"/>
                </a:lnTo>
                <a:lnTo>
                  <a:pt x="1548919" y="149820"/>
                </a:lnTo>
                <a:cubicBezTo>
                  <a:pt x="1474043" y="887113"/>
                  <a:pt x="887894" y="1473262"/>
                  <a:pt x="150601" y="1548138"/>
                </a:cubicBezTo>
                <a:lnTo>
                  <a:pt x="0" y="1555743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50000"/>
                </a:schemeClr>
              </a:gs>
              <a:gs pos="57000">
                <a:schemeClr val="accent1">
                  <a:alpha val="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29" name="图形 9"/>
          <p:cNvSpPr/>
          <p:nvPr userDrawn="1">
            <p:custDataLst>
              <p:tags r:id="rId18"/>
            </p:custDataLst>
          </p:nvPr>
        </p:nvSpPr>
        <p:spPr>
          <a:xfrm>
            <a:off x="9860071" y="4209212"/>
            <a:ext cx="368576" cy="368576"/>
          </a:xfrm>
          <a:custGeom>
            <a:avLst/>
            <a:gdLst>
              <a:gd name="connsiteX0" fmla="*/ 4846320 w 4846319"/>
              <a:gd name="connsiteY0" fmla="*/ 2423160 h 4846319"/>
              <a:gd name="connsiteX1" fmla="*/ 2423160 w 4846319"/>
              <a:gd name="connsiteY1" fmla="*/ 4846320 h 4846319"/>
              <a:gd name="connsiteX2" fmla="*/ 0 w 4846319"/>
              <a:gd name="connsiteY2" fmla="*/ 2423160 h 4846319"/>
              <a:gd name="connsiteX3" fmla="*/ 2423160 w 4846319"/>
              <a:gd name="connsiteY3" fmla="*/ 0 h 4846319"/>
              <a:gd name="connsiteX4" fmla="*/ 4846320 w 4846319"/>
              <a:gd name="connsiteY4" fmla="*/ 2423160 h 48463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46319" h="4846319">
                <a:moveTo>
                  <a:pt x="4846320" y="2423160"/>
                </a:moveTo>
                <a:cubicBezTo>
                  <a:pt x="3028950" y="2757773"/>
                  <a:pt x="2757773" y="3028950"/>
                  <a:pt x="2423160" y="4846320"/>
                </a:cubicBezTo>
                <a:cubicBezTo>
                  <a:pt x="2088547" y="3028950"/>
                  <a:pt x="1817370" y="2757773"/>
                  <a:pt x="0" y="2423160"/>
                </a:cubicBezTo>
                <a:cubicBezTo>
                  <a:pt x="1817370" y="2088547"/>
                  <a:pt x="2088547" y="1817370"/>
                  <a:pt x="2423160" y="0"/>
                </a:cubicBezTo>
                <a:cubicBezTo>
                  <a:pt x="2757773" y="1817370"/>
                  <a:pt x="3028950" y="2088547"/>
                  <a:pt x="4846320" y="2423160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endParaRPr lang="en-US"/>
          </a:p>
        </p:txBody>
      </p:sp>
      <p:sp>
        <p:nvSpPr>
          <p:cNvPr id="19" name="图形 9"/>
          <p:cNvSpPr/>
          <p:nvPr userDrawn="1">
            <p:custDataLst>
              <p:tags r:id="rId19"/>
            </p:custDataLst>
          </p:nvPr>
        </p:nvSpPr>
        <p:spPr>
          <a:xfrm>
            <a:off x="7432806" y="1962602"/>
            <a:ext cx="651502" cy="651502"/>
          </a:xfrm>
          <a:custGeom>
            <a:avLst/>
            <a:gdLst>
              <a:gd name="connsiteX0" fmla="*/ 4846320 w 4846319"/>
              <a:gd name="connsiteY0" fmla="*/ 2423160 h 4846319"/>
              <a:gd name="connsiteX1" fmla="*/ 2423160 w 4846319"/>
              <a:gd name="connsiteY1" fmla="*/ 4846320 h 4846319"/>
              <a:gd name="connsiteX2" fmla="*/ 0 w 4846319"/>
              <a:gd name="connsiteY2" fmla="*/ 2423160 h 4846319"/>
              <a:gd name="connsiteX3" fmla="*/ 2423160 w 4846319"/>
              <a:gd name="connsiteY3" fmla="*/ 0 h 4846319"/>
              <a:gd name="connsiteX4" fmla="*/ 4846320 w 4846319"/>
              <a:gd name="connsiteY4" fmla="*/ 2423160 h 48463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46319" h="4846319">
                <a:moveTo>
                  <a:pt x="4846320" y="2423160"/>
                </a:moveTo>
                <a:cubicBezTo>
                  <a:pt x="3028950" y="2757773"/>
                  <a:pt x="2757773" y="3028950"/>
                  <a:pt x="2423160" y="4846320"/>
                </a:cubicBezTo>
                <a:cubicBezTo>
                  <a:pt x="2088547" y="3028950"/>
                  <a:pt x="1817370" y="2757773"/>
                  <a:pt x="0" y="2423160"/>
                </a:cubicBezTo>
                <a:cubicBezTo>
                  <a:pt x="1817370" y="2088547"/>
                  <a:pt x="2088547" y="1817370"/>
                  <a:pt x="2423160" y="0"/>
                </a:cubicBezTo>
                <a:cubicBezTo>
                  <a:pt x="2757773" y="1817370"/>
                  <a:pt x="3028950" y="2088547"/>
                  <a:pt x="4846320" y="2423160"/>
                </a:cubicBezTo>
                <a:close/>
              </a:path>
            </a:pathLst>
          </a:custGeom>
          <a:solidFill>
            <a:schemeClr val="accent2"/>
          </a:solidFill>
          <a:ln w="9525" cap="flat">
            <a:noFill/>
            <a:prstDash val="solid"/>
            <a:miter/>
          </a:ln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endParaRPr lang="en-US" dirty="0"/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0"/>
            </p:custDataLst>
          </p:nvPr>
        </p:nvSpPr>
        <p:spPr>
          <a:xfrm>
            <a:off x="838200" y="1121410"/>
            <a:ext cx="6345555" cy="2763520"/>
          </a:xfrm>
        </p:spPr>
        <p:txBody>
          <a:bodyPr wrap="square" anchor="b">
            <a:normAutofit/>
          </a:bodyPr>
          <a:lstStyle>
            <a:lvl1pPr algn="l">
              <a:lnSpc>
                <a:spcPct val="100000"/>
              </a:lnSpc>
              <a:defRPr sz="540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>
              <a:latin typeface="+mj-lt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21"/>
            </p:custDataLst>
          </p:nvPr>
        </p:nvSpPr>
        <p:spPr>
          <a:xfrm>
            <a:off x="838199" y="4009006"/>
            <a:ext cx="5935099" cy="862543"/>
          </a:xfrm>
        </p:spPr>
        <p:txBody>
          <a:bodyPr wrap="square">
            <a:normAutofit/>
          </a:bodyPr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000">
                <a:latin typeface="+mj-lt"/>
              </a:defRPr>
            </a:lvl2pPr>
            <a:lvl3pPr marL="914400" indent="0" algn="ctr">
              <a:buNone/>
              <a:defRPr sz="1800">
                <a:latin typeface="+mj-lt"/>
              </a:defRPr>
            </a:lvl3pPr>
            <a:lvl4pPr marL="1371600" indent="0" algn="ctr">
              <a:buNone/>
              <a:defRPr sz="1600">
                <a:latin typeface="+mj-lt"/>
              </a:defRPr>
            </a:lvl4pPr>
            <a:lvl5pPr marL="1828800" indent="0" algn="ctr">
              <a:buNone/>
              <a:defRPr sz="1600">
                <a:latin typeface="+mj-lt"/>
              </a:defRPr>
            </a:lvl5pPr>
            <a:lvl6pPr marL="2286000" indent="0" algn="ctr">
              <a:buNone/>
              <a:defRPr sz="1600">
                <a:latin typeface="+mj-lt"/>
              </a:defRPr>
            </a:lvl6pPr>
            <a:lvl7pPr marL="2743200" indent="0" algn="ctr">
              <a:buNone/>
              <a:defRPr sz="1600">
                <a:latin typeface="+mj-lt"/>
              </a:defRPr>
            </a:lvl7pPr>
            <a:lvl8pPr marL="3200400" indent="0" algn="ctr">
              <a:buNone/>
              <a:defRPr sz="1600">
                <a:latin typeface="+mj-lt"/>
              </a:defRPr>
            </a:lvl8pPr>
            <a:lvl9pPr marL="3657600" indent="0" algn="ctr">
              <a:buNone/>
              <a:defRPr sz="1600">
                <a:latin typeface="+mj-lt"/>
              </a:defRPr>
            </a:lvl9pPr>
          </a:lstStyle>
          <a:p>
            <a:r>
              <a:rPr lang="en-US" dirty="0">
                <a:latin typeface="+mj-lt"/>
              </a:rPr>
              <a:t>Click to add subtitle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2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23"/>
            </p:custDataLst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24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10" name="公司名占位符 6"/>
          <p:cNvSpPr>
            <a:spLocks noGrp="1"/>
          </p:cNvSpPr>
          <p:nvPr>
            <p:ph type="body" sz="quarter" idx="13" hasCustomPrompt="1"/>
            <p:custDataLst>
              <p:tags r:id="rId25"/>
            </p:custDataLst>
          </p:nvPr>
        </p:nvSpPr>
        <p:spPr>
          <a:xfrm>
            <a:off x="838198" y="504000"/>
            <a:ext cx="2880000" cy="504000"/>
          </a:xfrm>
        </p:spPr>
        <p:txBody>
          <a:bodyPr wrap="square" anchor="ctr">
            <a:normAutofit/>
          </a:bodyPr>
          <a:lstStyle>
            <a:lvl1pPr marL="0" indent="0">
              <a:lnSpc>
                <a:spcPct val="100000"/>
              </a:lnSpc>
              <a:buNone/>
              <a:defRPr sz="1800"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26"/>
            </p:custDataLst>
          </p:nvPr>
        </p:nvSpPr>
        <p:spPr>
          <a:xfrm>
            <a:off x="839851" y="5116537"/>
            <a:ext cx="2880000" cy="57600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2"/>
              </a:gs>
              <a:gs pos="55000">
                <a:schemeClr val="accent1"/>
              </a:gs>
            </a:gsLst>
            <a:lin ang="2700000" scaled="1"/>
            <a:tileRect/>
          </a:gradFill>
          <a:effectLst>
            <a:outerShdw blurRad="101600" dist="101600" dir="2700000" algn="tl" rotWithShape="0">
              <a:schemeClr val="accent1">
                <a:alpha val="20000"/>
              </a:schemeClr>
            </a:outerShdw>
          </a:effectLst>
        </p:spPr>
        <p:txBody>
          <a:bodyPr wrap="square" lIns="0" tIns="0" rIns="0" bIns="0" anchor="ctr" anchorCtr="1">
            <a:normAutofit/>
          </a:bodyPr>
          <a:lstStyle>
            <a:lvl1pPr marL="0" indent="0" eaLnBrk="1" fontAlgn="auto" latinLnBrk="0" hangingPunct="1">
              <a:lnSpc>
                <a:spcPct val="90000"/>
              </a:lnSpc>
              <a:spcAft>
                <a:spcPts val="0"/>
              </a:spcAft>
              <a:buNone/>
              <a:defRPr lang="en-US" sz="1600" b="1" u="none" strike="noStrike" kern="1200" cap="none" spc="0" normalizeH="0" baseline="0" dirty="0">
                <a:solidFill>
                  <a:srgbClr val="FFFFFF"/>
                </a:solidFill>
                <a:uFillTx/>
                <a:latin typeface="+mn-lt"/>
              </a:defRPr>
            </a:lvl1pPr>
          </a:lstStyle>
          <a:p>
            <a:pPr marL="228600" lvl="0" indent="-228600" algn="ctr" fontAlgn="auto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6422">
                <a:schemeClr val="accent1">
                  <a:lumMod val="20000"/>
                  <a:lumOff val="80000"/>
                </a:schemeClr>
              </a:gs>
              <a:gs pos="53000">
                <a:schemeClr val="bg2"/>
              </a:gs>
              <a:gs pos="100000">
                <a:schemeClr val="bg1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/>
            <a:endParaRPr lang="en-US"/>
          </a:p>
        </p:txBody>
      </p:sp>
      <p:sp>
        <p:nvSpPr>
          <p:cNvPr id="8" name="椭圆 7"/>
          <p:cNvSpPr/>
          <p:nvPr userDrawn="1">
            <p:custDataLst>
              <p:tags r:id="rId3"/>
            </p:custDataLst>
          </p:nvPr>
        </p:nvSpPr>
        <p:spPr>
          <a:xfrm>
            <a:off x="6720054" y="3429000"/>
            <a:ext cx="3068676" cy="3068676"/>
          </a:xfrm>
          <a:prstGeom prst="ellipse">
            <a:avLst/>
          </a:prstGeom>
          <a:gradFill flip="none" rotWithShape="1">
            <a:gsLst>
              <a:gs pos="75000">
                <a:schemeClr val="accent2"/>
              </a:gs>
              <a:gs pos="0">
                <a:schemeClr val="accent2">
                  <a:alpha val="0"/>
                </a:schemeClr>
              </a:gs>
            </a:gsLst>
            <a:lin ang="13500000" scaled="1"/>
            <a:tileRect/>
          </a:gradFill>
          <a:ln>
            <a:noFill/>
          </a:ln>
          <a:effectLst>
            <a:softEdge rad="571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9" name="任意多边形: 形状 8"/>
          <p:cNvSpPr/>
          <p:nvPr userDrawn="1">
            <p:custDataLst>
              <p:tags r:id="rId4"/>
            </p:custDataLst>
          </p:nvPr>
        </p:nvSpPr>
        <p:spPr>
          <a:xfrm flipH="1" flipV="1">
            <a:off x="9258304" y="3925701"/>
            <a:ext cx="2933696" cy="2932298"/>
          </a:xfrm>
          <a:custGeom>
            <a:avLst/>
            <a:gdLst>
              <a:gd name="connsiteX0" fmla="*/ 0 w 1556484"/>
              <a:gd name="connsiteY0" fmla="*/ 0 h 1555743"/>
              <a:gd name="connsiteX1" fmla="*/ 1556484 w 1556484"/>
              <a:gd name="connsiteY1" fmla="*/ 0 h 1555743"/>
              <a:gd name="connsiteX2" fmla="*/ 1548919 w 1556484"/>
              <a:gd name="connsiteY2" fmla="*/ 149820 h 1555743"/>
              <a:gd name="connsiteX3" fmla="*/ 150601 w 1556484"/>
              <a:gd name="connsiteY3" fmla="*/ 1548138 h 1555743"/>
              <a:gd name="connsiteX4" fmla="*/ 0 w 1556484"/>
              <a:gd name="connsiteY4" fmla="*/ 1555743 h 1555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56484" h="1555743">
                <a:moveTo>
                  <a:pt x="0" y="0"/>
                </a:moveTo>
                <a:lnTo>
                  <a:pt x="1556484" y="0"/>
                </a:lnTo>
                <a:lnTo>
                  <a:pt x="1548919" y="149820"/>
                </a:lnTo>
                <a:cubicBezTo>
                  <a:pt x="1474043" y="887113"/>
                  <a:pt x="887894" y="1473262"/>
                  <a:pt x="150601" y="1548138"/>
                </a:cubicBezTo>
                <a:lnTo>
                  <a:pt x="0" y="1555743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50000"/>
                </a:schemeClr>
              </a:gs>
              <a:gs pos="57000">
                <a:schemeClr val="accent1">
                  <a:alpha val="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/>
            <a:endParaRPr lang="en-US"/>
          </a:p>
        </p:txBody>
      </p:sp>
      <p:sp>
        <p:nvSpPr>
          <p:cNvPr id="11" name="矩形: 圆角 10"/>
          <p:cNvSpPr/>
          <p:nvPr userDrawn="1">
            <p:custDataLst>
              <p:tags r:id="rId5"/>
            </p:custDataLst>
          </p:nvPr>
        </p:nvSpPr>
        <p:spPr>
          <a:xfrm>
            <a:off x="8278065" y="1016000"/>
            <a:ext cx="2933696" cy="5041900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12" name="椭圆 11"/>
          <p:cNvSpPr/>
          <p:nvPr userDrawn="1">
            <p:custDataLst>
              <p:tags r:id="rId6"/>
            </p:custDataLst>
          </p:nvPr>
        </p:nvSpPr>
        <p:spPr>
          <a:xfrm>
            <a:off x="10436678" y="5241025"/>
            <a:ext cx="1149564" cy="1149564"/>
          </a:xfrm>
          <a:prstGeom prst="ellipse">
            <a:avLst/>
          </a:prstGeom>
          <a:gradFill flip="none" rotWithShape="1">
            <a:gsLst>
              <a:gs pos="76000">
                <a:schemeClr val="accent2"/>
              </a:gs>
              <a:gs pos="0">
                <a:schemeClr val="accent2">
                  <a:alpha val="0"/>
                </a:schemeClr>
              </a:gs>
            </a:gsLst>
            <a:lin ang="13500000" scaled="1"/>
            <a:tileRect/>
          </a:gradFill>
          <a:ln>
            <a:noFill/>
          </a:ln>
          <a:effectLst>
            <a:softEdge rad="2540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13" name="矩形: 圆角 12"/>
          <p:cNvSpPr/>
          <p:nvPr userDrawn="1">
            <p:custDataLst>
              <p:tags r:id="rId7"/>
            </p:custDataLst>
          </p:nvPr>
        </p:nvSpPr>
        <p:spPr>
          <a:xfrm>
            <a:off x="7760848" y="1016000"/>
            <a:ext cx="2933696" cy="50419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15" name="弧形 14"/>
          <p:cNvSpPr/>
          <p:nvPr userDrawn="1">
            <p:custDataLst>
              <p:tags r:id="rId8"/>
            </p:custDataLst>
          </p:nvPr>
        </p:nvSpPr>
        <p:spPr>
          <a:xfrm rot="3870695">
            <a:off x="8401456" y="972063"/>
            <a:ext cx="1676873" cy="5677950"/>
          </a:xfrm>
          <a:prstGeom prst="arc">
            <a:avLst>
              <a:gd name="adj1" fmla="val 3401350"/>
              <a:gd name="adj2" fmla="val 6993367"/>
            </a:avLst>
          </a:prstGeom>
          <a:ln w="25400" cap="rnd">
            <a:solidFill>
              <a:schemeClr val="accent3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>
                <a:solidFill>
                  <a:schemeClr val="tx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16" name="弧形 15"/>
          <p:cNvSpPr/>
          <p:nvPr userDrawn="1">
            <p:custDataLst>
              <p:tags r:id="rId9"/>
            </p:custDataLst>
          </p:nvPr>
        </p:nvSpPr>
        <p:spPr>
          <a:xfrm rot="3870695">
            <a:off x="8401456" y="972063"/>
            <a:ext cx="1676873" cy="5677950"/>
          </a:xfrm>
          <a:prstGeom prst="arc">
            <a:avLst>
              <a:gd name="adj1" fmla="val 15447740"/>
              <a:gd name="adj2" fmla="val 19307839"/>
            </a:avLst>
          </a:prstGeom>
          <a:ln w="25400" cap="rnd">
            <a:solidFill>
              <a:schemeClr val="accent3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>
                <a:solidFill>
                  <a:schemeClr val="tx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17" name="图形 9"/>
          <p:cNvSpPr/>
          <p:nvPr userDrawn="1">
            <p:custDataLst>
              <p:tags r:id="rId10"/>
            </p:custDataLst>
          </p:nvPr>
        </p:nvSpPr>
        <p:spPr>
          <a:xfrm>
            <a:off x="7183547" y="1646415"/>
            <a:ext cx="372193" cy="372193"/>
          </a:xfrm>
          <a:custGeom>
            <a:avLst/>
            <a:gdLst>
              <a:gd name="connsiteX0" fmla="*/ 4846320 w 4846319"/>
              <a:gd name="connsiteY0" fmla="*/ 2423160 h 4846319"/>
              <a:gd name="connsiteX1" fmla="*/ 2423160 w 4846319"/>
              <a:gd name="connsiteY1" fmla="*/ 4846320 h 4846319"/>
              <a:gd name="connsiteX2" fmla="*/ 0 w 4846319"/>
              <a:gd name="connsiteY2" fmla="*/ 2423160 h 4846319"/>
              <a:gd name="connsiteX3" fmla="*/ 2423160 w 4846319"/>
              <a:gd name="connsiteY3" fmla="*/ 0 h 4846319"/>
              <a:gd name="connsiteX4" fmla="*/ 4846320 w 4846319"/>
              <a:gd name="connsiteY4" fmla="*/ 2423160 h 48463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46319" h="4846319">
                <a:moveTo>
                  <a:pt x="4846320" y="2423160"/>
                </a:moveTo>
                <a:cubicBezTo>
                  <a:pt x="3028950" y="2757773"/>
                  <a:pt x="2757773" y="3028950"/>
                  <a:pt x="2423160" y="4846320"/>
                </a:cubicBezTo>
                <a:cubicBezTo>
                  <a:pt x="2088547" y="3028950"/>
                  <a:pt x="1817370" y="2757773"/>
                  <a:pt x="0" y="2423160"/>
                </a:cubicBezTo>
                <a:cubicBezTo>
                  <a:pt x="1817370" y="2088547"/>
                  <a:pt x="2088547" y="1817370"/>
                  <a:pt x="2423160" y="0"/>
                </a:cubicBezTo>
                <a:cubicBezTo>
                  <a:pt x="2757773" y="1817370"/>
                  <a:pt x="3028950" y="2088547"/>
                  <a:pt x="4846320" y="2423160"/>
                </a:cubicBezTo>
                <a:close/>
              </a:path>
            </a:pathLst>
          </a:custGeom>
          <a:solidFill>
            <a:schemeClr val="accent2"/>
          </a:solidFill>
          <a:ln w="9525" cap="flat">
            <a:noFill/>
            <a:prstDash val="solid"/>
            <a:miter/>
          </a:ln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endParaRPr lang="en-US"/>
          </a:p>
        </p:txBody>
      </p:sp>
      <p:pic>
        <p:nvPicPr>
          <p:cNvPr id="21" name="图形 11"/>
          <p:cNvPicPr>
            <a:picLocks noChangeAspect="1"/>
          </p:cNvPicPr>
          <p:nvPr userDrawn="1">
            <p:custDataLst>
              <p:tags r:id="rId11"/>
            </p:custDataLst>
          </p:nvPr>
        </p:nvPicPr>
        <p:blipFill rotWithShape="1"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 b="15734"/>
          <a:stretch>
            <a:fillRect/>
          </a:stretch>
        </p:blipFill>
        <p:spPr>
          <a:xfrm>
            <a:off x="7915247" y="1806269"/>
            <a:ext cx="3203499" cy="4219741"/>
          </a:xfrm>
          <a:custGeom>
            <a:avLst/>
            <a:gdLst>
              <a:gd name="connsiteX0" fmla="*/ 0 w 2802798"/>
              <a:gd name="connsiteY0" fmla="*/ 0 h 3992193"/>
              <a:gd name="connsiteX1" fmla="*/ 2769449 w 2802798"/>
              <a:gd name="connsiteY1" fmla="*/ 0 h 3992193"/>
              <a:gd name="connsiteX2" fmla="*/ 2772997 w 2802798"/>
              <a:gd name="connsiteY2" fmla="*/ 13799 h 3992193"/>
              <a:gd name="connsiteX3" fmla="*/ 2802798 w 2802798"/>
              <a:gd name="connsiteY3" fmla="*/ 309420 h 3992193"/>
              <a:gd name="connsiteX4" fmla="*/ 2802798 w 2802798"/>
              <a:gd name="connsiteY4" fmla="*/ 2525345 h 3992193"/>
              <a:gd name="connsiteX5" fmla="*/ 1335950 w 2802798"/>
              <a:gd name="connsiteY5" fmla="*/ 3992193 h 3992193"/>
              <a:gd name="connsiteX6" fmla="*/ 46143 w 2802798"/>
              <a:gd name="connsiteY6" fmla="*/ 3224532 h 3992193"/>
              <a:gd name="connsiteX7" fmla="*/ 0 w 2802798"/>
              <a:gd name="connsiteY7" fmla="*/ 3128746 h 39921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802798" h="3992193">
                <a:moveTo>
                  <a:pt x="0" y="0"/>
                </a:moveTo>
                <a:lnTo>
                  <a:pt x="2769449" y="0"/>
                </a:lnTo>
                <a:lnTo>
                  <a:pt x="2772997" y="13799"/>
                </a:lnTo>
                <a:cubicBezTo>
                  <a:pt x="2792537" y="109287"/>
                  <a:pt x="2802798" y="208155"/>
                  <a:pt x="2802798" y="309420"/>
                </a:cubicBezTo>
                <a:lnTo>
                  <a:pt x="2802798" y="2525345"/>
                </a:lnTo>
                <a:cubicBezTo>
                  <a:pt x="2802798" y="3335463"/>
                  <a:pt x="2146068" y="3992193"/>
                  <a:pt x="1335950" y="3992193"/>
                </a:cubicBezTo>
                <a:cubicBezTo>
                  <a:pt x="778994" y="3992193"/>
                  <a:pt x="294538" y="3681786"/>
                  <a:pt x="46143" y="3224532"/>
                </a:cubicBezTo>
                <a:lnTo>
                  <a:pt x="0" y="3128746"/>
                </a:lnTo>
                <a:close/>
              </a:path>
            </a:pathLst>
          </a:custGeom>
        </p:spPr>
      </p:pic>
      <p:cxnSp>
        <p:nvCxnSpPr>
          <p:cNvPr id="25" name="直接连接符 24"/>
          <p:cNvCxnSpPr/>
          <p:nvPr userDrawn="1">
            <p:custDataLst>
              <p:tags r:id="rId14"/>
            </p:custDataLst>
          </p:nvPr>
        </p:nvCxnSpPr>
        <p:spPr>
          <a:xfrm>
            <a:off x="11122861" y="681237"/>
            <a:ext cx="212725" cy="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 userDrawn="1">
            <p:custDataLst>
              <p:tags r:id="rId15"/>
            </p:custDataLst>
          </p:nvPr>
        </p:nvCxnSpPr>
        <p:spPr>
          <a:xfrm>
            <a:off x="11122861" y="756802"/>
            <a:ext cx="212725" cy="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/>
          <p:cNvCxnSpPr/>
          <p:nvPr userDrawn="1">
            <p:custDataLst>
              <p:tags r:id="rId16"/>
            </p:custDataLst>
          </p:nvPr>
        </p:nvCxnSpPr>
        <p:spPr>
          <a:xfrm>
            <a:off x="11122861" y="833002"/>
            <a:ext cx="212725" cy="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任意多边形: 形状 27"/>
          <p:cNvSpPr/>
          <p:nvPr userDrawn="1">
            <p:custDataLst>
              <p:tags r:id="rId17"/>
            </p:custDataLst>
          </p:nvPr>
        </p:nvSpPr>
        <p:spPr>
          <a:xfrm>
            <a:off x="0" y="0"/>
            <a:ext cx="1848171" cy="1847290"/>
          </a:xfrm>
          <a:custGeom>
            <a:avLst/>
            <a:gdLst>
              <a:gd name="connsiteX0" fmla="*/ 0 w 1556484"/>
              <a:gd name="connsiteY0" fmla="*/ 0 h 1555743"/>
              <a:gd name="connsiteX1" fmla="*/ 1556484 w 1556484"/>
              <a:gd name="connsiteY1" fmla="*/ 0 h 1555743"/>
              <a:gd name="connsiteX2" fmla="*/ 1548919 w 1556484"/>
              <a:gd name="connsiteY2" fmla="*/ 149820 h 1555743"/>
              <a:gd name="connsiteX3" fmla="*/ 150601 w 1556484"/>
              <a:gd name="connsiteY3" fmla="*/ 1548138 h 1555743"/>
              <a:gd name="connsiteX4" fmla="*/ 0 w 1556484"/>
              <a:gd name="connsiteY4" fmla="*/ 1555743 h 1555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56484" h="1555743">
                <a:moveTo>
                  <a:pt x="0" y="0"/>
                </a:moveTo>
                <a:lnTo>
                  <a:pt x="1556484" y="0"/>
                </a:lnTo>
                <a:lnTo>
                  <a:pt x="1548919" y="149820"/>
                </a:lnTo>
                <a:cubicBezTo>
                  <a:pt x="1474043" y="887113"/>
                  <a:pt x="887894" y="1473262"/>
                  <a:pt x="150601" y="1548138"/>
                </a:cubicBezTo>
                <a:lnTo>
                  <a:pt x="0" y="1555743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50000"/>
                </a:schemeClr>
              </a:gs>
              <a:gs pos="57000">
                <a:schemeClr val="accent1">
                  <a:alpha val="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29" name="图形 9"/>
          <p:cNvSpPr/>
          <p:nvPr userDrawn="1">
            <p:custDataLst>
              <p:tags r:id="rId18"/>
            </p:custDataLst>
          </p:nvPr>
        </p:nvSpPr>
        <p:spPr>
          <a:xfrm>
            <a:off x="9860071" y="4209212"/>
            <a:ext cx="368576" cy="368576"/>
          </a:xfrm>
          <a:custGeom>
            <a:avLst/>
            <a:gdLst>
              <a:gd name="connsiteX0" fmla="*/ 4846320 w 4846319"/>
              <a:gd name="connsiteY0" fmla="*/ 2423160 h 4846319"/>
              <a:gd name="connsiteX1" fmla="*/ 2423160 w 4846319"/>
              <a:gd name="connsiteY1" fmla="*/ 4846320 h 4846319"/>
              <a:gd name="connsiteX2" fmla="*/ 0 w 4846319"/>
              <a:gd name="connsiteY2" fmla="*/ 2423160 h 4846319"/>
              <a:gd name="connsiteX3" fmla="*/ 2423160 w 4846319"/>
              <a:gd name="connsiteY3" fmla="*/ 0 h 4846319"/>
              <a:gd name="connsiteX4" fmla="*/ 4846320 w 4846319"/>
              <a:gd name="connsiteY4" fmla="*/ 2423160 h 48463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46319" h="4846319">
                <a:moveTo>
                  <a:pt x="4846320" y="2423160"/>
                </a:moveTo>
                <a:cubicBezTo>
                  <a:pt x="3028950" y="2757773"/>
                  <a:pt x="2757773" y="3028950"/>
                  <a:pt x="2423160" y="4846320"/>
                </a:cubicBezTo>
                <a:cubicBezTo>
                  <a:pt x="2088547" y="3028950"/>
                  <a:pt x="1817370" y="2757773"/>
                  <a:pt x="0" y="2423160"/>
                </a:cubicBezTo>
                <a:cubicBezTo>
                  <a:pt x="1817370" y="2088547"/>
                  <a:pt x="2088547" y="1817370"/>
                  <a:pt x="2423160" y="0"/>
                </a:cubicBezTo>
                <a:cubicBezTo>
                  <a:pt x="2757773" y="1817370"/>
                  <a:pt x="3028950" y="2088547"/>
                  <a:pt x="4846320" y="2423160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endParaRPr lang="en-US"/>
          </a:p>
        </p:txBody>
      </p:sp>
      <p:sp>
        <p:nvSpPr>
          <p:cNvPr id="19" name="图形 9"/>
          <p:cNvSpPr/>
          <p:nvPr userDrawn="1">
            <p:custDataLst>
              <p:tags r:id="rId19"/>
            </p:custDataLst>
          </p:nvPr>
        </p:nvSpPr>
        <p:spPr>
          <a:xfrm>
            <a:off x="7432806" y="1962602"/>
            <a:ext cx="651502" cy="651502"/>
          </a:xfrm>
          <a:custGeom>
            <a:avLst/>
            <a:gdLst>
              <a:gd name="connsiteX0" fmla="*/ 4846320 w 4846319"/>
              <a:gd name="connsiteY0" fmla="*/ 2423160 h 4846319"/>
              <a:gd name="connsiteX1" fmla="*/ 2423160 w 4846319"/>
              <a:gd name="connsiteY1" fmla="*/ 4846320 h 4846319"/>
              <a:gd name="connsiteX2" fmla="*/ 0 w 4846319"/>
              <a:gd name="connsiteY2" fmla="*/ 2423160 h 4846319"/>
              <a:gd name="connsiteX3" fmla="*/ 2423160 w 4846319"/>
              <a:gd name="connsiteY3" fmla="*/ 0 h 4846319"/>
              <a:gd name="connsiteX4" fmla="*/ 4846320 w 4846319"/>
              <a:gd name="connsiteY4" fmla="*/ 2423160 h 48463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46319" h="4846319">
                <a:moveTo>
                  <a:pt x="4846320" y="2423160"/>
                </a:moveTo>
                <a:cubicBezTo>
                  <a:pt x="3028950" y="2757773"/>
                  <a:pt x="2757773" y="3028950"/>
                  <a:pt x="2423160" y="4846320"/>
                </a:cubicBezTo>
                <a:cubicBezTo>
                  <a:pt x="2088547" y="3028950"/>
                  <a:pt x="1817370" y="2757773"/>
                  <a:pt x="0" y="2423160"/>
                </a:cubicBezTo>
                <a:cubicBezTo>
                  <a:pt x="1817370" y="2088547"/>
                  <a:pt x="2088547" y="1817370"/>
                  <a:pt x="2423160" y="0"/>
                </a:cubicBezTo>
                <a:cubicBezTo>
                  <a:pt x="2757773" y="1817370"/>
                  <a:pt x="3028950" y="2088547"/>
                  <a:pt x="4846320" y="2423160"/>
                </a:cubicBezTo>
                <a:close/>
              </a:path>
            </a:pathLst>
          </a:custGeom>
          <a:solidFill>
            <a:schemeClr val="accent2"/>
          </a:solidFill>
          <a:ln w="9525" cap="flat">
            <a:noFill/>
            <a:prstDash val="solid"/>
            <a:miter/>
          </a:ln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endParaRPr lang="en-US" dirty="0"/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0"/>
            </p:custDataLst>
          </p:nvPr>
        </p:nvSpPr>
        <p:spPr>
          <a:xfrm>
            <a:off x="838200" y="1121410"/>
            <a:ext cx="6345555" cy="2763520"/>
          </a:xfrm>
        </p:spPr>
        <p:txBody>
          <a:bodyPr wrap="square" anchor="b">
            <a:normAutofit/>
          </a:bodyPr>
          <a:lstStyle>
            <a:lvl1pPr algn="l">
              <a:lnSpc>
                <a:spcPct val="100000"/>
              </a:lnSpc>
              <a:defRPr sz="540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>
              <a:latin typeface="+mj-lt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21"/>
            </p:custDataLst>
          </p:nvPr>
        </p:nvSpPr>
        <p:spPr>
          <a:xfrm>
            <a:off x="838199" y="4009006"/>
            <a:ext cx="5935099" cy="862543"/>
          </a:xfrm>
        </p:spPr>
        <p:txBody>
          <a:bodyPr wrap="square">
            <a:normAutofit/>
          </a:bodyPr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000">
                <a:latin typeface="+mj-lt"/>
              </a:defRPr>
            </a:lvl2pPr>
            <a:lvl3pPr marL="914400" indent="0" algn="ctr">
              <a:buNone/>
              <a:defRPr sz="1800">
                <a:latin typeface="+mj-lt"/>
              </a:defRPr>
            </a:lvl3pPr>
            <a:lvl4pPr marL="1371600" indent="0" algn="ctr">
              <a:buNone/>
              <a:defRPr sz="1600">
                <a:latin typeface="+mj-lt"/>
              </a:defRPr>
            </a:lvl4pPr>
            <a:lvl5pPr marL="1828800" indent="0" algn="ctr">
              <a:buNone/>
              <a:defRPr sz="1600">
                <a:latin typeface="+mj-lt"/>
              </a:defRPr>
            </a:lvl5pPr>
            <a:lvl6pPr marL="2286000" indent="0" algn="ctr">
              <a:buNone/>
              <a:defRPr sz="1600">
                <a:latin typeface="+mj-lt"/>
              </a:defRPr>
            </a:lvl6pPr>
            <a:lvl7pPr marL="2743200" indent="0" algn="ctr">
              <a:buNone/>
              <a:defRPr sz="1600">
                <a:latin typeface="+mj-lt"/>
              </a:defRPr>
            </a:lvl7pPr>
            <a:lvl8pPr marL="3200400" indent="0" algn="ctr">
              <a:buNone/>
              <a:defRPr sz="1600">
                <a:latin typeface="+mj-lt"/>
              </a:defRPr>
            </a:lvl8pPr>
            <a:lvl9pPr marL="3657600" indent="0" algn="ctr">
              <a:buNone/>
              <a:defRPr sz="1600">
                <a:latin typeface="+mj-lt"/>
              </a:defRPr>
            </a:lvl9pPr>
          </a:lstStyle>
          <a:p>
            <a:r>
              <a:rPr lang="en-US" dirty="0">
                <a:latin typeface="+mj-lt"/>
              </a:rPr>
              <a:t>Click to add subtitle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2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23"/>
            </p:custDataLst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24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10" name="公司名占位符 6"/>
          <p:cNvSpPr>
            <a:spLocks noGrp="1"/>
          </p:cNvSpPr>
          <p:nvPr>
            <p:ph type="body" sz="quarter" idx="13" hasCustomPrompt="1"/>
            <p:custDataLst>
              <p:tags r:id="rId25"/>
            </p:custDataLst>
          </p:nvPr>
        </p:nvSpPr>
        <p:spPr>
          <a:xfrm>
            <a:off x="838198" y="504000"/>
            <a:ext cx="2880000" cy="504000"/>
          </a:xfrm>
        </p:spPr>
        <p:txBody>
          <a:bodyPr wrap="square" anchor="ctr">
            <a:normAutofit/>
          </a:bodyPr>
          <a:lstStyle>
            <a:lvl1pPr marL="0" indent="0">
              <a:lnSpc>
                <a:spcPct val="100000"/>
              </a:lnSpc>
              <a:buNone/>
              <a:defRPr sz="1800"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26"/>
            </p:custDataLst>
          </p:nvPr>
        </p:nvSpPr>
        <p:spPr>
          <a:xfrm>
            <a:off x="839851" y="5116537"/>
            <a:ext cx="2880000" cy="57600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2"/>
              </a:gs>
              <a:gs pos="55000">
                <a:schemeClr val="accent1"/>
              </a:gs>
            </a:gsLst>
            <a:lin ang="2700000" scaled="1"/>
            <a:tileRect/>
          </a:gradFill>
          <a:effectLst>
            <a:outerShdw blurRad="101600" dist="101600" dir="2700000" algn="tl" rotWithShape="0">
              <a:schemeClr val="accent1">
                <a:alpha val="20000"/>
              </a:schemeClr>
            </a:outerShdw>
          </a:effectLst>
        </p:spPr>
        <p:txBody>
          <a:bodyPr wrap="square" lIns="0" tIns="0" rIns="0" bIns="0" anchor="ctr" anchorCtr="1">
            <a:normAutofit/>
          </a:bodyPr>
          <a:lstStyle>
            <a:lvl1pPr marL="0" indent="0" eaLnBrk="1" fontAlgn="auto" latinLnBrk="0" hangingPunct="1">
              <a:lnSpc>
                <a:spcPct val="90000"/>
              </a:lnSpc>
              <a:spcAft>
                <a:spcPts val="0"/>
              </a:spcAft>
              <a:buNone/>
              <a:defRPr lang="en-US" sz="1600" b="1" u="none" strike="noStrike" kern="1200" cap="none" spc="0" normalizeH="0" baseline="0" dirty="0">
                <a:solidFill>
                  <a:srgbClr val="FFFFFF"/>
                </a:solidFill>
                <a:uFillTx/>
                <a:latin typeface="+mn-lt"/>
              </a:defRPr>
            </a:lvl1pPr>
          </a:lstStyle>
          <a:p>
            <a:pPr marL="228600" lvl="0" indent="-228600" algn="ctr" fontAlgn="auto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6422">
                <a:schemeClr val="accent1">
                  <a:lumMod val="20000"/>
                  <a:lumOff val="80000"/>
                </a:schemeClr>
              </a:gs>
              <a:gs pos="53000">
                <a:schemeClr val="bg2"/>
              </a:gs>
              <a:gs pos="100000">
                <a:schemeClr val="bg1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/>
            <a:endParaRPr lang="en-US"/>
          </a:p>
        </p:txBody>
      </p:sp>
      <p:sp>
        <p:nvSpPr>
          <p:cNvPr id="8" name="椭圆 7"/>
          <p:cNvSpPr/>
          <p:nvPr userDrawn="1">
            <p:custDataLst>
              <p:tags r:id="rId3"/>
            </p:custDataLst>
          </p:nvPr>
        </p:nvSpPr>
        <p:spPr>
          <a:xfrm>
            <a:off x="6720054" y="3429000"/>
            <a:ext cx="3068676" cy="3068676"/>
          </a:xfrm>
          <a:prstGeom prst="ellipse">
            <a:avLst/>
          </a:prstGeom>
          <a:gradFill flip="none" rotWithShape="1">
            <a:gsLst>
              <a:gs pos="75000">
                <a:schemeClr val="accent2"/>
              </a:gs>
              <a:gs pos="0">
                <a:schemeClr val="accent2">
                  <a:alpha val="0"/>
                </a:schemeClr>
              </a:gs>
            </a:gsLst>
            <a:lin ang="13500000" scaled="1"/>
            <a:tileRect/>
          </a:gradFill>
          <a:ln>
            <a:noFill/>
          </a:ln>
          <a:effectLst>
            <a:softEdge rad="571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9" name="任意多边形: 形状 8"/>
          <p:cNvSpPr/>
          <p:nvPr userDrawn="1">
            <p:custDataLst>
              <p:tags r:id="rId4"/>
            </p:custDataLst>
          </p:nvPr>
        </p:nvSpPr>
        <p:spPr>
          <a:xfrm flipH="1" flipV="1">
            <a:off x="9258304" y="3925701"/>
            <a:ext cx="2933696" cy="2932298"/>
          </a:xfrm>
          <a:custGeom>
            <a:avLst/>
            <a:gdLst>
              <a:gd name="connsiteX0" fmla="*/ 0 w 1556484"/>
              <a:gd name="connsiteY0" fmla="*/ 0 h 1555743"/>
              <a:gd name="connsiteX1" fmla="*/ 1556484 w 1556484"/>
              <a:gd name="connsiteY1" fmla="*/ 0 h 1555743"/>
              <a:gd name="connsiteX2" fmla="*/ 1548919 w 1556484"/>
              <a:gd name="connsiteY2" fmla="*/ 149820 h 1555743"/>
              <a:gd name="connsiteX3" fmla="*/ 150601 w 1556484"/>
              <a:gd name="connsiteY3" fmla="*/ 1548138 h 1555743"/>
              <a:gd name="connsiteX4" fmla="*/ 0 w 1556484"/>
              <a:gd name="connsiteY4" fmla="*/ 1555743 h 1555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56484" h="1555743">
                <a:moveTo>
                  <a:pt x="0" y="0"/>
                </a:moveTo>
                <a:lnTo>
                  <a:pt x="1556484" y="0"/>
                </a:lnTo>
                <a:lnTo>
                  <a:pt x="1548919" y="149820"/>
                </a:lnTo>
                <a:cubicBezTo>
                  <a:pt x="1474043" y="887113"/>
                  <a:pt x="887894" y="1473262"/>
                  <a:pt x="150601" y="1548138"/>
                </a:cubicBezTo>
                <a:lnTo>
                  <a:pt x="0" y="1555743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50000"/>
                </a:schemeClr>
              </a:gs>
              <a:gs pos="57000">
                <a:schemeClr val="accent1">
                  <a:alpha val="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/>
            <a:endParaRPr lang="en-US"/>
          </a:p>
        </p:txBody>
      </p:sp>
      <p:sp>
        <p:nvSpPr>
          <p:cNvPr id="11" name="矩形: 圆角 10"/>
          <p:cNvSpPr/>
          <p:nvPr userDrawn="1">
            <p:custDataLst>
              <p:tags r:id="rId5"/>
            </p:custDataLst>
          </p:nvPr>
        </p:nvSpPr>
        <p:spPr>
          <a:xfrm>
            <a:off x="8278065" y="1016000"/>
            <a:ext cx="2933696" cy="5041900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12" name="椭圆 11"/>
          <p:cNvSpPr/>
          <p:nvPr userDrawn="1">
            <p:custDataLst>
              <p:tags r:id="rId6"/>
            </p:custDataLst>
          </p:nvPr>
        </p:nvSpPr>
        <p:spPr>
          <a:xfrm>
            <a:off x="10436678" y="5241025"/>
            <a:ext cx="1149564" cy="1149564"/>
          </a:xfrm>
          <a:prstGeom prst="ellipse">
            <a:avLst/>
          </a:prstGeom>
          <a:gradFill flip="none" rotWithShape="1">
            <a:gsLst>
              <a:gs pos="76000">
                <a:schemeClr val="accent2"/>
              </a:gs>
              <a:gs pos="0">
                <a:schemeClr val="accent2">
                  <a:alpha val="0"/>
                </a:schemeClr>
              </a:gs>
            </a:gsLst>
            <a:lin ang="13500000" scaled="1"/>
            <a:tileRect/>
          </a:gradFill>
          <a:ln>
            <a:noFill/>
          </a:ln>
          <a:effectLst>
            <a:softEdge rad="2540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13" name="矩形: 圆角 12"/>
          <p:cNvSpPr/>
          <p:nvPr userDrawn="1">
            <p:custDataLst>
              <p:tags r:id="rId7"/>
            </p:custDataLst>
          </p:nvPr>
        </p:nvSpPr>
        <p:spPr>
          <a:xfrm>
            <a:off x="7760848" y="1016000"/>
            <a:ext cx="2933696" cy="50419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15" name="弧形 14"/>
          <p:cNvSpPr/>
          <p:nvPr userDrawn="1">
            <p:custDataLst>
              <p:tags r:id="rId8"/>
            </p:custDataLst>
          </p:nvPr>
        </p:nvSpPr>
        <p:spPr>
          <a:xfrm rot="3870695">
            <a:off x="8401456" y="972063"/>
            <a:ext cx="1676873" cy="5677950"/>
          </a:xfrm>
          <a:prstGeom prst="arc">
            <a:avLst>
              <a:gd name="adj1" fmla="val 3401350"/>
              <a:gd name="adj2" fmla="val 6993367"/>
            </a:avLst>
          </a:prstGeom>
          <a:ln w="25400" cap="rnd">
            <a:solidFill>
              <a:schemeClr val="accent3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>
                <a:solidFill>
                  <a:schemeClr val="tx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16" name="弧形 15"/>
          <p:cNvSpPr/>
          <p:nvPr userDrawn="1">
            <p:custDataLst>
              <p:tags r:id="rId9"/>
            </p:custDataLst>
          </p:nvPr>
        </p:nvSpPr>
        <p:spPr>
          <a:xfrm rot="3870695">
            <a:off x="8401456" y="972063"/>
            <a:ext cx="1676873" cy="5677950"/>
          </a:xfrm>
          <a:prstGeom prst="arc">
            <a:avLst>
              <a:gd name="adj1" fmla="val 15447740"/>
              <a:gd name="adj2" fmla="val 19307839"/>
            </a:avLst>
          </a:prstGeom>
          <a:ln w="25400" cap="rnd">
            <a:solidFill>
              <a:schemeClr val="accent3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>
                <a:solidFill>
                  <a:schemeClr val="tx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17" name="图形 9"/>
          <p:cNvSpPr/>
          <p:nvPr userDrawn="1">
            <p:custDataLst>
              <p:tags r:id="rId10"/>
            </p:custDataLst>
          </p:nvPr>
        </p:nvSpPr>
        <p:spPr>
          <a:xfrm>
            <a:off x="7183547" y="1646415"/>
            <a:ext cx="372193" cy="372193"/>
          </a:xfrm>
          <a:custGeom>
            <a:avLst/>
            <a:gdLst>
              <a:gd name="connsiteX0" fmla="*/ 4846320 w 4846319"/>
              <a:gd name="connsiteY0" fmla="*/ 2423160 h 4846319"/>
              <a:gd name="connsiteX1" fmla="*/ 2423160 w 4846319"/>
              <a:gd name="connsiteY1" fmla="*/ 4846320 h 4846319"/>
              <a:gd name="connsiteX2" fmla="*/ 0 w 4846319"/>
              <a:gd name="connsiteY2" fmla="*/ 2423160 h 4846319"/>
              <a:gd name="connsiteX3" fmla="*/ 2423160 w 4846319"/>
              <a:gd name="connsiteY3" fmla="*/ 0 h 4846319"/>
              <a:gd name="connsiteX4" fmla="*/ 4846320 w 4846319"/>
              <a:gd name="connsiteY4" fmla="*/ 2423160 h 48463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46319" h="4846319">
                <a:moveTo>
                  <a:pt x="4846320" y="2423160"/>
                </a:moveTo>
                <a:cubicBezTo>
                  <a:pt x="3028950" y="2757773"/>
                  <a:pt x="2757773" y="3028950"/>
                  <a:pt x="2423160" y="4846320"/>
                </a:cubicBezTo>
                <a:cubicBezTo>
                  <a:pt x="2088547" y="3028950"/>
                  <a:pt x="1817370" y="2757773"/>
                  <a:pt x="0" y="2423160"/>
                </a:cubicBezTo>
                <a:cubicBezTo>
                  <a:pt x="1817370" y="2088547"/>
                  <a:pt x="2088547" y="1817370"/>
                  <a:pt x="2423160" y="0"/>
                </a:cubicBezTo>
                <a:cubicBezTo>
                  <a:pt x="2757773" y="1817370"/>
                  <a:pt x="3028950" y="2088547"/>
                  <a:pt x="4846320" y="2423160"/>
                </a:cubicBezTo>
                <a:close/>
              </a:path>
            </a:pathLst>
          </a:custGeom>
          <a:solidFill>
            <a:schemeClr val="accent2"/>
          </a:solidFill>
          <a:ln w="9525" cap="flat">
            <a:noFill/>
            <a:prstDash val="solid"/>
            <a:miter/>
          </a:ln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endParaRPr lang="en-US"/>
          </a:p>
        </p:txBody>
      </p:sp>
      <p:pic>
        <p:nvPicPr>
          <p:cNvPr id="21" name="图形 11"/>
          <p:cNvPicPr>
            <a:picLocks noChangeAspect="1"/>
          </p:cNvPicPr>
          <p:nvPr userDrawn="1">
            <p:custDataLst>
              <p:tags r:id="rId11"/>
            </p:custDataLst>
          </p:nvPr>
        </p:nvPicPr>
        <p:blipFill rotWithShape="1"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 b="15734"/>
          <a:stretch>
            <a:fillRect/>
          </a:stretch>
        </p:blipFill>
        <p:spPr>
          <a:xfrm>
            <a:off x="7915247" y="1806269"/>
            <a:ext cx="3203499" cy="4219741"/>
          </a:xfrm>
          <a:custGeom>
            <a:avLst/>
            <a:gdLst>
              <a:gd name="connsiteX0" fmla="*/ 0 w 2802798"/>
              <a:gd name="connsiteY0" fmla="*/ 0 h 3992193"/>
              <a:gd name="connsiteX1" fmla="*/ 2769449 w 2802798"/>
              <a:gd name="connsiteY1" fmla="*/ 0 h 3992193"/>
              <a:gd name="connsiteX2" fmla="*/ 2772997 w 2802798"/>
              <a:gd name="connsiteY2" fmla="*/ 13799 h 3992193"/>
              <a:gd name="connsiteX3" fmla="*/ 2802798 w 2802798"/>
              <a:gd name="connsiteY3" fmla="*/ 309420 h 3992193"/>
              <a:gd name="connsiteX4" fmla="*/ 2802798 w 2802798"/>
              <a:gd name="connsiteY4" fmla="*/ 2525345 h 3992193"/>
              <a:gd name="connsiteX5" fmla="*/ 1335950 w 2802798"/>
              <a:gd name="connsiteY5" fmla="*/ 3992193 h 3992193"/>
              <a:gd name="connsiteX6" fmla="*/ 46143 w 2802798"/>
              <a:gd name="connsiteY6" fmla="*/ 3224532 h 3992193"/>
              <a:gd name="connsiteX7" fmla="*/ 0 w 2802798"/>
              <a:gd name="connsiteY7" fmla="*/ 3128746 h 39921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802798" h="3992193">
                <a:moveTo>
                  <a:pt x="0" y="0"/>
                </a:moveTo>
                <a:lnTo>
                  <a:pt x="2769449" y="0"/>
                </a:lnTo>
                <a:lnTo>
                  <a:pt x="2772997" y="13799"/>
                </a:lnTo>
                <a:cubicBezTo>
                  <a:pt x="2792537" y="109287"/>
                  <a:pt x="2802798" y="208155"/>
                  <a:pt x="2802798" y="309420"/>
                </a:cubicBezTo>
                <a:lnTo>
                  <a:pt x="2802798" y="2525345"/>
                </a:lnTo>
                <a:cubicBezTo>
                  <a:pt x="2802798" y="3335463"/>
                  <a:pt x="2146068" y="3992193"/>
                  <a:pt x="1335950" y="3992193"/>
                </a:cubicBezTo>
                <a:cubicBezTo>
                  <a:pt x="778994" y="3992193"/>
                  <a:pt x="294538" y="3681786"/>
                  <a:pt x="46143" y="3224532"/>
                </a:cubicBezTo>
                <a:lnTo>
                  <a:pt x="0" y="3128746"/>
                </a:lnTo>
                <a:close/>
              </a:path>
            </a:pathLst>
          </a:custGeom>
        </p:spPr>
      </p:pic>
      <p:cxnSp>
        <p:nvCxnSpPr>
          <p:cNvPr id="25" name="直接连接符 24"/>
          <p:cNvCxnSpPr/>
          <p:nvPr userDrawn="1">
            <p:custDataLst>
              <p:tags r:id="rId14"/>
            </p:custDataLst>
          </p:nvPr>
        </p:nvCxnSpPr>
        <p:spPr>
          <a:xfrm>
            <a:off x="11122861" y="681237"/>
            <a:ext cx="212725" cy="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 userDrawn="1">
            <p:custDataLst>
              <p:tags r:id="rId15"/>
            </p:custDataLst>
          </p:nvPr>
        </p:nvCxnSpPr>
        <p:spPr>
          <a:xfrm>
            <a:off x="11122861" y="756802"/>
            <a:ext cx="212725" cy="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/>
          <p:cNvCxnSpPr/>
          <p:nvPr userDrawn="1">
            <p:custDataLst>
              <p:tags r:id="rId16"/>
            </p:custDataLst>
          </p:nvPr>
        </p:nvCxnSpPr>
        <p:spPr>
          <a:xfrm>
            <a:off x="11122861" y="833002"/>
            <a:ext cx="212725" cy="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任意多边形: 形状 27"/>
          <p:cNvSpPr/>
          <p:nvPr userDrawn="1">
            <p:custDataLst>
              <p:tags r:id="rId17"/>
            </p:custDataLst>
          </p:nvPr>
        </p:nvSpPr>
        <p:spPr>
          <a:xfrm>
            <a:off x="0" y="0"/>
            <a:ext cx="1848171" cy="1847290"/>
          </a:xfrm>
          <a:custGeom>
            <a:avLst/>
            <a:gdLst>
              <a:gd name="connsiteX0" fmla="*/ 0 w 1556484"/>
              <a:gd name="connsiteY0" fmla="*/ 0 h 1555743"/>
              <a:gd name="connsiteX1" fmla="*/ 1556484 w 1556484"/>
              <a:gd name="connsiteY1" fmla="*/ 0 h 1555743"/>
              <a:gd name="connsiteX2" fmla="*/ 1548919 w 1556484"/>
              <a:gd name="connsiteY2" fmla="*/ 149820 h 1555743"/>
              <a:gd name="connsiteX3" fmla="*/ 150601 w 1556484"/>
              <a:gd name="connsiteY3" fmla="*/ 1548138 h 1555743"/>
              <a:gd name="connsiteX4" fmla="*/ 0 w 1556484"/>
              <a:gd name="connsiteY4" fmla="*/ 1555743 h 1555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56484" h="1555743">
                <a:moveTo>
                  <a:pt x="0" y="0"/>
                </a:moveTo>
                <a:lnTo>
                  <a:pt x="1556484" y="0"/>
                </a:lnTo>
                <a:lnTo>
                  <a:pt x="1548919" y="149820"/>
                </a:lnTo>
                <a:cubicBezTo>
                  <a:pt x="1474043" y="887113"/>
                  <a:pt x="887894" y="1473262"/>
                  <a:pt x="150601" y="1548138"/>
                </a:cubicBezTo>
                <a:lnTo>
                  <a:pt x="0" y="1555743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50000"/>
                </a:schemeClr>
              </a:gs>
              <a:gs pos="57000">
                <a:schemeClr val="accent1">
                  <a:alpha val="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29" name="图形 9"/>
          <p:cNvSpPr/>
          <p:nvPr userDrawn="1">
            <p:custDataLst>
              <p:tags r:id="rId18"/>
            </p:custDataLst>
          </p:nvPr>
        </p:nvSpPr>
        <p:spPr>
          <a:xfrm>
            <a:off x="9860071" y="4209212"/>
            <a:ext cx="368576" cy="368576"/>
          </a:xfrm>
          <a:custGeom>
            <a:avLst/>
            <a:gdLst>
              <a:gd name="connsiteX0" fmla="*/ 4846320 w 4846319"/>
              <a:gd name="connsiteY0" fmla="*/ 2423160 h 4846319"/>
              <a:gd name="connsiteX1" fmla="*/ 2423160 w 4846319"/>
              <a:gd name="connsiteY1" fmla="*/ 4846320 h 4846319"/>
              <a:gd name="connsiteX2" fmla="*/ 0 w 4846319"/>
              <a:gd name="connsiteY2" fmla="*/ 2423160 h 4846319"/>
              <a:gd name="connsiteX3" fmla="*/ 2423160 w 4846319"/>
              <a:gd name="connsiteY3" fmla="*/ 0 h 4846319"/>
              <a:gd name="connsiteX4" fmla="*/ 4846320 w 4846319"/>
              <a:gd name="connsiteY4" fmla="*/ 2423160 h 48463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46319" h="4846319">
                <a:moveTo>
                  <a:pt x="4846320" y="2423160"/>
                </a:moveTo>
                <a:cubicBezTo>
                  <a:pt x="3028950" y="2757773"/>
                  <a:pt x="2757773" y="3028950"/>
                  <a:pt x="2423160" y="4846320"/>
                </a:cubicBezTo>
                <a:cubicBezTo>
                  <a:pt x="2088547" y="3028950"/>
                  <a:pt x="1817370" y="2757773"/>
                  <a:pt x="0" y="2423160"/>
                </a:cubicBezTo>
                <a:cubicBezTo>
                  <a:pt x="1817370" y="2088547"/>
                  <a:pt x="2088547" y="1817370"/>
                  <a:pt x="2423160" y="0"/>
                </a:cubicBezTo>
                <a:cubicBezTo>
                  <a:pt x="2757773" y="1817370"/>
                  <a:pt x="3028950" y="2088547"/>
                  <a:pt x="4846320" y="2423160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endParaRPr lang="en-US"/>
          </a:p>
        </p:txBody>
      </p:sp>
      <p:sp>
        <p:nvSpPr>
          <p:cNvPr id="19" name="图形 9"/>
          <p:cNvSpPr/>
          <p:nvPr userDrawn="1">
            <p:custDataLst>
              <p:tags r:id="rId19"/>
            </p:custDataLst>
          </p:nvPr>
        </p:nvSpPr>
        <p:spPr>
          <a:xfrm>
            <a:off x="7432806" y="1962602"/>
            <a:ext cx="651502" cy="651502"/>
          </a:xfrm>
          <a:custGeom>
            <a:avLst/>
            <a:gdLst>
              <a:gd name="connsiteX0" fmla="*/ 4846320 w 4846319"/>
              <a:gd name="connsiteY0" fmla="*/ 2423160 h 4846319"/>
              <a:gd name="connsiteX1" fmla="*/ 2423160 w 4846319"/>
              <a:gd name="connsiteY1" fmla="*/ 4846320 h 4846319"/>
              <a:gd name="connsiteX2" fmla="*/ 0 w 4846319"/>
              <a:gd name="connsiteY2" fmla="*/ 2423160 h 4846319"/>
              <a:gd name="connsiteX3" fmla="*/ 2423160 w 4846319"/>
              <a:gd name="connsiteY3" fmla="*/ 0 h 4846319"/>
              <a:gd name="connsiteX4" fmla="*/ 4846320 w 4846319"/>
              <a:gd name="connsiteY4" fmla="*/ 2423160 h 48463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46319" h="4846319">
                <a:moveTo>
                  <a:pt x="4846320" y="2423160"/>
                </a:moveTo>
                <a:cubicBezTo>
                  <a:pt x="3028950" y="2757773"/>
                  <a:pt x="2757773" y="3028950"/>
                  <a:pt x="2423160" y="4846320"/>
                </a:cubicBezTo>
                <a:cubicBezTo>
                  <a:pt x="2088547" y="3028950"/>
                  <a:pt x="1817370" y="2757773"/>
                  <a:pt x="0" y="2423160"/>
                </a:cubicBezTo>
                <a:cubicBezTo>
                  <a:pt x="1817370" y="2088547"/>
                  <a:pt x="2088547" y="1817370"/>
                  <a:pt x="2423160" y="0"/>
                </a:cubicBezTo>
                <a:cubicBezTo>
                  <a:pt x="2757773" y="1817370"/>
                  <a:pt x="3028950" y="2088547"/>
                  <a:pt x="4846320" y="2423160"/>
                </a:cubicBezTo>
                <a:close/>
              </a:path>
            </a:pathLst>
          </a:custGeom>
          <a:solidFill>
            <a:schemeClr val="accent2"/>
          </a:solidFill>
          <a:ln w="9525" cap="flat">
            <a:noFill/>
            <a:prstDash val="solid"/>
            <a:miter/>
          </a:ln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endParaRPr lang="en-US" dirty="0"/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0"/>
            </p:custDataLst>
          </p:nvPr>
        </p:nvSpPr>
        <p:spPr>
          <a:xfrm>
            <a:off x="838200" y="1121410"/>
            <a:ext cx="6345555" cy="2763520"/>
          </a:xfrm>
        </p:spPr>
        <p:txBody>
          <a:bodyPr wrap="square" anchor="b">
            <a:normAutofit/>
          </a:bodyPr>
          <a:lstStyle>
            <a:lvl1pPr algn="l">
              <a:lnSpc>
                <a:spcPct val="100000"/>
              </a:lnSpc>
              <a:defRPr sz="540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>
              <a:latin typeface="+mj-lt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21"/>
            </p:custDataLst>
          </p:nvPr>
        </p:nvSpPr>
        <p:spPr>
          <a:xfrm>
            <a:off x="838199" y="4009006"/>
            <a:ext cx="5935099" cy="862543"/>
          </a:xfrm>
        </p:spPr>
        <p:txBody>
          <a:bodyPr wrap="square">
            <a:normAutofit/>
          </a:bodyPr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000">
                <a:latin typeface="+mj-lt"/>
              </a:defRPr>
            </a:lvl2pPr>
            <a:lvl3pPr marL="914400" indent="0" algn="ctr">
              <a:buNone/>
              <a:defRPr sz="1800">
                <a:latin typeface="+mj-lt"/>
              </a:defRPr>
            </a:lvl3pPr>
            <a:lvl4pPr marL="1371600" indent="0" algn="ctr">
              <a:buNone/>
              <a:defRPr sz="1600">
                <a:latin typeface="+mj-lt"/>
              </a:defRPr>
            </a:lvl4pPr>
            <a:lvl5pPr marL="1828800" indent="0" algn="ctr">
              <a:buNone/>
              <a:defRPr sz="1600">
                <a:latin typeface="+mj-lt"/>
              </a:defRPr>
            </a:lvl5pPr>
            <a:lvl6pPr marL="2286000" indent="0" algn="ctr">
              <a:buNone/>
              <a:defRPr sz="1600">
                <a:latin typeface="+mj-lt"/>
              </a:defRPr>
            </a:lvl6pPr>
            <a:lvl7pPr marL="2743200" indent="0" algn="ctr">
              <a:buNone/>
              <a:defRPr sz="1600">
                <a:latin typeface="+mj-lt"/>
              </a:defRPr>
            </a:lvl7pPr>
            <a:lvl8pPr marL="3200400" indent="0" algn="ctr">
              <a:buNone/>
              <a:defRPr sz="1600">
                <a:latin typeface="+mj-lt"/>
              </a:defRPr>
            </a:lvl8pPr>
            <a:lvl9pPr marL="3657600" indent="0" algn="ctr">
              <a:buNone/>
              <a:defRPr sz="1600">
                <a:latin typeface="+mj-lt"/>
              </a:defRPr>
            </a:lvl9pPr>
          </a:lstStyle>
          <a:p>
            <a:r>
              <a:rPr lang="en-US" dirty="0">
                <a:latin typeface="+mj-lt"/>
              </a:rPr>
              <a:t>Click to add subtitle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2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23"/>
            </p:custDataLst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24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10" name="公司名占位符 6"/>
          <p:cNvSpPr>
            <a:spLocks noGrp="1"/>
          </p:cNvSpPr>
          <p:nvPr>
            <p:ph type="body" sz="quarter" idx="13" hasCustomPrompt="1"/>
            <p:custDataLst>
              <p:tags r:id="rId25"/>
            </p:custDataLst>
          </p:nvPr>
        </p:nvSpPr>
        <p:spPr>
          <a:xfrm>
            <a:off x="838198" y="504000"/>
            <a:ext cx="2880000" cy="504000"/>
          </a:xfrm>
        </p:spPr>
        <p:txBody>
          <a:bodyPr wrap="square" anchor="ctr">
            <a:normAutofit/>
          </a:bodyPr>
          <a:lstStyle>
            <a:lvl1pPr marL="0" indent="0">
              <a:lnSpc>
                <a:spcPct val="100000"/>
              </a:lnSpc>
              <a:buNone/>
              <a:defRPr sz="1800"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26"/>
            </p:custDataLst>
          </p:nvPr>
        </p:nvSpPr>
        <p:spPr>
          <a:xfrm>
            <a:off x="839851" y="5116537"/>
            <a:ext cx="2880000" cy="57600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2"/>
              </a:gs>
              <a:gs pos="55000">
                <a:schemeClr val="accent1"/>
              </a:gs>
            </a:gsLst>
            <a:lin ang="2700000" scaled="1"/>
            <a:tileRect/>
          </a:gradFill>
          <a:effectLst>
            <a:outerShdw blurRad="101600" dist="101600" dir="2700000" algn="tl" rotWithShape="0">
              <a:schemeClr val="accent1">
                <a:alpha val="20000"/>
              </a:schemeClr>
            </a:outerShdw>
          </a:effectLst>
        </p:spPr>
        <p:txBody>
          <a:bodyPr wrap="square" lIns="0" tIns="0" rIns="0" bIns="0" anchor="ctr" anchorCtr="1">
            <a:normAutofit/>
          </a:bodyPr>
          <a:lstStyle>
            <a:lvl1pPr marL="0" indent="0" eaLnBrk="1" fontAlgn="auto" latinLnBrk="0" hangingPunct="1">
              <a:lnSpc>
                <a:spcPct val="90000"/>
              </a:lnSpc>
              <a:spcAft>
                <a:spcPts val="0"/>
              </a:spcAft>
              <a:buNone/>
              <a:defRPr lang="en-US" sz="1600" b="1" u="none" strike="noStrike" kern="1200" cap="none" spc="0" normalizeH="0" baseline="0" dirty="0">
                <a:solidFill>
                  <a:srgbClr val="FFFFFF"/>
                </a:solidFill>
                <a:uFillTx/>
                <a:latin typeface="+mn-lt"/>
              </a:defRPr>
            </a:lvl1pPr>
          </a:lstStyle>
          <a:p>
            <a:pPr marL="228600" lvl="0" indent="-228600" algn="ctr" fontAlgn="auto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6422">
                <a:schemeClr val="accent1">
                  <a:lumMod val="20000"/>
                  <a:lumOff val="80000"/>
                </a:schemeClr>
              </a:gs>
              <a:gs pos="53000">
                <a:schemeClr val="bg2"/>
              </a:gs>
              <a:gs pos="100000">
                <a:schemeClr val="bg1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/>
            <a:endParaRPr lang="en-US"/>
          </a:p>
        </p:txBody>
      </p:sp>
      <p:sp>
        <p:nvSpPr>
          <p:cNvPr id="8" name="椭圆 7"/>
          <p:cNvSpPr/>
          <p:nvPr userDrawn="1">
            <p:custDataLst>
              <p:tags r:id="rId3"/>
            </p:custDataLst>
          </p:nvPr>
        </p:nvSpPr>
        <p:spPr>
          <a:xfrm>
            <a:off x="6720054" y="3429000"/>
            <a:ext cx="3068676" cy="3068676"/>
          </a:xfrm>
          <a:prstGeom prst="ellipse">
            <a:avLst/>
          </a:prstGeom>
          <a:gradFill flip="none" rotWithShape="1">
            <a:gsLst>
              <a:gs pos="75000">
                <a:schemeClr val="accent2"/>
              </a:gs>
              <a:gs pos="0">
                <a:schemeClr val="accent2">
                  <a:alpha val="0"/>
                </a:schemeClr>
              </a:gs>
            </a:gsLst>
            <a:lin ang="13500000" scaled="1"/>
            <a:tileRect/>
          </a:gradFill>
          <a:ln>
            <a:noFill/>
          </a:ln>
          <a:effectLst>
            <a:softEdge rad="571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9" name="任意多边形: 形状 8"/>
          <p:cNvSpPr/>
          <p:nvPr userDrawn="1">
            <p:custDataLst>
              <p:tags r:id="rId4"/>
            </p:custDataLst>
          </p:nvPr>
        </p:nvSpPr>
        <p:spPr>
          <a:xfrm flipH="1" flipV="1">
            <a:off x="9258304" y="3925701"/>
            <a:ext cx="2933696" cy="2932298"/>
          </a:xfrm>
          <a:custGeom>
            <a:avLst/>
            <a:gdLst>
              <a:gd name="connsiteX0" fmla="*/ 0 w 1556484"/>
              <a:gd name="connsiteY0" fmla="*/ 0 h 1555743"/>
              <a:gd name="connsiteX1" fmla="*/ 1556484 w 1556484"/>
              <a:gd name="connsiteY1" fmla="*/ 0 h 1555743"/>
              <a:gd name="connsiteX2" fmla="*/ 1548919 w 1556484"/>
              <a:gd name="connsiteY2" fmla="*/ 149820 h 1555743"/>
              <a:gd name="connsiteX3" fmla="*/ 150601 w 1556484"/>
              <a:gd name="connsiteY3" fmla="*/ 1548138 h 1555743"/>
              <a:gd name="connsiteX4" fmla="*/ 0 w 1556484"/>
              <a:gd name="connsiteY4" fmla="*/ 1555743 h 1555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56484" h="1555743">
                <a:moveTo>
                  <a:pt x="0" y="0"/>
                </a:moveTo>
                <a:lnTo>
                  <a:pt x="1556484" y="0"/>
                </a:lnTo>
                <a:lnTo>
                  <a:pt x="1548919" y="149820"/>
                </a:lnTo>
                <a:cubicBezTo>
                  <a:pt x="1474043" y="887113"/>
                  <a:pt x="887894" y="1473262"/>
                  <a:pt x="150601" y="1548138"/>
                </a:cubicBezTo>
                <a:lnTo>
                  <a:pt x="0" y="1555743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50000"/>
                </a:schemeClr>
              </a:gs>
              <a:gs pos="57000">
                <a:schemeClr val="accent1">
                  <a:alpha val="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/>
            <a:endParaRPr lang="en-US"/>
          </a:p>
        </p:txBody>
      </p:sp>
      <p:sp>
        <p:nvSpPr>
          <p:cNvPr id="11" name="矩形: 圆角 10"/>
          <p:cNvSpPr/>
          <p:nvPr userDrawn="1">
            <p:custDataLst>
              <p:tags r:id="rId5"/>
            </p:custDataLst>
          </p:nvPr>
        </p:nvSpPr>
        <p:spPr>
          <a:xfrm>
            <a:off x="8278065" y="1016000"/>
            <a:ext cx="2933696" cy="5041900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12" name="椭圆 11"/>
          <p:cNvSpPr/>
          <p:nvPr userDrawn="1">
            <p:custDataLst>
              <p:tags r:id="rId6"/>
            </p:custDataLst>
          </p:nvPr>
        </p:nvSpPr>
        <p:spPr>
          <a:xfrm>
            <a:off x="10436678" y="5241025"/>
            <a:ext cx="1149564" cy="1149564"/>
          </a:xfrm>
          <a:prstGeom prst="ellipse">
            <a:avLst/>
          </a:prstGeom>
          <a:gradFill flip="none" rotWithShape="1">
            <a:gsLst>
              <a:gs pos="76000">
                <a:schemeClr val="accent2"/>
              </a:gs>
              <a:gs pos="0">
                <a:schemeClr val="accent2">
                  <a:alpha val="0"/>
                </a:schemeClr>
              </a:gs>
            </a:gsLst>
            <a:lin ang="13500000" scaled="1"/>
            <a:tileRect/>
          </a:gradFill>
          <a:ln>
            <a:noFill/>
          </a:ln>
          <a:effectLst>
            <a:softEdge rad="2540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13" name="矩形: 圆角 12"/>
          <p:cNvSpPr/>
          <p:nvPr userDrawn="1">
            <p:custDataLst>
              <p:tags r:id="rId7"/>
            </p:custDataLst>
          </p:nvPr>
        </p:nvSpPr>
        <p:spPr>
          <a:xfrm>
            <a:off x="7760848" y="1016000"/>
            <a:ext cx="2933696" cy="50419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15" name="弧形 14"/>
          <p:cNvSpPr/>
          <p:nvPr userDrawn="1">
            <p:custDataLst>
              <p:tags r:id="rId8"/>
            </p:custDataLst>
          </p:nvPr>
        </p:nvSpPr>
        <p:spPr>
          <a:xfrm rot="3870695">
            <a:off x="8401456" y="972063"/>
            <a:ext cx="1676873" cy="5677950"/>
          </a:xfrm>
          <a:prstGeom prst="arc">
            <a:avLst>
              <a:gd name="adj1" fmla="val 3401350"/>
              <a:gd name="adj2" fmla="val 6993367"/>
            </a:avLst>
          </a:prstGeom>
          <a:ln w="25400" cap="rnd">
            <a:solidFill>
              <a:schemeClr val="accent3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>
                <a:solidFill>
                  <a:schemeClr val="tx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16" name="弧形 15"/>
          <p:cNvSpPr/>
          <p:nvPr userDrawn="1">
            <p:custDataLst>
              <p:tags r:id="rId9"/>
            </p:custDataLst>
          </p:nvPr>
        </p:nvSpPr>
        <p:spPr>
          <a:xfrm rot="3870695">
            <a:off x="8401456" y="972063"/>
            <a:ext cx="1676873" cy="5677950"/>
          </a:xfrm>
          <a:prstGeom prst="arc">
            <a:avLst>
              <a:gd name="adj1" fmla="val 15447740"/>
              <a:gd name="adj2" fmla="val 19307839"/>
            </a:avLst>
          </a:prstGeom>
          <a:ln w="25400" cap="rnd">
            <a:solidFill>
              <a:schemeClr val="accent3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>
                <a:solidFill>
                  <a:schemeClr val="tx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17" name="图形 9"/>
          <p:cNvSpPr/>
          <p:nvPr userDrawn="1">
            <p:custDataLst>
              <p:tags r:id="rId10"/>
            </p:custDataLst>
          </p:nvPr>
        </p:nvSpPr>
        <p:spPr>
          <a:xfrm>
            <a:off x="7183547" y="1646415"/>
            <a:ext cx="372193" cy="372193"/>
          </a:xfrm>
          <a:custGeom>
            <a:avLst/>
            <a:gdLst>
              <a:gd name="connsiteX0" fmla="*/ 4846320 w 4846319"/>
              <a:gd name="connsiteY0" fmla="*/ 2423160 h 4846319"/>
              <a:gd name="connsiteX1" fmla="*/ 2423160 w 4846319"/>
              <a:gd name="connsiteY1" fmla="*/ 4846320 h 4846319"/>
              <a:gd name="connsiteX2" fmla="*/ 0 w 4846319"/>
              <a:gd name="connsiteY2" fmla="*/ 2423160 h 4846319"/>
              <a:gd name="connsiteX3" fmla="*/ 2423160 w 4846319"/>
              <a:gd name="connsiteY3" fmla="*/ 0 h 4846319"/>
              <a:gd name="connsiteX4" fmla="*/ 4846320 w 4846319"/>
              <a:gd name="connsiteY4" fmla="*/ 2423160 h 48463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46319" h="4846319">
                <a:moveTo>
                  <a:pt x="4846320" y="2423160"/>
                </a:moveTo>
                <a:cubicBezTo>
                  <a:pt x="3028950" y="2757773"/>
                  <a:pt x="2757773" y="3028950"/>
                  <a:pt x="2423160" y="4846320"/>
                </a:cubicBezTo>
                <a:cubicBezTo>
                  <a:pt x="2088547" y="3028950"/>
                  <a:pt x="1817370" y="2757773"/>
                  <a:pt x="0" y="2423160"/>
                </a:cubicBezTo>
                <a:cubicBezTo>
                  <a:pt x="1817370" y="2088547"/>
                  <a:pt x="2088547" y="1817370"/>
                  <a:pt x="2423160" y="0"/>
                </a:cubicBezTo>
                <a:cubicBezTo>
                  <a:pt x="2757773" y="1817370"/>
                  <a:pt x="3028950" y="2088547"/>
                  <a:pt x="4846320" y="2423160"/>
                </a:cubicBezTo>
                <a:close/>
              </a:path>
            </a:pathLst>
          </a:custGeom>
          <a:solidFill>
            <a:schemeClr val="accent2"/>
          </a:solidFill>
          <a:ln w="9525" cap="flat">
            <a:noFill/>
            <a:prstDash val="solid"/>
            <a:miter/>
          </a:ln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endParaRPr lang="en-US"/>
          </a:p>
        </p:txBody>
      </p:sp>
      <p:pic>
        <p:nvPicPr>
          <p:cNvPr id="21" name="图形 11"/>
          <p:cNvPicPr>
            <a:picLocks noChangeAspect="1"/>
          </p:cNvPicPr>
          <p:nvPr userDrawn="1">
            <p:custDataLst>
              <p:tags r:id="rId11"/>
            </p:custDataLst>
          </p:nvPr>
        </p:nvPicPr>
        <p:blipFill rotWithShape="1"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 b="15734"/>
          <a:stretch>
            <a:fillRect/>
          </a:stretch>
        </p:blipFill>
        <p:spPr>
          <a:xfrm>
            <a:off x="7915247" y="1806269"/>
            <a:ext cx="3203499" cy="4219741"/>
          </a:xfrm>
          <a:custGeom>
            <a:avLst/>
            <a:gdLst>
              <a:gd name="connsiteX0" fmla="*/ 0 w 2802798"/>
              <a:gd name="connsiteY0" fmla="*/ 0 h 3992193"/>
              <a:gd name="connsiteX1" fmla="*/ 2769449 w 2802798"/>
              <a:gd name="connsiteY1" fmla="*/ 0 h 3992193"/>
              <a:gd name="connsiteX2" fmla="*/ 2772997 w 2802798"/>
              <a:gd name="connsiteY2" fmla="*/ 13799 h 3992193"/>
              <a:gd name="connsiteX3" fmla="*/ 2802798 w 2802798"/>
              <a:gd name="connsiteY3" fmla="*/ 309420 h 3992193"/>
              <a:gd name="connsiteX4" fmla="*/ 2802798 w 2802798"/>
              <a:gd name="connsiteY4" fmla="*/ 2525345 h 3992193"/>
              <a:gd name="connsiteX5" fmla="*/ 1335950 w 2802798"/>
              <a:gd name="connsiteY5" fmla="*/ 3992193 h 3992193"/>
              <a:gd name="connsiteX6" fmla="*/ 46143 w 2802798"/>
              <a:gd name="connsiteY6" fmla="*/ 3224532 h 3992193"/>
              <a:gd name="connsiteX7" fmla="*/ 0 w 2802798"/>
              <a:gd name="connsiteY7" fmla="*/ 3128746 h 39921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802798" h="3992193">
                <a:moveTo>
                  <a:pt x="0" y="0"/>
                </a:moveTo>
                <a:lnTo>
                  <a:pt x="2769449" y="0"/>
                </a:lnTo>
                <a:lnTo>
                  <a:pt x="2772997" y="13799"/>
                </a:lnTo>
                <a:cubicBezTo>
                  <a:pt x="2792537" y="109287"/>
                  <a:pt x="2802798" y="208155"/>
                  <a:pt x="2802798" y="309420"/>
                </a:cubicBezTo>
                <a:lnTo>
                  <a:pt x="2802798" y="2525345"/>
                </a:lnTo>
                <a:cubicBezTo>
                  <a:pt x="2802798" y="3335463"/>
                  <a:pt x="2146068" y="3992193"/>
                  <a:pt x="1335950" y="3992193"/>
                </a:cubicBezTo>
                <a:cubicBezTo>
                  <a:pt x="778994" y="3992193"/>
                  <a:pt x="294538" y="3681786"/>
                  <a:pt x="46143" y="3224532"/>
                </a:cubicBezTo>
                <a:lnTo>
                  <a:pt x="0" y="3128746"/>
                </a:lnTo>
                <a:close/>
              </a:path>
            </a:pathLst>
          </a:custGeom>
        </p:spPr>
      </p:pic>
      <p:cxnSp>
        <p:nvCxnSpPr>
          <p:cNvPr id="25" name="直接连接符 24"/>
          <p:cNvCxnSpPr/>
          <p:nvPr userDrawn="1">
            <p:custDataLst>
              <p:tags r:id="rId14"/>
            </p:custDataLst>
          </p:nvPr>
        </p:nvCxnSpPr>
        <p:spPr>
          <a:xfrm>
            <a:off x="11122861" y="681237"/>
            <a:ext cx="212725" cy="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 userDrawn="1">
            <p:custDataLst>
              <p:tags r:id="rId15"/>
            </p:custDataLst>
          </p:nvPr>
        </p:nvCxnSpPr>
        <p:spPr>
          <a:xfrm>
            <a:off x="11122861" y="756802"/>
            <a:ext cx="212725" cy="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/>
          <p:cNvCxnSpPr/>
          <p:nvPr userDrawn="1">
            <p:custDataLst>
              <p:tags r:id="rId16"/>
            </p:custDataLst>
          </p:nvPr>
        </p:nvCxnSpPr>
        <p:spPr>
          <a:xfrm>
            <a:off x="11122861" y="833002"/>
            <a:ext cx="212725" cy="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任意多边形: 形状 27"/>
          <p:cNvSpPr/>
          <p:nvPr userDrawn="1">
            <p:custDataLst>
              <p:tags r:id="rId17"/>
            </p:custDataLst>
          </p:nvPr>
        </p:nvSpPr>
        <p:spPr>
          <a:xfrm>
            <a:off x="0" y="0"/>
            <a:ext cx="1848171" cy="1847290"/>
          </a:xfrm>
          <a:custGeom>
            <a:avLst/>
            <a:gdLst>
              <a:gd name="connsiteX0" fmla="*/ 0 w 1556484"/>
              <a:gd name="connsiteY0" fmla="*/ 0 h 1555743"/>
              <a:gd name="connsiteX1" fmla="*/ 1556484 w 1556484"/>
              <a:gd name="connsiteY1" fmla="*/ 0 h 1555743"/>
              <a:gd name="connsiteX2" fmla="*/ 1548919 w 1556484"/>
              <a:gd name="connsiteY2" fmla="*/ 149820 h 1555743"/>
              <a:gd name="connsiteX3" fmla="*/ 150601 w 1556484"/>
              <a:gd name="connsiteY3" fmla="*/ 1548138 h 1555743"/>
              <a:gd name="connsiteX4" fmla="*/ 0 w 1556484"/>
              <a:gd name="connsiteY4" fmla="*/ 1555743 h 1555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56484" h="1555743">
                <a:moveTo>
                  <a:pt x="0" y="0"/>
                </a:moveTo>
                <a:lnTo>
                  <a:pt x="1556484" y="0"/>
                </a:lnTo>
                <a:lnTo>
                  <a:pt x="1548919" y="149820"/>
                </a:lnTo>
                <a:cubicBezTo>
                  <a:pt x="1474043" y="887113"/>
                  <a:pt x="887894" y="1473262"/>
                  <a:pt x="150601" y="1548138"/>
                </a:cubicBezTo>
                <a:lnTo>
                  <a:pt x="0" y="1555743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50000"/>
                </a:schemeClr>
              </a:gs>
              <a:gs pos="57000">
                <a:schemeClr val="accent1">
                  <a:alpha val="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29" name="图形 9"/>
          <p:cNvSpPr/>
          <p:nvPr userDrawn="1">
            <p:custDataLst>
              <p:tags r:id="rId18"/>
            </p:custDataLst>
          </p:nvPr>
        </p:nvSpPr>
        <p:spPr>
          <a:xfrm>
            <a:off x="9860071" y="4209212"/>
            <a:ext cx="368576" cy="368576"/>
          </a:xfrm>
          <a:custGeom>
            <a:avLst/>
            <a:gdLst>
              <a:gd name="connsiteX0" fmla="*/ 4846320 w 4846319"/>
              <a:gd name="connsiteY0" fmla="*/ 2423160 h 4846319"/>
              <a:gd name="connsiteX1" fmla="*/ 2423160 w 4846319"/>
              <a:gd name="connsiteY1" fmla="*/ 4846320 h 4846319"/>
              <a:gd name="connsiteX2" fmla="*/ 0 w 4846319"/>
              <a:gd name="connsiteY2" fmla="*/ 2423160 h 4846319"/>
              <a:gd name="connsiteX3" fmla="*/ 2423160 w 4846319"/>
              <a:gd name="connsiteY3" fmla="*/ 0 h 4846319"/>
              <a:gd name="connsiteX4" fmla="*/ 4846320 w 4846319"/>
              <a:gd name="connsiteY4" fmla="*/ 2423160 h 48463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46319" h="4846319">
                <a:moveTo>
                  <a:pt x="4846320" y="2423160"/>
                </a:moveTo>
                <a:cubicBezTo>
                  <a:pt x="3028950" y="2757773"/>
                  <a:pt x="2757773" y="3028950"/>
                  <a:pt x="2423160" y="4846320"/>
                </a:cubicBezTo>
                <a:cubicBezTo>
                  <a:pt x="2088547" y="3028950"/>
                  <a:pt x="1817370" y="2757773"/>
                  <a:pt x="0" y="2423160"/>
                </a:cubicBezTo>
                <a:cubicBezTo>
                  <a:pt x="1817370" y="2088547"/>
                  <a:pt x="2088547" y="1817370"/>
                  <a:pt x="2423160" y="0"/>
                </a:cubicBezTo>
                <a:cubicBezTo>
                  <a:pt x="2757773" y="1817370"/>
                  <a:pt x="3028950" y="2088547"/>
                  <a:pt x="4846320" y="2423160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endParaRPr lang="en-US"/>
          </a:p>
        </p:txBody>
      </p:sp>
      <p:sp>
        <p:nvSpPr>
          <p:cNvPr id="19" name="图形 9"/>
          <p:cNvSpPr/>
          <p:nvPr userDrawn="1">
            <p:custDataLst>
              <p:tags r:id="rId19"/>
            </p:custDataLst>
          </p:nvPr>
        </p:nvSpPr>
        <p:spPr>
          <a:xfrm>
            <a:off x="7432806" y="1962602"/>
            <a:ext cx="651502" cy="651502"/>
          </a:xfrm>
          <a:custGeom>
            <a:avLst/>
            <a:gdLst>
              <a:gd name="connsiteX0" fmla="*/ 4846320 w 4846319"/>
              <a:gd name="connsiteY0" fmla="*/ 2423160 h 4846319"/>
              <a:gd name="connsiteX1" fmla="*/ 2423160 w 4846319"/>
              <a:gd name="connsiteY1" fmla="*/ 4846320 h 4846319"/>
              <a:gd name="connsiteX2" fmla="*/ 0 w 4846319"/>
              <a:gd name="connsiteY2" fmla="*/ 2423160 h 4846319"/>
              <a:gd name="connsiteX3" fmla="*/ 2423160 w 4846319"/>
              <a:gd name="connsiteY3" fmla="*/ 0 h 4846319"/>
              <a:gd name="connsiteX4" fmla="*/ 4846320 w 4846319"/>
              <a:gd name="connsiteY4" fmla="*/ 2423160 h 48463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46319" h="4846319">
                <a:moveTo>
                  <a:pt x="4846320" y="2423160"/>
                </a:moveTo>
                <a:cubicBezTo>
                  <a:pt x="3028950" y="2757773"/>
                  <a:pt x="2757773" y="3028950"/>
                  <a:pt x="2423160" y="4846320"/>
                </a:cubicBezTo>
                <a:cubicBezTo>
                  <a:pt x="2088547" y="3028950"/>
                  <a:pt x="1817370" y="2757773"/>
                  <a:pt x="0" y="2423160"/>
                </a:cubicBezTo>
                <a:cubicBezTo>
                  <a:pt x="1817370" y="2088547"/>
                  <a:pt x="2088547" y="1817370"/>
                  <a:pt x="2423160" y="0"/>
                </a:cubicBezTo>
                <a:cubicBezTo>
                  <a:pt x="2757773" y="1817370"/>
                  <a:pt x="3028950" y="2088547"/>
                  <a:pt x="4846320" y="2423160"/>
                </a:cubicBezTo>
                <a:close/>
              </a:path>
            </a:pathLst>
          </a:custGeom>
          <a:solidFill>
            <a:schemeClr val="accent2"/>
          </a:solidFill>
          <a:ln w="9525" cap="flat">
            <a:noFill/>
            <a:prstDash val="solid"/>
            <a:miter/>
          </a:ln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endParaRPr lang="en-US" dirty="0"/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0"/>
            </p:custDataLst>
          </p:nvPr>
        </p:nvSpPr>
        <p:spPr>
          <a:xfrm>
            <a:off x="838200" y="1121410"/>
            <a:ext cx="6345555" cy="2763520"/>
          </a:xfrm>
        </p:spPr>
        <p:txBody>
          <a:bodyPr wrap="square" anchor="b">
            <a:normAutofit/>
          </a:bodyPr>
          <a:lstStyle>
            <a:lvl1pPr algn="l">
              <a:lnSpc>
                <a:spcPct val="100000"/>
              </a:lnSpc>
              <a:defRPr sz="540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>
              <a:latin typeface="+mj-lt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21"/>
            </p:custDataLst>
          </p:nvPr>
        </p:nvSpPr>
        <p:spPr>
          <a:xfrm>
            <a:off x="838199" y="4009006"/>
            <a:ext cx="5935099" cy="862543"/>
          </a:xfrm>
        </p:spPr>
        <p:txBody>
          <a:bodyPr wrap="square">
            <a:normAutofit/>
          </a:bodyPr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000">
                <a:latin typeface="+mj-lt"/>
              </a:defRPr>
            </a:lvl2pPr>
            <a:lvl3pPr marL="914400" indent="0" algn="ctr">
              <a:buNone/>
              <a:defRPr sz="1800">
                <a:latin typeface="+mj-lt"/>
              </a:defRPr>
            </a:lvl3pPr>
            <a:lvl4pPr marL="1371600" indent="0" algn="ctr">
              <a:buNone/>
              <a:defRPr sz="1600">
                <a:latin typeface="+mj-lt"/>
              </a:defRPr>
            </a:lvl4pPr>
            <a:lvl5pPr marL="1828800" indent="0" algn="ctr">
              <a:buNone/>
              <a:defRPr sz="1600">
                <a:latin typeface="+mj-lt"/>
              </a:defRPr>
            </a:lvl5pPr>
            <a:lvl6pPr marL="2286000" indent="0" algn="ctr">
              <a:buNone/>
              <a:defRPr sz="1600">
                <a:latin typeface="+mj-lt"/>
              </a:defRPr>
            </a:lvl6pPr>
            <a:lvl7pPr marL="2743200" indent="0" algn="ctr">
              <a:buNone/>
              <a:defRPr sz="1600">
                <a:latin typeface="+mj-lt"/>
              </a:defRPr>
            </a:lvl7pPr>
            <a:lvl8pPr marL="3200400" indent="0" algn="ctr">
              <a:buNone/>
              <a:defRPr sz="1600">
                <a:latin typeface="+mj-lt"/>
              </a:defRPr>
            </a:lvl8pPr>
            <a:lvl9pPr marL="3657600" indent="0" algn="ctr">
              <a:buNone/>
              <a:defRPr sz="1600">
                <a:latin typeface="+mj-lt"/>
              </a:defRPr>
            </a:lvl9pPr>
          </a:lstStyle>
          <a:p>
            <a:r>
              <a:rPr lang="en-US" dirty="0">
                <a:latin typeface="+mj-lt"/>
              </a:rPr>
              <a:t>Click to add subtitle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2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23"/>
            </p:custDataLst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24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10" name="公司名占位符 6"/>
          <p:cNvSpPr>
            <a:spLocks noGrp="1"/>
          </p:cNvSpPr>
          <p:nvPr>
            <p:ph type="body" sz="quarter" idx="13" hasCustomPrompt="1"/>
            <p:custDataLst>
              <p:tags r:id="rId25"/>
            </p:custDataLst>
          </p:nvPr>
        </p:nvSpPr>
        <p:spPr>
          <a:xfrm>
            <a:off x="838198" y="504000"/>
            <a:ext cx="2880000" cy="504000"/>
          </a:xfrm>
        </p:spPr>
        <p:txBody>
          <a:bodyPr wrap="square" anchor="ctr">
            <a:normAutofit/>
          </a:bodyPr>
          <a:lstStyle>
            <a:lvl1pPr marL="0" indent="0">
              <a:lnSpc>
                <a:spcPct val="100000"/>
              </a:lnSpc>
              <a:buNone/>
              <a:defRPr sz="1800"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26"/>
            </p:custDataLst>
          </p:nvPr>
        </p:nvSpPr>
        <p:spPr>
          <a:xfrm>
            <a:off x="839851" y="5116537"/>
            <a:ext cx="2880000" cy="57600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2"/>
              </a:gs>
              <a:gs pos="55000">
                <a:schemeClr val="accent1"/>
              </a:gs>
            </a:gsLst>
            <a:lin ang="2700000" scaled="1"/>
            <a:tileRect/>
          </a:gradFill>
          <a:effectLst>
            <a:outerShdw blurRad="101600" dist="101600" dir="2700000" algn="tl" rotWithShape="0">
              <a:schemeClr val="accent1">
                <a:alpha val="20000"/>
              </a:schemeClr>
            </a:outerShdw>
          </a:effectLst>
        </p:spPr>
        <p:txBody>
          <a:bodyPr wrap="square" lIns="0" tIns="0" rIns="0" bIns="0" anchor="ctr" anchorCtr="1">
            <a:normAutofit/>
          </a:bodyPr>
          <a:lstStyle>
            <a:lvl1pPr marL="0" indent="0" eaLnBrk="1" fontAlgn="auto" latinLnBrk="0" hangingPunct="1">
              <a:lnSpc>
                <a:spcPct val="90000"/>
              </a:lnSpc>
              <a:spcAft>
                <a:spcPts val="0"/>
              </a:spcAft>
              <a:buNone/>
              <a:defRPr lang="en-US" sz="1600" b="1" u="none" strike="noStrike" kern="1200" cap="none" spc="0" normalizeH="0" baseline="0" dirty="0">
                <a:solidFill>
                  <a:srgbClr val="FFFFFF"/>
                </a:solidFill>
                <a:uFillTx/>
                <a:latin typeface="+mn-lt"/>
              </a:defRPr>
            </a:lvl1pPr>
          </a:lstStyle>
          <a:p>
            <a:pPr marL="228600" lvl="0" indent="-228600" algn="ctr" fontAlgn="auto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6422">
                <a:schemeClr val="accent1">
                  <a:lumMod val="20000"/>
                  <a:lumOff val="80000"/>
                </a:schemeClr>
              </a:gs>
              <a:gs pos="53000">
                <a:schemeClr val="bg2"/>
              </a:gs>
              <a:gs pos="100000">
                <a:schemeClr val="bg1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/>
            <a:endParaRPr lang="en-US"/>
          </a:p>
        </p:txBody>
      </p:sp>
      <p:sp>
        <p:nvSpPr>
          <p:cNvPr id="8" name="椭圆 7"/>
          <p:cNvSpPr/>
          <p:nvPr userDrawn="1">
            <p:custDataLst>
              <p:tags r:id="rId3"/>
            </p:custDataLst>
          </p:nvPr>
        </p:nvSpPr>
        <p:spPr>
          <a:xfrm>
            <a:off x="6720054" y="3429000"/>
            <a:ext cx="3068676" cy="3068676"/>
          </a:xfrm>
          <a:prstGeom prst="ellipse">
            <a:avLst/>
          </a:prstGeom>
          <a:gradFill flip="none" rotWithShape="1">
            <a:gsLst>
              <a:gs pos="75000">
                <a:schemeClr val="accent2"/>
              </a:gs>
              <a:gs pos="0">
                <a:schemeClr val="accent2">
                  <a:alpha val="0"/>
                </a:schemeClr>
              </a:gs>
            </a:gsLst>
            <a:lin ang="13500000" scaled="1"/>
            <a:tileRect/>
          </a:gradFill>
          <a:ln>
            <a:noFill/>
          </a:ln>
          <a:effectLst>
            <a:softEdge rad="571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9" name="任意多边形: 形状 8"/>
          <p:cNvSpPr/>
          <p:nvPr userDrawn="1">
            <p:custDataLst>
              <p:tags r:id="rId4"/>
            </p:custDataLst>
          </p:nvPr>
        </p:nvSpPr>
        <p:spPr>
          <a:xfrm flipH="1" flipV="1">
            <a:off x="9258304" y="3925701"/>
            <a:ext cx="2933696" cy="2932298"/>
          </a:xfrm>
          <a:custGeom>
            <a:avLst/>
            <a:gdLst>
              <a:gd name="connsiteX0" fmla="*/ 0 w 1556484"/>
              <a:gd name="connsiteY0" fmla="*/ 0 h 1555743"/>
              <a:gd name="connsiteX1" fmla="*/ 1556484 w 1556484"/>
              <a:gd name="connsiteY1" fmla="*/ 0 h 1555743"/>
              <a:gd name="connsiteX2" fmla="*/ 1548919 w 1556484"/>
              <a:gd name="connsiteY2" fmla="*/ 149820 h 1555743"/>
              <a:gd name="connsiteX3" fmla="*/ 150601 w 1556484"/>
              <a:gd name="connsiteY3" fmla="*/ 1548138 h 1555743"/>
              <a:gd name="connsiteX4" fmla="*/ 0 w 1556484"/>
              <a:gd name="connsiteY4" fmla="*/ 1555743 h 1555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56484" h="1555743">
                <a:moveTo>
                  <a:pt x="0" y="0"/>
                </a:moveTo>
                <a:lnTo>
                  <a:pt x="1556484" y="0"/>
                </a:lnTo>
                <a:lnTo>
                  <a:pt x="1548919" y="149820"/>
                </a:lnTo>
                <a:cubicBezTo>
                  <a:pt x="1474043" y="887113"/>
                  <a:pt x="887894" y="1473262"/>
                  <a:pt x="150601" y="1548138"/>
                </a:cubicBezTo>
                <a:lnTo>
                  <a:pt x="0" y="1555743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50000"/>
                </a:schemeClr>
              </a:gs>
              <a:gs pos="57000">
                <a:schemeClr val="accent1">
                  <a:alpha val="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/>
            <a:endParaRPr lang="en-US"/>
          </a:p>
        </p:txBody>
      </p:sp>
      <p:sp>
        <p:nvSpPr>
          <p:cNvPr id="11" name="矩形: 圆角 10"/>
          <p:cNvSpPr/>
          <p:nvPr userDrawn="1">
            <p:custDataLst>
              <p:tags r:id="rId5"/>
            </p:custDataLst>
          </p:nvPr>
        </p:nvSpPr>
        <p:spPr>
          <a:xfrm>
            <a:off x="8278065" y="1016000"/>
            <a:ext cx="2933696" cy="5041900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12" name="椭圆 11"/>
          <p:cNvSpPr/>
          <p:nvPr userDrawn="1">
            <p:custDataLst>
              <p:tags r:id="rId6"/>
            </p:custDataLst>
          </p:nvPr>
        </p:nvSpPr>
        <p:spPr>
          <a:xfrm>
            <a:off x="10436678" y="5241025"/>
            <a:ext cx="1149564" cy="1149564"/>
          </a:xfrm>
          <a:prstGeom prst="ellipse">
            <a:avLst/>
          </a:prstGeom>
          <a:gradFill flip="none" rotWithShape="1">
            <a:gsLst>
              <a:gs pos="76000">
                <a:schemeClr val="accent2"/>
              </a:gs>
              <a:gs pos="0">
                <a:schemeClr val="accent2">
                  <a:alpha val="0"/>
                </a:schemeClr>
              </a:gs>
            </a:gsLst>
            <a:lin ang="13500000" scaled="1"/>
            <a:tileRect/>
          </a:gradFill>
          <a:ln>
            <a:noFill/>
          </a:ln>
          <a:effectLst>
            <a:softEdge rad="2540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13" name="矩形: 圆角 12"/>
          <p:cNvSpPr/>
          <p:nvPr userDrawn="1">
            <p:custDataLst>
              <p:tags r:id="rId7"/>
            </p:custDataLst>
          </p:nvPr>
        </p:nvSpPr>
        <p:spPr>
          <a:xfrm>
            <a:off x="7760848" y="1016000"/>
            <a:ext cx="2933696" cy="50419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15" name="弧形 14"/>
          <p:cNvSpPr/>
          <p:nvPr userDrawn="1">
            <p:custDataLst>
              <p:tags r:id="rId8"/>
            </p:custDataLst>
          </p:nvPr>
        </p:nvSpPr>
        <p:spPr>
          <a:xfrm rot="3870695">
            <a:off x="8401456" y="972063"/>
            <a:ext cx="1676873" cy="5677950"/>
          </a:xfrm>
          <a:prstGeom prst="arc">
            <a:avLst>
              <a:gd name="adj1" fmla="val 3401350"/>
              <a:gd name="adj2" fmla="val 6993367"/>
            </a:avLst>
          </a:prstGeom>
          <a:ln w="25400" cap="rnd">
            <a:solidFill>
              <a:schemeClr val="accent3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>
                <a:solidFill>
                  <a:schemeClr val="tx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16" name="弧形 15"/>
          <p:cNvSpPr/>
          <p:nvPr userDrawn="1">
            <p:custDataLst>
              <p:tags r:id="rId9"/>
            </p:custDataLst>
          </p:nvPr>
        </p:nvSpPr>
        <p:spPr>
          <a:xfrm rot="3870695">
            <a:off x="8401456" y="972063"/>
            <a:ext cx="1676873" cy="5677950"/>
          </a:xfrm>
          <a:prstGeom prst="arc">
            <a:avLst>
              <a:gd name="adj1" fmla="val 15447740"/>
              <a:gd name="adj2" fmla="val 19307839"/>
            </a:avLst>
          </a:prstGeom>
          <a:ln w="25400" cap="rnd">
            <a:solidFill>
              <a:schemeClr val="accent3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>
                <a:solidFill>
                  <a:schemeClr val="tx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17" name="图形 9"/>
          <p:cNvSpPr/>
          <p:nvPr userDrawn="1">
            <p:custDataLst>
              <p:tags r:id="rId10"/>
            </p:custDataLst>
          </p:nvPr>
        </p:nvSpPr>
        <p:spPr>
          <a:xfrm>
            <a:off x="7183547" y="1646415"/>
            <a:ext cx="372193" cy="372193"/>
          </a:xfrm>
          <a:custGeom>
            <a:avLst/>
            <a:gdLst>
              <a:gd name="connsiteX0" fmla="*/ 4846320 w 4846319"/>
              <a:gd name="connsiteY0" fmla="*/ 2423160 h 4846319"/>
              <a:gd name="connsiteX1" fmla="*/ 2423160 w 4846319"/>
              <a:gd name="connsiteY1" fmla="*/ 4846320 h 4846319"/>
              <a:gd name="connsiteX2" fmla="*/ 0 w 4846319"/>
              <a:gd name="connsiteY2" fmla="*/ 2423160 h 4846319"/>
              <a:gd name="connsiteX3" fmla="*/ 2423160 w 4846319"/>
              <a:gd name="connsiteY3" fmla="*/ 0 h 4846319"/>
              <a:gd name="connsiteX4" fmla="*/ 4846320 w 4846319"/>
              <a:gd name="connsiteY4" fmla="*/ 2423160 h 48463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46319" h="4846319">
                <a:moveTo>
                  <a:pt x="4846320" y="2423160"/>
                </a:moveTo>
                <a:cubicBezTo>
                  <a:pt x="3028950" y="2757773"/>
                  <a:pt x="2757773" y="3028950"/>
                  <a:pt x="2423160" y="4846320"/>
                </a:cubicBezTo>
                <a:cubicBezTo>
                  <a:pt x="2088547" y="3028950"/>
                  <a:pt x="1817370" y="2757773"/>
                  <a:pt x="0" y="2423160"/>
                </a:cubicBezTo>
                <a:cubicBezTo>
                  <a:pt x="1817370" y="2088547"/>
                  <a:pt x="2088547" y="1817370"/>
                  <a:pt x="2423160" y="0"/>
                </a:cubicBezTo>
                <a:cubicBezTo>
                  <a:pt x="2757773" y="1817370"/>
                  <a:pt x="3028950" y="2088547"/>
                  <a:pt x="4846320" y="2423160"/>
                </a:cubicBezTo>
                <a:close/>
              </a:path>
            </a:pathLst>
          </a:custGeom>
          <a:solidFill>
            <a:schemeClr val="accent2"/>
          </a:solidFill>
          <a:ln w="9525" cap="flat">
            <a:noFill/>
            <a:prstDash val="solid"/>
            <a:miter/>
          </a:ln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endParaRPr lang="en-US"/>
          </a:p>
        </p:txBody>
      </p:sp>
      <p:pic>
        <p:nvPicPr>
          <p:cNvPr id="21" name="图形 11"/>
          <p:cNvPicPr>
            <a:picLocks noChangeAspect="1"/>
          </p:cNvPicPr>
          <p:nvPr userDrawn="1">
            <p:custDataLst>
              <p:tags r:id="rId11"/>
            </p:custDataLst>
          </p:nvPr>
        </p:nvPicPr>
        <p:blipFill rotWithShape="1"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 b="15734"/>
          <a:stretch>
            <a:fillRect/>
          </a:stretch>
        </p:blipFill>
        <p:spPr>
          <a:xfrm>
            <a:off x="7915247" y="1806269"/>
            <a:ext cx="3203499" cy="4219741"/>
          </a:xfrm>
          <a:custGeom>
            <a:avLst/>
            <a:gdLst>
              <a:gd name="connsiteX0" fmla="*/ 0 w 2802798"/>
              <a:gd name="connsiteY0" fmla="*/ 0 h 3992193"/>
              <a:gd name="connsiteX1" fmla="*/ 2769449 w 2802798"/>
              <a:gd name="connsiteY1" fmla="*/ 0 h 3992193"/>
              <a:gd name="connsiteX2" fmla="*/ 2772997 w 2802798"/>
              <a:gd name="connsiteY2" fmla="*/ 13799 h 3992193"/>
              <a:gd name="connsiteX3" fmla="*/ 2802798 w 2802798"/>
              <a:gd name="connsiteY3" fmla="*/ 309420 h 3992193"/>
              <a:gd name="connsiteX4" fmla="*/ 2802798 w 2802798"/>
              <a:gd name="connsiteY4" fmla="*/ 2525345 h 3992193"/>
              <a:gd name="connsiteX5" fmla="*/ 1335950 w 2802798"/>
              <a:gd name="connsiteY5" fmla="*/ 3992193 h 3992193"/>
              <a:gd name="connsiteX6" fmla="*/ 46143 w 2802798"/>
              <a:gd name="connsiteY6" fmla="*/ 3224532 h 3992193"/>
              <a:gd name="connsiteX7" fmla="*/ 0 w 2802798"/>
              <a:gd name="connsiteY7" fmla="*/ 3128746 h 39921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802798" h="3992193">
                <a:moveTo>
                  <a:pt x="0" y="0"/>
                </a:moveTo>
                <a:lnTo>
                  <a:pt x="2769449" y="0"/>
                </a:lnTo>
                <a:lnTo>
                  <a:pt x="2772997" y="13799"/>
                </a:lnTo>
                <a:cubicBezTo>
                  <a:pt x="2792537" y="109287"/>
                  <a:pt x="2802798" y="208155"/>
                  <a:pt x="2802798" y="309420"/>
                </a:cubicBezTo>
                <a:lnTo>
                  <a:pt x="2802798" y="2525345"/>
                </a:lnTo>
                <a:cubicBezTo>
                  <a:pt x="2802798" y="3335463"/>
                  <a:pt x="2146068" y="3992193"/>
                  <a:pt x="1335950" y="3992193"/>
                </a:cubicBezTo>
                <a:cubicBezTo>
                  <a:pt x="778994" y="3992193"/>
                  <a:pt x="294538" y="3681786"/>
                  <a:pt x="46143" y="3224532"/>
                </a:cubicBezTo>
                <a:lnTo>
                  <a:pt x="0" y="3128746"/>
                </a:lnTo>
                <a:close/>
              </a:path>
            </a:pathLst>
          </a:custGeom>
        </p:spPr>
      </p:pic>
      <p:cxnSp>
        <p:nvCxnSpPr>
          <p:cNvPr id="25" name="直接连接符 24"/>
          <p:cNvCxnSpPr/>
          <p:nvPr userDrawn="1">
            <p:custDataLst>
              <p:tags r:id="rId14"/>
            </p:custDataLst>
          </p:nvPr>
        </p:nvCxnSpPr>
        <p:spPr>
          <a:xfrm>
            <a:off x="11122861" y="681237"/>
            <a:ext cx="212725" cy="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 userDrawn="1">
            <p:custDataLst>
              <p:tags r:id="rId15"/>
            </p:custDataLst>
          </p:nvPr>
        </p:nvCxnSpPr>
        <p:spPr>
          <a:xfrm>
            <a:off x="11122861" y="756802"/>
            <a:ext cx="212725" cy="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/>
          <p:cNvCxnSpPr/>
          <p:nvPr userDrawn="1">
            <p:custDataLst>
              <p:tags r:id="rId16"/>
            </p:custDataLst>
          </p:nvPr>
        </p:nvCxnSpPr>
        <p:spPr>
          <a:xfrm>
            <a:off x="11122861" y="833002"/>
            <a:ext cx="212725" cy="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任意多边形: 形状 27"/>
          <p:cNvSpPr/>
          <p:nvPr userDrawn="1">
            <p:custDataLst>
              <p:tags r:id="rId17"/>
            </p:custDataLst>
          </p:nvPr>
        </p:nvSpPr>
        <p:spPr>
          <a:xfrm>
            <a:off x="0" y="0"/>
            <a:ext cx="1848171" cy="1847290"/>
          </a:xfrm>
          <a:custGeom>
            <a:avLst/>
            <a:gdLst>
              <a:gd name="connsiteX0" fmla="*/ 0 w 1556484"/>
              <a:gd name="connsiteY0" fmla="*/ 0 h 1555743"/>
              <a:gd name="connsiteX1" fmla="*/ 1556484 w 1556484"/>
              <a:gd name="connsiteY1" fmla="*/ 0 h 1555743"/>
              <a:gd name="connsiteX2" fmla="*/ 1548919 w 1556484"/>
              <a:gd name="connsiteY2" fmla="*/ 149820 h 1555743"/>
              <a:gd name="connsiteX3" fmla="*/ 150601 w 1556484"/>
              <a:gd name="connsiteY3" fmla="*/ 1548138 h 1555743"/>
              <a:gd name="connsiteX4" fmla="*/ 0 w 1556484"/>
              <a:gd name="connsiteY4" fmla="*/ 1555743 h 1555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56484" h="1555743">
                <a:moveTo>
                  <a:pt x="0" y="0"/>
                </a:moveTo>
                <a:lnTo>
                  <a:pt x="1556484" y="0"/>
                </a:lnTo>
                <a:lnTo>
                  <a:pt x="1548919" y="149820"/>
                </a:lnTo>
                <a:cubicBezTo>
                  <a:pt x="1474043" y="887113"/>
                  <a:pt x="887894" y="1473262"/>
                  <a:pt x="150601" y="1548138"/>
                </a:cubicBezTo>
                <a:lnTo>
                  <a:pt x="0" y="1555743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50000"/>
                </a:schemeClr>
              </a:gs>
              <a:gs pos="57000">
                <a:schemeClr val="accent1">
                  <a:alpha val="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29" name="图形 9"/>
          <p:cNvSpPr/>
          <p:nvPr userDrawn="1">
            <p:custDataLst>
              <p:tags r:id="rId18"/>
            </p:custDataLst>
          </p:nvPr>
        </p:nvSpPr>
        <p:spPr>
          <a:xfrm>
            <a:off x="9860071" y="4209212"/>
            <a:ext cx="368576" cy="368576"/>
          </a:xfrm>
          <a:custGeom>
            <a:avLst/>
            <a:gdLst>
              <a:gd name="connsiteX0" fmla="*/ 4846320 w 4846319"/>
              <a:gd name="connsiteY0" fmla="*/ 2423160 h 4846319"/>
              <a:gd name="connsiteX1" fmla="*/ 2423160 w 4846319"/>
              <a:gd name="connsiteY1" fmla="*/ 4846320 h 4846319"/>
              <a:gd name="connsiteX2" fmla="*/ 0 w 4846319"/>
              <a:gd name="connsiteY2" fmla="*/ 2423160 h 4846319"/>
              <a:gd name="connsiteX3" fmla="*/ 2423160 w 4846319"/>
              <a:gd name="connsiteY3" fmla="*/ 0 h 4846319"/>
              <a:gd name="connsiteX4" fmla="*/ 4846320 w 4846319"/>
              <a:gd name="connsiteY4" fmla="*/ 2423160 h 48463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46319" h="4846319">
                <a:moveTo>
                  <a:pt x="4846320" y="2423160"/>
                </a:moveTo>
                <a:cubicBezTo>
                  <a:pt x="3028950" y="2757773"/>
                  <a:pt x="2757773" y="3028950"/>
                  <a:pt x="2423160" y="4846320"/>
                </a:cubicBezTo>
                <a:cubicBezTo>
                  <a:pt x="2088547" y="3028950"/>
                  <a:pt x="1817370" y="2757773"/>
                  <a:pt x="0" y="2423160"/>
                </a:cubicBezTo>
                <a:cubicBezTo>
                  <a:pt x="1817370" y="2088547"/>
                  <a:pt x="2088547" y="1817370"/>
                  <a:pt x="2423160" y="0"/>
                </a:cubicBezTo>
                <a:cubicBezTo>
                  <a:pt x="2757773" y="1817370"/>
                  <a:pt x="3028950" y="2088547"/>
                  <a:pt x="4846320" y="2423160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endParaRPr lang="en-US"/>
          </a:p>
        </p:txBody>
      </p:sp>
      <p:sp>
        <p:nvSpPr>
          <p:cNvPr id="19" name="图形 9"/>
          <p:cNvSpPr/>
          <p:nvPr userDrawn="1">
            <p:custDataLst>
              <p:tags r:id="rId19"/>
            </p:custDataLst>
          </p:nvPr>
        </p:nvSpPr>
        <p:spPr>
          <a:xfrm>
            <a:off x="7432806" y="1962602"/>
            <a:ext cx="651502" cy="651502"/>
          </a:xfrm>
          <a:custGeom>
            <a:avLst/>
            <a:gdLst>
              <a:gd name="connsiteX0" fmla="*/ 4846320 w 4846319"/>
              <a:gd name="connsiteY0" fmla="*/ 2423160 h 4846319"/>
              <a:gd name="connsiteX1" fmla="*/ 2423160 w 4846319"/>
              <a:gd name="connsiteY1" fmla="*/ 4846320 h 4846319"/>
              <a:gd name="connsiteX2" fmla="*/ 0 w 4846319"/>
              <a:gd name="connsiteY2" fmla="*/ 2423160 h 4846319"/>
              <a:gd name="connsiteX3" fmla="*/ 2423160 w 4846319"/>
              <a:gd name="connsiteY3" fmla="*/ 0 h 4846319"/>
              <a:gd name="connsiteX4" fmla="*/ 4846320 w 4846319"/>
              <a:gd name="connsiteY4" fmla="*/ 2423160 h 48463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46319" h="4846319">
                <a:moveTo>
                  <a:pt x="4846320" y="2423160"/>
                </a:moveTo>
                <a:cubicBezTo>
                  <a:pt x="3028950" y="2757773"/>
                  <a:pt x="2757773" y="3028950"/>
                  <a:pt x="2423160" y="4846320"/>
                </a:cubicBezTo>
                <a:cubicBezTo>
                  <a:pt x="2088547" y="3028950"/>
                  <a:pt x="1817370" y="2757773"/>
                  <a:pt x="0" y="2423160"/>
                </a:cubicBezTo>
                <a:cubicBezTo>
                  <a:pt x="1817370" y="2088547"/>
                  <a:pt x="2088547" y="1817370"/>
                  <a:pt x="2423160" y="0"/>
                </a:cubicBezTo>
                <a:cubicBezTo>
                  <a:pt x="2757773" y="1817370"/>
                  <a:pt x="3028950" y="2088547"/>
                  <a:pt x="4846320" y="2423160"/>
                </a:cubicBezTo>
                <a:close/>
              </a:path>
            </a:pathLst>
          </a:custGeom>
          <a:solidFill>
            <a:schemeClr val="accent2"/>
          </a:solidFill>
          <a:ln w="9525" cap="flat">
            <a:noFill/>
            <a:prstDash val="solid"/>
            <a:miter/>
          </a:ln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endParaRPr lang="en-US" dirty="0"/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0"/>
            </p:custDataLst>
          </p:nvPr>
        </p:nvSpPr>
        <p:spPr>
          <a:xfrm>
            <a:off x="838200" y="1121410"/>
            <a:ext cx="6345555" cy="2763520"/>
          </a:xfrm>
        </p:spPr>
        <p:txBody>
          <a:bodyPr wrap="square" anchor="b">
            <a:normAutofit/>
          </a:bodyPr>
          <a:lstStyle>
            <a:lvl1pPr algn="l">
              <a:lnSpc>
                <a:spcPct val="100000"/>
              </a:lnSpc>
              <a:defRPr sz="540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>
              <a:latin typeface="+mj-lt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21"/>
            </p:custDataLst>
          </p:nvPr>
        </p:nvSpPr>
        <p:spPr>
          <a:xfrm>
            <a:off x="838199" y="4009006"/>
            <a:ext cx="5935099" cy="862543"/>
          </a:xfrm>
        </p:spPr>
        <p:txBody>
          <a:bodyPr wrap="square">
            <a:normAutofit/>
          </a:bodyPr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000">
                <a:latin typeface="+mj-lt"/>
              </a:defRPr>
            </a:lvl2pPr>
            <a:lvl3pPr marL="914400" indent="0" algn="ctr">
              <a:buNone/>
              <a:defRPr sz="1800">
                <a:latin typeface="+mj-lt"/>
              </a:defRPr>
            </a:lvl3pPr>
            <a:lvl4pPr marL="1371600" indent="0" algn="ctr">
              <a:buNone/>
              <a:defRPr sz="1600">
                <a:latin typeface="+mj-lt"/>
              </a:defRPr>
            </a:lvl4pPr>
            <a:lvl5pPr marL="1828800" indent="0" algn="ctr">
              <a:buNone/>
              <a:defRPr sz="1600">
                <a:latin typeface="+mj-lt"/>
              </a:defRPr>
            </a:lvl5pPr>
            <a:lvl6pPr marL="2286000" indent="0" algn="ctr">
              <a:buNone/>
              <a:defRPr sz="1600">
                <a:latin typeface="+mj-lt"/>
              </a:defRPr>
            </a:lvl6pPr>
            <a:lvl7pPr marL="2743200" indent="0" algn="ctr">
              <a:buNone/>
              <a:defRPr sz="1600">
                <a:latin typeface="+mj-lt"/>
              </a:defRPr>
            </a:lvl7pPr>
            <a:lvl8pPr marL="3200400" indent="0" algn="ctr">
              <a:buNone/>
              <a:defRPr sz="1600">
                <a:latin typeface="+mj-lt"/>
              </a:defRPr>
            </a:lvl8pPr>
            <a:lvl9pPr marL="3657600" indent="0" algn="ctr">
              <a:buNone/>
              <a:defRPr sz="1600">
                <a:latin typeface="+mj-lt"/>
              </a:defRPr>
            </a:lvl9pPr>
          </a:lstStyle>
          <a:p>
            <a:r>
              <a:rPr lang="en-US" dirty="0">
                <a:latin typeface="+mj-lt"/>
              </a:rPr>
              <a:t>Click to add subtitle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2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23"/>
            </p:custDataLst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24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10" name="公司名占位符 6"/>
          <p:cNvSpPr>
            <a:spLocks noGrp="1"/>
          </p:cNvSpPr>
          <p:nvPr>
            <p:ph type="body" sz="quarter" idx="13" hasCustomPrompt="1"/>
            <p:custDataLst>
              <p:tags r:id="rId25"/>
            </p:custDataLst>
          </p:nvPr>
        </p:nvSpPr>
        <p:spPr>
          <a:xfrm>
            <a:off x="838198" y="504000"/>
            <a:ext cx="2880000" cy="504000"/>
          </a:xfrm>
        </p:spPr>
        <p:txBody>
          <a:bodyPr wrap="square" anchor="ctr">
            <a:normAutofit/>
          </a:bodyPr>
          <a:lstStyle>
            <a:lvl1pPr marL="0" indent="0">
              <a:lnSpc>
                <a:spcPct val="100000"/>
              </a:lnSpc>
              <a:buNone/>
              <a:defRPr sz="1800"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26"/>
            </p:custDataLst>
          </p:nvPr>
        </p:nvSpPr>
        <p:spPr>
          <a:xfrm>
            <a:off x="839851" y="5116537"/>
            <a:ext cx="2880000" cy="57600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2"/>
              </a:gs>
              <a:gs pos="55000">
                <a:schemeClr val="accent1"/>
              </a:gs>
            </a:gsLst>
            <a:lin ang="2700000" scaled="1"/>
            <a:tileRect/>
          </a:gradFill>
          <a:effectLst>
            <a:outerShdw blurRad="101600" dist="101600" dir="2700000" algn="tl" rotWithShape="0">
              <a:schemeClr val="accent1">
                <a:alpha val="20000"/>
              </a:schemeClr>
            </a:outerShdw>
          </a:effectLst>
        </p:spPr>
        <p:txBody>
          <a:bodyPr wrap="square" lIns="0" tIns="0" rIns="0" bIns="0" anchor="ctr" anchorCtr="1">
            <a:normAutofit/>
          </a:bodyPr>
          <a:lstStyle>
            <a:lvl1pPr marL="0" indent="0" eaLnBrk="1" fontAlgn="auto" latinLnBrk="0" hangingPunct="1">
              <a:lnSpc>
                <a:spcPct val="90000"/>
              </a:lnSpc>
              <a:spcAft>
                <a:spcPts val="0"/>
              </a:spcAft>
              <a:buNone/>
              <a:defRPr lang="en-US" sz="1600" b="1" u="none" strike="noStrike" kern="1200" cap="none" spc="0" normalizeH="0" baseline="0" dirty="0">
                <a:solidFill>
                  <a:srgbClr val="FFFFFF"/>
                </a:solidFill>
                <a:uFillTx/>
                <a:latin typeface="+mn-lt"/>
              </a:defRPr>
            </a:lvl1pPr>
          </a:lstStyle>
          <a:p>
            <a:pPr marL="228600" lvl="0" indent="-228600" algn="ctr" fontAlgn="auto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6422">
                <a:schemeClr val="accent1">
                  <a:lumMod val="20000"/>
                  <a:lumOff val="80000"/>
                </a:schemeClr>
              </a:gs>
              <a:gs pos="53000">
                <a:schemeClr val="bg2"/>
              </a:gs>
              <a:gs pos="100000">
                <a:schemeClr val="bg1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/>
            <a:endParaRPr lang="en-US"/>
          </a:p>
        </p:txBody>
      </p:sp>
      <p:sp>
        <p:nvSpPr>
          <p:cNvPr id="8" name="椭圆 7"/>
          <p:cNvSpPr/>
          <p:nvPr userDrawn="1">
            <p:custDataLst>
              <p:tags r:id="rId3"/>
            </p:custDataLst>
          </p:nvPr>
        </p:nvSpPr>
        <p:spPr>
          <a:xfrm>
            <a:off x="6720054" y="3429000"/>
            <a:ext cx="3068676" cy="3068676"/>
          </a:xfrm>
          <a:prstGeom prst="ellipse">
            <a:avLst/>
          </a:prstGeom>
          <a:gradFill flip="none" rotWithShape="1">
            <a:gsLst>
              <a:gs pos="75000">
                <a:schemeClr val="accent2"/>
              </a:gs>
              <a:gs pos="0">
                <a:schemeClr val="accent2">
                  <a:alpha val="0"/>
                </a:schemeClr>
              </a:gs>
            </a:gsLst>
            <a:lin ang="13500000" scaled="1"/>
            <a:tileRect/>
          </a:gradFill>
          <a:ln>
            <a:noFill/>
          </a:ln>
          <a:effectLst>
            <a:softEdge rad="571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9" name="任意多边形: 形状 8"/>
          <p:cNvSpPr/>
          <p:nvPr userDrawn="1">
            <p:custDataLst>
              <p:tags r:id="rId4"/>
            </p:custDataLst>
          </p:nvPr>
        </p:nvSpPr>
        <p:spPr>
          <a:xfrm flipH="1" flipV="1">
            <a:off x="9258304" y="3925701"/>
            <a:ext cx="2933696" cy="2932298"/>
          </a:xfrm>
          <a:custGeom>
            <a:avLst/>
            <a:gdLst>
              <a:gd name="connsiteX0" fmla="*/ 0 w 1556484"/>
              <a:gd name="connsiteY0" fmla="*/ 0 h 1555743"/>
              <a:gd name="connsiteX1" fmla="*/ 1556484 w 1556484"/>
              <a:gd name="connsiteY1" fmla="*/ 0 h 1555743"/>
              <a:gd name="connsiteX2" fmla="*/ 1548919 w 1556484"/>
              <a:gd name="connsiteY2" fmla="*/ 149820 h 1555743"/>
              <a:gd name="connsiteX3" fmla="*/ 150601 w 1556484"/>
              <a:gd name="connsiteY3" fmla="*/ 1548138 h 1555743"/>
              <a:gd name="connsiteX4" fmla="*/ 0 w 1556484"/>
              <a:gd name="connsiteY4" fmla="*/ 1555743 h 1555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56484" h="1555743">
                <a:moveTo>
                  <a:pt x="0" y="0"/>
                </a:moveTo>
                <a:lnTo>
                  <a:pt x="1556484" y="0"/>
                </a:lnTo>
                <a:lnTo>
                  <a:pt x="1548919" y="149820"/>
                </a:lnTo>
                <a:cubicBezTo>
                  <a:pt x="1474043" y="887113"/>
                  <a:pt x="887894" y="1473262"/>
                  <a:pt x="150601" y="1548138"/>
                </a:cubicBezTo>
                <a:lnTo>
                  <a:pt x="0" y="1555743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50000"/>
                </a:schemeClr>
              </a:gs>
              <a:gs pos="57000">
                <a:schemeClr val="accent1">
                  <a:alpha val="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/>
            <a:endParaRPr lang="en-US"/>
          </a:p>
        </p:txBody>
      </p:sp>
      <p:sp>
        <p:nvSpPr>
          <p:cNvPr id="11" name="矩形: 圆角 10"/>
          <p:cNvSpPr/>
          <p:nvPr userDrawn="1">
            <p:custDataLst>
              <p:tags r:id="rId5"/>
            </p:custDataLst>
          </p:nvPr>
        </p:nvSpPr>
        <p:spPr>
          <a:xfrm>
            <a:off x="8278065" y="1016000"/>
            <a:ext cx="2933696" cy="5041900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12" name="椭圆 11"/>
          <p:cNvSpPr/>
          <p:nvPr userDrawn="1">
            <p:custDataLst>
              <p:tags r:id="rId6"/>
            </p:custDataLst>
          </p:nvPr>
        </p:nvSpPr>
        <p:spPr>
          <a:xfrm>
            <a:off x="10436678" y="5241025"/>
            <a:ext cx="1149564" cy="1149564"/>
          </a:xfrm>
          <a:prstGeom prst="ellipse">
            <a:avLst/>
          </a:prstGeom>
          <a:gradFill flip="none" rotWithShape="1">
            <a:gsLst>
              <a:gs pos="76000">
                <a:schemeClr val="accent2"/>
              </a:gs>
              <a:gs pos="0">
                <a:schemeClr val="accent2">
                  <a:alpha val="0"/>
                </a:schemeClr>
              </a:gs>
            </a:gsLst>
            <a:lin ang="13500000" scaled="1"/>
            <a:tileRect/>
          </a:gradFill>
          <a:ln>
            <a:noFill/>
          </a:ln>
          <a:effectLst>
            <a:softEdge rad="2540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13" name="矩形: 圆角 12"/>
          <p:cNvSpPr/>
          <p:nvPr userDrawn="1">
            <p:custDataLst>
              <p:tags r:id="rId7"/>
            </p:custDataLst>
          </p:nvPr>
        </p:nvSpPr>
        <p:spPr>
          <a:xfrm>
            <a:off x="7760848" y="1016000"/>
            <a:ext cx="2933696" cy="50419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15" name="弧形 14"/>
          <p:cNvSpPr/>
          <p:nvPr userDrawn="1">
            <p:custDataLst>
              <p:tags r:id="rId8"/>
            </p:custDataLst>
          </p:nvPr>
        </p:nvSpPr>
        <p:spPr>
          <a:xfrm rot="3870695">
            <a:off x="8401456" y="972063"/>
            <a:ext cx="1676873" cy="5677950"/>
          </a:xfrm>
          <a:prstGeom prst="arc">
            <a:avLst>
              <a:gd name="adj1" fmla="val 3401350"/>
              <a:gd name="adj2" fmla="val 6993367"/>
            </a:avLst>
          </a:prstGeom>
          <a:ln w="25400" cap="rnd">
            <a:solidFill>
              <a:schemeClr val="accent3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>
                <a:solidFill>
                  <a:schemeClr val="tx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16" name="弧形 15"/>
          <p:cNvSpPr/>
          <p:nvPr userDrawn="1">
            <p:custDataLst>
              <p:tags r:id="rId9"/>
            </p:custDataLst>
          </p:nvPr>
        </p:nvSpPr>
        <p:spPr>
          <a:xfrm rot="3870695">
            <a:off x="8401456" y="972063"/>
            <a:ext cx="1676873" cy="5677950"/>
          </a:xfrm>
          <a:prstGeom prst="arc">
            <a:avLst>
              <a:gd name="adj1" fmla="val 15447740"/>
              <a:gd name="adj2" fmla="val 19307839"/>
            </a:avLst>
          </a:prstGeom>
          <a:ln w="25400" cap="rnd">
            <a:solidFill>
              <a:schemeClr val="accent3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>
                <a:solidFill>
                  <a:schemeClr val="tx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17" name="图形 9"/>
          <p:cNvSpPr/>
          <p:nvPr userDrawn="1">
            <p:custDataLst>
              <p:tags r:id="rId10"/>
            </p:custDataLst>
          </p:nvPr>
        </p:nvSpPr>
        <p:spPr>
          <a:xfrm>
            <a:off x="7183547" y="1646415"/>
            <a:ext cx="372193" cy="372193"/>
          </a:xfrm>
          <a:custGeom>
            <a:avLst/>
            <a:gdLst>
              <a:gd name="connsiteX0" fmla="*/ 4846320 w 4846319"/>
              <a:gd name="connsiteY0" fmla="*/ 2423160 h 4846319"/>
              <a:gd name="connsiteX1" fmla="*/ 2423160 w 4846319"/>
              <a:gd name="connsiteY1" fmla="*/ 4846320 h 4846319"/>
              <a:gd name="connsiteX2" fmla="*/ 0 w 4846319"/>
              <a:gd name="connsiteY2" fmla="*/ 2423160 h 4846319"/>
              <a:gd name="connsiteX3" fmla="*/ 2423160 w 4846319"/>
              <a:gd name="connsiteY3" fmla="*/ 0 h 4846319"/>
              <a:gd name="connsiteX4" fmla="*/ 4846320 w 4846319"/>
              <a:gd name="connsiteY4" fmla="*/ 2423160 h 48463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46319" h="4846319">
                <a:moveTo>
                  <a:pt x="4846320" y="2423160"/>
                </a:moveTo>
                <a:cubicBezTo>
                  <a:pt x="3028950" y="2757773"/>
                  <a:pt x="2757773" y="3028950"/>
                  <a:pt x="2423160" y="4846320"/>
                </a:cubicBezTo>
                <a:cubicBezTo>
                  <a:pt x="2088547" y="3028950"/>
                  <a:pt x="1817370" y="2757773"/>
                  <a:pt x="0" y="2423160"/>
                </a:cubicBezTo>
                <a:cubicBezTo>
                  <a:pt x="1817370" y="2088547"/>
                  <a:pt x="2088547" y="1817370"/>
                  <a:pt x="2423160" y="0"/>
                </a:cubicBezTo>
                <a:cubicBezTo>
                  <a:pt x="2757773" y="1817370"/>
                  <a:pt x="3028950" y="2088547"/>
                  <a:pt x="4846320" y="2423160"/>
                </a:cubicBezTo>
                <a:close/>
              </a:path>
            </a:pathLst>
          </a:custGeom>
          <a:solidFill>
            <a:schemeClr val="accent2"/>
          </a:solidFill>
          <a:ln w="9525" cap="flat">
            <a:noFill/>
            <a:prstDash val="solid"/>
            <a:miter/>
          </a:ln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endParaRPr lang="en-US"/>
          </a:p>
        </p:txBody>
      </p:sp>
      <p:pic>
        <p:nvPicPr>
          <p:cNvPr id="21" name="图形 11"/>
          <p:cNvPicPr>
            <a:picLocks noChangeAspect="1"/>
          </p:cNvPicPr>
          <p:nvPr userDrawn="1">
            <p:custDataLst>
              <p:tags r:id="rId11"/>
            </p:custDataLst>
          </p:nvPr>
        </p:nvPicPr>
        <p:blipFill rotWithShape="1"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 b="15734"/>
          <a:stretch>
            <a:fillRect/>
          </a:stretch>
        </p:blipFill>
        <p:spPr>
          <a:xfrm>
            <a:off x="7915247" y="1806269"/>
            <a:ext cx="3203499" cy="4219741"/>
          </a:xfrm>
          <a:custGeom>
            <a:avLst/>
            <a:gdLst>
              <a:gd name="connsiteX0" fmla="*/ 0 w 2802798"/>
              <a:gd name="connsiteY0" fmla="*/ 0 h 3992193"/>
              <a:gd name="connsiteX1" fmla="*/ 2769449 w 2802798"/>
              <a:gd name="connsiteY1" fmla="*/ 0 h 3992193"/>
              <a:gd name="connsiteX2" fmla="*/ 2772997 w 2802798"/>
              <a:gd name="connsiteY2" fmla="*/ 13799 h 3992193"/>
              <a:gd name="connsiteX3" fmla="*/ 2802798 w 2802798"/>
              <a:gd name="connsiteY3" fmla="*/ 309420 h 3992193"/>
              <a:gd name="connsiteX4" fmla="*/ 2802798 w 2802798"/>
              <a:gd name="connsiteY4" fmla="*/ 2525345 h 3992193"/>
              <a:gd name="connsiteX5" fmla="*/ 1335950 w 2802798"/>
              <a:gd name="connsiteY5" fmla="*/ 3992193 h 3992193"/>
              <a:gd name="connsiteX6" fmla="*/ 46143 w 2802798"/>
              <a:gd name="connsiteY6" fmla="*/ 3224532 h 3992193"/>
              <a:gd name="connsiteX7" fmla="*/ 0 w 2802798"/>
              <a:gd name="connsiteY7" fmla="*/ 3128746 h 39921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802798" h="3992193">
                <a:moveTo>
                  <a:pt x="0" y="0"/>
                </a:moveTo>
                <a:lnTo>
                  <a:pt x="2769449" y="0"/>
                </a:lnTo>
                <a:lnTo>
                  <a:pt x="2772997" y="13799"/>
                </a:lnTo>
                <a:cubicBezTo>
                  <a:pt x="2792537" y="109287"/>
                  <a:pt x="2802798" y="208155"/>
                  <a:pt x="2802798" y="309420"/>
                </a:cubicBezTo>
                <a:lnTo>
                  <a:pt x="2802798" y="2525345"/>
                </a:lnTo>
                <a:cubicBezTo>
                  <a:pt x="2802798" y="3335463"/>
                  <a:pt x="2146068" y="3992193"/>
                  <a:pt x="1335950" y="3992193"/>
                </a:cubicBezTo>
                <a:cubicBezTo>
                  <a:pt x="778994" y="3992193"/>
                  <a:pt x="294538" y="3681786"/>
                  <a:pt x="46143" y="3224532"/>
                </a:cubicBezTo>
                <a:lnTo>
                  <a:pt x="0" y="3128746"/>
                </a:lnTo>
                <a:close/>
              </a:path>
            </a:pathLst>
          </a:custGeom>
        </p:spPr>
      </p:pic>
      <p:cxnSp>
        <p:nvCxnSpPr>
          <p:cNvPr id="25" name="直接连接符 24"/>
          <p:cNvCxnSpPr/>
          <p:nvPr userDrawn="1">
            <p:custDataLst>
              <p:tags r:id="rId14"/>
            </p:custDataLst>
          </p:nvPr>
        </p:nvCxnSpPr>
        <p:spPr>
          <a:xfrm>
            <a:off x="11122861" y="681237"/>
            <a:ext cx="212725" cy="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 userDrawn="1">
            <p:custDataLst>
              <p:tags r:id="rId15"/>
            </p:custDataLst>
          </p:nvPr>
        </p:nvCxnSpPr>
        <p:spPr>
          <a:xfrm>
            <a:off x="11122861" y="756802"/>
            <a:ext cx="212725" cy="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/>
          <p:cNvCxnSpPr/>
          <p:nvPr userDrawn="1">
            <p:custDataLst>
              <p:tags r:id="rId16"/>
            </p:custDataLst>
          </p:nvPr>
        </p:nvCxnSpPr>
        <p:spPr>
          <a:xfrm>
            <a:off x="11122861" y="833002"/>
            <a:ext cx="212725" cy="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任意多边形: 形状 27"/>
          <p:cNvSpPr/>
          <p:nvPr userDrawn="1">
            <p:custDataLst>
              <p:tags r:id="rId17"/>
            </p:custDataLst>
          </p:nvPr>
        </p:nvSpPr>
        <p:spPr>
          <a:xfrm>
            <a:off x="0" y="0"/>
            <a:ext cx="1848171" cy="1847290"/>
          </a:xfrm>
          <a:custGeom>
            <a:avLst/>
            <a:gdLst>
              <a:gd name="connsiteX0" fmla="*/ 0 w 1556484"/>
              <a:gd name="connsiteY0" fmla="*/ 0 h 1555743"/>
              <a:gd name="connsiteX1" fmla="*/ 1556484 w 1556484"/>
              <a:gd name="connsiteY1" fmla="*/ 0 h 1555743"/>
              <a:gd name="connsiteX2" fmla="*/ 1548919 w 1556484"/>
              <a:gd name="connsiteY2" fmla="*/ 149820 h 1555743"/>
              <a:gd name="connsiteX3" fmla="*/ 150601 w 1556484"/>
              <a:gd name="connsiteY3" fmla="*/ 1548138 h 1555743"/>
              <a:gd name="connsiteX4" fmla="*/ 0 w 1556484"/>
              <a:gd name="connsiteY4" fmla="*/ 1555743 h 1555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56484" h="1555743">
                <a:moveTo>
                  <a:pt x="0" y="0"/>
                </a:moveTo>
                <a:lnTo>
                  <a:pt x="1556484" y="0"/>
                </a:lnTo>
                <a:lnTo>
                  <a:pt x="1548919" y="149820"/>
                </a:lnTo>
                <a:cubicBezTo>
                  <a:pt x="1474043" y="887113"/>
                  <a:pt x="887894" y="1473262"/>
                  <a:pt x="150601" y="1548138"/>
                </a:cubicBezTo>
                <a:lnTo>
                  <a:pt x="0" y="1555743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50000"/>
                </a:schemeClr>
              </a:gs>
              <a:gs pos="57000">
                <a:schemeClr val="accent1">
                  <a:alpha val="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29" name="图形 9"/>
          <p:cNvSpPr/>
          <p:nvPr userDrawn="1">
            <p:custDataLst>
              <p:tags r:id="rId18"/>
            </p:custDataLst>
          </p:nvPr>
        </p:nvSpPr>
        <p:spPr>
          <a:xfrm>
            <a:off x="9860071" y="4209212"/>
            <a:ext cx="368576" cy="368576"/>
          </a:xfrm>
          <a:custGeom>
            <a:avLst/>
            <a:gdLst>
              <a:gd name="connsiteX0" fmla="*/ 4846320 w 4846319"/>
              <a:gd name="connsiteY0" fmla="*/ 2423160 h 4846319"/>
              <a:gd name="connsiteX1" fmla="*/ 2423160 w 4846319"/>
              <a:gd name="connsiteY1" fmla="*/ 4846320 h 4846319"/>
              <a:gd name="connsiteX2" fmla="*/ 0 w 4846319"/>
              <a:gd name="connsiteY2" fmla="*/ 2423160 h 4846319"/>
              <a:gd name="connsiteX3" fmla="*/ 2423160 w 4846319"/>
              <a:gd name="connsiteY3" fmla="*/ 0 h 4846319"/>
              <a:gd name="connsiteX4" fmla="*/ 4846320 w 4846319"/>
              <a:gd name="connsiteY4" fmla="*/ 2423160 h 48463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46319" h="4846319">
                <a:moveTo>
                  <a:pt x="4846320" y="2423160"/>
                </a:moveTo>
                <a:cubicBezTo>
                  <a:pt x="3028950" y="2757773"/>
                  <a:pt x="2757773" y="3028950"/>
                  <a:pt x="2423160" y="4846320"/>
                </a:cubicBezTo>
                <a:cubicBezTo>
                  <a:pt x="2088547" y="3028950"/>
                  <a:pt x="1817370" y="2757773"/>
                  <a:pt x="0" y="2423160"/>
                </a:cubicBezTo>
                <a:cubicBezTo>
                  <a:pt x="1817370" y="2088547"/>
                  <a:pt x="2088547" y="1817370"/>
                  <a:pt x="2423160" y="0"/>
                </a:cubicBezTo>
                <a:cubicBezTo>
                  <a:pt x="2757773" y="1817370"/>
                  <a:pt x="3028950" y="2088547"/>
                  <a:pt x="4846320" y="2423160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endParaRPr lang="en-US"/>
          </a:p>
        </p:txBody>
      </p:sp>
      <p:sp>
        <p:nvSpPr>
          <p:cNvPr id="19" name="图形 9"/>
          <p:cNvSpPr/>
          <p:nvPr userDrawn="1">
            <p:custDataLst>
              <p:tags r:id="rId19"/>
            </p:custDataLst>
          </p:nvPr>
        </p:nvSpPr>
        <p:spPr>
          <a:xfrm>
            <a:off x="7432806" y="1962602"/>
            <a:ext cx="651502" cy="651502"/>
          </a:xfrm>
          <a:custGeom>
            <a:avLst/>
            <a:gdLst>
              <a:gd name="connsiteX0" fmla="*/ 4846320 w 4846319"/>
              <a:gd name="connsiteY0" fmla="*/ 2423160 h 4846319"/>
              <a:gd name="connsiteX1" fmla="*/ 2423160 w 4846319"/>
              <a:gd name="connsiteY1" fmla="*/ 4846320 h 4846319"/>
              <a:gd name="connsiteX2" fmla="*/ 0 w 4846319"/>
              <a:gd name="connsiteY2" fmla="*/ 2423160 h 4846319"/>
              <a:gd name="connsiteX3" fmla="*/ 2423160 w 4846319"/>
              <a:gd name="connsiteY3" fmla="*/ 0 h 4846319"/>
              <a:gd name="connsiteX4" fmla="*/ 4846320 w 4846319"/>
              <a:gd name="connsiteY4" fmla="*/ 2423160 h 48463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46319" h="4846319">
                <a:moveTo>
                  <a:pt x="4846320" y="2423160"/>
                </a:moveTo>
                <a:cubicBezTo>
                  <a:pt x="3028950" y="2757773"/>
                  <a:pt x="2757773" y="3028950"/>
                  <a:pt x="2423160" y="4846320"/>
                </a:cubicBezTo>
                <a:cubicBezTo>
                  <a:pt x="2088547" y="3028950"/>
                  <a:pt x="1817370" y="2757773"/>
                  <a:pt x="0" y="2423160"/>
                </a:cubicBezTo>
                <a:cubicBezTo>
                  <a:pt x="1817370" y="2088547"/>
                  <a:pt x="2088547" y="1817370"/>
                  <a:pt x="2423160" y="0"/>
                </a:cubicBezTo>
                <a:cubicBezTo>
                  <a:pt x="2757773" y="1817370"/>
                  <a:pt x="3028950" y="2088547"/>
                  <a:pt x="4846320" y="2423160"/>
                </a:cubicBezTo>
                <a:close/>
              </a:path>
            </a:pathLst>
          </a:custGeom>
          <a:solidFill>
            <a:schemeClr val="accent2"/>
          </a:solidFill>
          <a:ln w="9525" cap="flat">
            <a:noFill/>
            <a:prstDash val="solid"/>
            <a:miter/>
          </a:ln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endParaRPr lang="en-US" dirty="0"/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0"/>
            </p:custDataLst>
          </p:nvPr>
        </p:nvSpPr>
        <p:spPr>
          <a:xfrm>
            <a:off x="838200" y="1121410"/>
            <a:ext cx="6345555" cy="2763520"/>
          </a:xfrm>
        </p:spPr>
        <p:txBody>
          <a:bodyPr wrap="square" anchor="b">
            <a:normAutofit/>
          </a:bodyPr>
          <a:lstStyle>
            <a:lvl1pPr algn="l">
              <a:lnSpc>
                <a:spcPct val="100000"/>
              </a:lnSpc>
              <a:defRPr sz="540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>
              <a:latin typeface="+mj-lt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21"/>
            </p:custDataLst>
          </p:nvPr>
        </p:nvSpPr>
        <p:spPr>
          <a:xfrm>
            <a:off x="838199" y="4009006"/>
            <a:ext cx="5935099" cy="862543"/>
          </a:xfrm>
        </p:spPr>
        <p:txBody>
          <a:bodyPr wrap="square">
            <a:normAutofit/>
          </a:bodyPr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000">
                <a:latin typeface="+mj-lt"/>
              </a:defRPr>
            </a:lvl2pPr>
            <a:lvl3pPr marL="914400" indent="0" algn="ctr">
              <a:buNone/>
              <a:defRPr sz="1800">
                <a:latin typeface="+mj-lt"/>
              </a:defRPr>
            </a:lvl3pPr>
            <a:lvl4pPr marL="1371600" indent="0" algn="ctr">
              <a:buNone/>
              <a:defRPr sz="1600">
                <a:latin typeface="+mj-lt"/>
              </a:defRPr>
            </a:lvl4pPr>
            <a:lvl5pPr marL="1828800" indent="0" algn="ctr">
              <a:buNone/>
              <a:defRPr sz="1600">
                <a:latin typeface="+mj-lt"/>
              </a:defRPr>
            </a:lvl5pPr>
            <a:lvl6pPr marL="2286000" indent="0" algn="ctr">
              <a:buNone/>
              <a:defRPr sz="1600">
                <a:latin typeface="+mj-lt"/>
              </a:defRPr>
            </a:lvl6pPr>
            <a:lvl7pPr marL="2743200" indent="0" algn="ctr">
              <a:buNone/>
              <a:defRPr sz="1600">
                <a:latin typeface="+mj-lt"/>
              </a:defRPr>
            </a:lvl7pPr>
            <a:lvl8pPr marL="3200400" indent="0" algn="ctr">
              <a:buNone/>
              <a:defRPr sz="1600">
                <a:latin typeface="+mj-lt"/>
              </a:defRPr>
            </a:lvl8pPr>
            <a:lvl9pPr marL="3657600" indent="0" algn="ctr">
              <a:buNone/>
              <a:defRPr sz="1600">
                <a:latin typeface="+mj-lt"/>
              </a:defRPr>
            </a:lvl9pPr>
          </a:lstStyle>
          <a:p>
            <a:r>
              <a:rPr lang="en-US" dirty="0">
                <a:latin typeface="+mj-lt"/>
              </a:rPr>
              <a:t>Click to add subtitle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2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23"/>
            </p:custDataLst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24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10" name="公司名占位符 6"/>
          <p:cNvSpPr>
            <a:spLocks noGrp="1"/>
          </p:cNvSpPr>
          <p:nvPr>
            <p:ph type="body" sz="quarter" idx="13" hasCustomPrompt="1"/>
            <p:custDataLst>
              <p:tags r:id="rId25"/>
            </p:custDataLst>
          </p:nvPr>
        </p:nvSpPr>
        <p:spPr>
          <a:xfrm>
            <a:off x="838198" y="504000"/>
            <a:ext cx="2880000" cy="504000"/>
          </a:xfrm>
        </p:spPr>
        <p:txBody>
          <a:bodyPr wrap="square" anchor="ctr">
            <a:normAutofit/>
          </a:bodyPr>
          <a:lstStyle>
            <a:lvl1pPr marL="0" indent="0">
              <a:lnSpc>
                <a:spcPct val="100000"/>
              </a:lnSpc>
              <a:buNone/>
              <a:defRPr sz="1800"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26"/>
            </p:custDataLst>
          </p:nvPr>
        </p:nvSpPr>
        <p:spPr>
          <a:xfrm>
            <a:off x="839851" y="5116537"/>
            <a:ext cx="2880000" cy="57600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2"/>
              </a:gs>
              <a:gs pos="55000">
                <a:schemeClr val="accent1"/>
              </a:gs>
            </a:gsLst>
            <a:lin ang="2700000" scaled="1"/>
            <a:tileRect/>
          </a:gradFill>
          <a:effectLst>
            <a:outerShdw blurRad="101600" dist="101600" dir="2700000" algn="tl" rotWithShape="0">
              <a:schemeClr val="accent1">
                <a:alpha val="20000"/>
              </a:schemeClr>
            </a:outerShdw>
          </a:effectLst>
        </p:spPr>
        <p:txBody>
          <a:bodyPr wrap="square" lIns="0" tIns="0" rIns="0" bIns="0" anchor="ctr" anchorCtr="1">
            <a:normAutofit/>
          </a:bodyPr>
          <a:lstStyle>
            <a:lvl1pPr marL="0" indent="0" eaLnBrk="1" fontAlgn="auto" latinLnBrk="0" hangingPunct="1">
              <a:lnSpc>
                <a:spcPct val="90000"/>
              </a:lnSpc>
              <a:spcAft>
                <a:spcPts val="0"/>
              </a:spcAft>
              <a:buNone/>
              <a:defRPr lang="en-US" sz="1600" b="1" u="none" strike="noStrike" kern="1200" cap="none" spc="0" normalizeH="0" baseline="0" dirty="0">
                <a:solidFill>
                  <a:srgbClr val="FFFFFF"/>
                </a:solidFill>
                <a:uFillTx/>
                <a:latin typeface="+mn-lt"/>
              </a:defRPr>
            </a:lvl1pPr>
          </a:lstStyle>
          <a:p>
            <a:pPr marL="228600" lvl="0" indent="-228600" algn="ctr" fontAlgn="auto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6422">
                <a:schemeClr val="accent1">
                  <a:lumMod val="20000"/>
                  <a:lumOff val="80000"/>
                </a:schemeClr>
              </a:gs>
              <a:gs pos="53000">
                <a:schemeClr val="bg2"/>
              </a:gs>
              <a:gs pos="100000">
                <a:schemeClr val="bg1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/>
            <a:endParaRPr lang="en-US"/>
          </a:p>
        </p:txBody>
      </p:sp>
      <p:sp>
        <p:nvSpPr>
          <p:cNvPr id="8" name="椭圆 7"/>
          <p:cNvSpPr/>
          <p:nvPr userDrawn="1">
            <p:custDataLst>
              <p:tags r:id="rId3"/>
            </p:custDataLst>
          </p:nvPr>
        </p:nvSpPr>
        <p:spPr>
          <a:xfrm>
            <a:off x="6720054" y="3429000"/>
            <a:ext cx="3068676" cy="3068676"/>
          </a:xfrm>
          <a:prstGeom prst="ellipse">
            <a:avLst/>
          </a:prstGeom>
          <a:gradFill flip="none" rotWithShape="1">
            <a:gsLst>
              <a:gs pos="75000">
                <a:schemeClr val="accent2"/>
              </a:gs>
              <a:gs pos="0">
                <a:schemeClr val="accent2">
                  <a:alpha val="0"/>
                </a:schemeClr>
              </a:gs>
            </a:gsLst>
            <a:lin ang="13500000" scaled="1"/>
            <a:tileRect/>
          </a:gradFill>
          <a:ln>
            <a:noFill/>
          </a:ln>
          <a:effectLst>
            <a:softEdge rad="571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9" name="任意多边形: 形状 8"/>
          <p:cNvSpPr/>
          <p:nvPr userDrawn="1">
            <p:custDataLst>
              <p:tags r:id="rId4"/>
            </p:custDataLst>
          </p:nvPr>
        </p:nvSpPr>
        <p:spPr>
          <a:xfrm flipH="1" flipV="1">
            <a:off x="9258304" y="3925701"/>
            <a:ext cx="2933696" cy="2932298"/>
          </a:xfrm>
          <a:custGeom>
            <a:avLst/>
            <a:gdLst>
              <a:gd name="connsiteX0" fmla="*/ 0 w 1556484"/>
              <a:gd name="connsiteY0" fmla="*/ 0 h 1555743"/>
              <a:gd name="connsiteX1" fmla="*/ 1556484 w 1556484"/>
              <a:gd name="connsiteY1" fmla="*/ 0 h 1555743"/>
              <a:gd name="connsiteX2" fmla="*/ 1548919 w 1556484"/>
              <a:gd name="connsiteY2" fmla="*/ 149820 h 1555743"/>
              <a:gd name="connsiteX3" fmla="*/ 150601 w 1556484"/>
              <a:gd name="connsiteY3" fmla="*/ 1548138 h 1555743"/>
              <a:gd name="connsiteX4" fmla="*/ 0 w 1556484"/>
              <a:gd name="connsiteY4" fmla="*/ 1555743 h 1555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56484" h="1555743">
                <a:moveTo>
                  <a:pt x="0" y="0"/>
                </a:moveTo>
                <a:lnTo>
                  <a:pt x="1556484" y="0"/>
                </a:lnTo>
                <a:lnTo>
                  <a:pt x="1548919" y="149820"/>
                </a:lnTo>
                <a:cubicBezTo>
                  <a:pt x="1474043" y="887113"/>
                  <a:pt x="887894" y="1473262"/>
                  <a:pt x="150601" y="1548138"/>
                </a:cubicBezTo>
                <a:lnTo>
                  <a:pt x="0" y="1555743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50000"/>
                </a:schemeClr>
              </a:gs>
              <a:gs pos="57000">
                <a:schemeClr val="accent1">
                  <a:alpha val="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/>
            <a:endParaRPr lang="en-US"/>
          </a:p>
        </p:txBody>
      </p:sp>
      <p:sp>
        <p:nvSpPr>
          <p:cNvPr id="11" name="矩形: 圆角 10"/>
          <p:cNvSpPr/>
          <p:nvPr userDrawn="1">
            <p:custDataLst>
              <p:tags r:id="rId5"/>
            </p:custDataLst>
          </p:nvPr>
        </p:nvSpPr>
        <p:spPr>
          <a:xfrm>
            <a:off x="8278065" y="1016000"/>
            <a:ext cx="2933696" cy="5041900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12" name="椭圆 11"/>
          <p:cNvSpPr/>
          <p:nvPr userDrawn="1">
            <p:custDataLst>
              <p:tags r:id="rId6"/>
            </p:custDataLst>
          </p:nvPr>
        </p:nvSpPr>
        <p:spPr>
          <a:xfrm>
            <a:off x="10436678" y="5241025"/>
            <a:ext cx="1149564" cy="1149564"/>
          </a:xfrm>
          <a:prstGeom prst="ellipse">
            <a:avLst/>
          </a:prstGeom>
          <a:gradFill flip="none" rotWithShape="1">
            <a:gsLst>
              <a:gs pos="76000">
                <a:schemeClr val="accent2"/>
              </a:gs>
              <a:gs pos="0">
                <a:schemeClr val="accent2">
                  <a:alpha val="0"/>
                </a:schemeClr>
              </a:gs>
            </a:gsLst>
            <a:lin ang="13500000" scaled="1"/>
            <a:tileRect/>
          </a:gradFill>
          <a:ln>
            <a:noFill/>
          </a:ln>
          <a:effectLst>
            <a:softEdge rad="2540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13" name="矩形: 圆角 12"/>
          <p:cNvSpPr/>
          <p:nvPr userDrawn="1">
            <p:custDataLst>
              <p:tags r:id="rId7"/>
            </p:custDataLst>
          </p:nvPr>
        </p:nvSpPr>
        <p:spPr>
          <a:xfrm>
            <a:off x="7760848" y="1016000"/>
            <a:ext cx="2933696" cy="50419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15" name="弧形 14"/>
          <p:cNvSpPr/>
          <p:nvPr userDrawn="1">
            <p:custDataLst>
              <p:tags r:id="rId8"/>
            </p:custDataLst>
          </p:nvPr>
        </p:nvSpPr>
        <p:spPr>
          <a:xfrm rot="3870695">
            <a:off x="8401456" y="972063"/>
            <a:ext cx="1676873" cy="5677950"/>
          </a:xfrm>
          <a:prstGeom prst="arc">
            <a:avLst>
              <a:gd name="adj1" fmla="val 3401350"/>
              <a:gd name="adj2" fmla="val 6993367"/>
            </a:avLst>
          </a:prstGeom>
          <a:ln w="25400" cap="rnd">
            <a:solidFill>
              <a:schemeClr val="accent3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>
                <a:solidFill>
                  <a:schemeClr val="tx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16" name="弧形 15"/>
          <p:cNvSpPr/>
          <p:nvPr userDrawn="1">
            <p:custDataLst>
              <p:tags r:id="rId9"/>
            </p:custDataLst>
          </p:nvPr>
        </p:nvSpPr>
        <p:spPr>
          <a:xfrm rot="3870695">
            <a:off x="8401456" y="972063"/>
            <a:ext cx="1676873" cy="5677950"/>
          </a:xfrm>
          <a:prstGeom prst="arc">
            <a:avLst>
              <a:gd name="adj1" fmla="val 15447740"/>
              <a:gd name="adj2" fmla="val 19307839"/>
            </a:avLst>
          </a:prstGeom>
          <a:ln w="25400" cap="rnd">
            <a:solidFill>
              <a:schemeClr val="accent3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>
                <a:solidFill>
                  <a:schemeClr val="tx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17" name="图形 9"/>
          <p:cNvSpPr/>
          <p:nvPr userDrawn="1">
            <p:custDataLst>
              <p:tags r:id="rId10"/>
            </p:custDataLst>
          </p:nvPr>
        </p:nvSpPr>
        <p:spPr>
          <a:xfrm>
            <a:off x="7183547" y="1646415"/>
            <a:ext cx="372193" cy="372193"/>
          </a:xfrm>
          <a:custGeom>
            <a:avLst/>
            <a:gdLst>
              <a:gd name="connsiteX0" fmla="*/ 4846320 w 4846319"/>
              <a:gd name="connsiteY0" fmla="*/ 2423160 h 4846319"/>
              <a:gd name="connsiteX1" fmla="*/ 2423160 w 4846319"/>
              <a:gd name="connsiteY1" fmla="*/ 4846320 h 4846319"/>
              <a:gd name="connsiteX2" fmla="*/ 0 w 4846319"/>
              <a:gd name="connsiteY2" fmla="*/ 2423160 h 4846319"/>
              <a:gd name="connsiteX3" fmla="*/ 2423160 w 4846319"/>
              <a:gd name="connsiteY3" fmla="*/ 0 h 4846319"/>
              <a:gd name="connsiteX4" fmla="*/ 4846320 w 4846319"/>
              <a:gd name="connsiteY4" fmla="*/ 2423160 h 48463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46319" h="4846319">
                <a:moveTo>
                  <a:pt x="4846320" y="2423160"/>
                </a:moveTo>
                <a:cubicBezTo>
                  <a:pt x="3028950" y="2757773"/>
                  <a:pt x="2757773" y="3028950"/>
                  <a:pt x="2423160" y="4846320"/>
                </a:cubicBezTo>
                <a:cubicBezTo>
                  <a:pt x="2088547" y="3028950"/>
                  <a:pt x="1817370" y="2757773"/>
                  <a:pt x="0" y="2423160"/>
                </a:cubicBezTo>
                <a:cubicBezTo>
                  <a:pt x="1817370" y="2088547"/>
                  <a:pt x="2088547" y="1817370"/>
                  <a:pt x="2423160" y="0"/>
                </a:cubicBezTo>
                <a:cubicBezTo>
                  <a:pt x="2757773" y="1817370"/>
                  <a:pt x="3028950" y="2088547"/>
                  <a:pt x="4846320" y="2423160"/>
                </a:cubicBezTo>
                <a:close/>
              </a:path>
            </a:pathLst>
          </a:custGeom>
          <a:solidFill>
            <a:schemeClr val="accent2"/>
          </a:solidFill>
          <a:ln w="9525" cap="flat">
            <a:noFill/>
            <a:prstDash val="solid"/>
            <a:miter/>
          </a:ln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endParaRPr lang="en-US"/>
          </a:p>
        </p:txBody>
      </p:sp>
      <p:pic>
        <p:nvPicPr>
          <p:cNvPr id="21" name="图形 11"/>
          <p:cNvPicPr>
            <a:picLocks noChangeAspect="1"/>
          </p:cNvPicPr>
          <p:nvPr userDrawn="1">
            <p:custDataLst>
              <p:tags r:id="rId11"/>
            </p:custDataLst>
          </p:nvPr>
        </p:nvPicPr>
        <p:blipFill rotWithShape="1"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 b="15734"/>
          <a:stretch>
            <a:fillRect/>
          </a:stretch>
        </p:blipFill>
        <p:spPr>
          <a:xfrm>
            <a:off x="7915247" y="1806269"/>
            <a:ext cx="3203499" cy="4219741"/>
          </a:xfrm>
          <a:custGeom>
            <a:avLst/>
            <a:gdLst>
              <a:gd name="connsiteX0" fmla="*/ 0 w 2802798"/>
              <a:gd name="connsiteY0" fmla="*/ 0 h 3992193"/>
              <a:gd name="connsiteX1" fmla="*/ 2769449 w 2802798"/>
              <a:gd name="connsiteY1" fmla="*/ 0 h 3992193"/>
              <a:gd name="connsiteX2" fmla="*/ 2772997 w 2802798"/>
              <a:gd name="connsiteY2" fmla="*/ 13799 h 3992193"/>
              <a:gd name="connsiteX3" fmla="*/ 2802798 w 2802798"/>
              <a:gd name="connsiteY3" fmla="*/ 309420 h 3992193"/>
              <a:gd name="connsiteX4" fmla="*/ 2802798 w 2802798"/>
              <a:gd name="connsiteY4" fmla="*/ 2525345 h 3992193"/>
              <a:gd name="connsiteX5" fmla="*/ 1335950 w 2802798"/>
              <a:gd name="connsiteY5" fmla="*/ 3992193 h 3992193"/>
              <a:gd name="connsiteX6" fmla="*/ 46143 w 2802798"/>
              <a:gd name="connsiteY6" fmla="*/ 3224532 h 3992193"/>
              <a:gd name="connsiteX7" fmla="*/ 0 w 2802798"/>
              <a:gd name="connsiteY7" fmla="*/ 3128746 h 39921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802798" h="3992193">
                <a:moveTo>
                  <a:pt x="0" y="0"/>
                </a:moveTo>
                <a:lnTo>
                  <a:pt x="2769449" y="0"/>
                </a:lnTo>
                <a:lnTo>
                  <a:pt x="2772997" y="13799"/>
                </a:lnTo>
                <a:cubicBezTo>
                  <a:pt x="2792537" y="109287"/>
                  <a:pt x="2802798" y="208155"/>
                  <a:pt x="2802798" y="309420"/>
                </a:cubicBezTo>
                <a:lnTo>
                  <a:pt x="2802798" y="2525345"/>
                </a:lnTo>
                <a:cubicBezTo>
                  <a:pt x="2802798" y="3335463"/>
                  <a:pt x="2146068" y="3992193"/>
                  <a:pt x="1335950" y="3992193"/>
                </a:cubicBezTo>
                <a:cubicBezTo>
                  <a:pt x="778994" y="3992193"/>
                  <a:pt x="294538" y="3681786"/>
                  <a:pt x="46143" y="3224532"/>
                </a:cubicBezTo>
                <a:lnTo>
                  <a:pt x="0" y="3128746"/>
                </a:lnTo>
                <a:close/>
              </a:path>
            </a:pathLst>
          </a:custGeom>
        </p:spPr>
      </p:pic>
      <p:cxnSp>
        <p:nvCxnSpPr>
          <p:cNvPr id="25" name="直接连接符 24"/>
          <p:cNvCxnSpPr/>
          <p:nvPr userDrawn="1">
            <p:custDataLst>
              <p:tags r:id="rId14"/>
            </p:custDataLst>
          </p:nvPr>
        </p:nvCxnSpPr>
        <p:spPr>
          <a:xfrm>
            <a:off x="11122861" y="681237"/>
            <a:ext cx="212725" cy="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 userDrawn="1">
            <p:custDataLst>
              <p:tags r:id="rId15"/>
            </p:custDataLst>
          </p:nvPr>
        </p:nvCxnSpPr>
        <p:spPr>
          <a:xfrm>
            <a:off x="11122861" y="756802"/>
            <a:ext cx="212725" cy="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/>
          <p:cNvCxnSpPr/>
          <p:nvPr userDrawn="1">
            <p:custDataLst>
              <p:tags r:id="rId16"/>
            </p:custDataLst>
          </p:nvPr>
        </p:nvCxnSpPr>
        <p:spPr>
          <a:xfrm>
            <a:off x="11122861" y="833002"/>
            <a:ext cx="212725" cy="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任意多边形: 形状 27"/>
          <p:cNvSpPr/>
          <p:nvPr userDrawn="1">
            <p:custDataLst>
              <p:tags r:id="rId17"/>
            </p:custDataLst>
          </p:nvPr>
        </p:nvSpPr>
        <p:spPr>
          <a:xfrm>
            <a:off x="0" y="0"/>
            <a:ext cx="1848171" cy="1847290"/>
          </a:xfrm>
          <a:custGeom>
            <a:avLst/>
            <a:gdLst>
              <a:gd name="connsiteX0" fmla="*/ 0 w 1556484"/>
              <a:gd name="connsiteY0" fmla="*/ 0 h 1555743"/>
              <a:gd name="connsiteX1" fmla="*/ 1556484 w 1556484"/>
              <a:gd name="connsiteY1" fmla="*/ 0 h 1555743"/>
              <a:gd name="connsiteX2" fmla="*/ 1548919 w 1556484"/>
              <a:gd name="connsiteY2" fmla="*/ 149820 h 1555743"/>
              <a:gd name="connsiteX3" fmla="*/ 150601 w 1556484"/>
              <a:gd name="connsiteY3" fmla="*/ 1548138 h 1555743"/>
              <a:gd name="connsiteX4" fmla="*/ 0 w 1556484"/>
              <a:gd name="connsiteY4" fmla="*/ 1555743 h 1555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56484" h="1555743">
                <a:moveTo>
                  <a:pt x="0" y="0"/>
                </a:moveTo>
                <a:lnTo>
                  <a:pt x="1556484" y="0"/>
                </a:lnTo>
                <a:lnTo>
                  <a:pt x="1548919" y="149820"/>
                </a:lnTo>
                <a:cubicBezTo>
                  <a:pt x="1474043" y="887113"/>
                  <a:pt x="887894" y="1473262"/>
                  <a:pt x="150601" y="1548138"/>
                </a:cubicBezTo>
                <a:lnTo>
                  <a:pt x="0" y="1555743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50000"/>
                </a:schemeClr>
              </a:gs>
              <a:gs pos="57000">
                <a:schemeClr val="accent1">
                  <a:alpha val="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29" name="图形 9"/>
          <p:cNvSpPr/>
          <p:nvPr userDrawn="1">
            <p:custDataLst>
              <p:tags r:id="rId18"/>
            </p:custDataLst>
          </p:nvPr>
        </p:nvSpPr>
        <p:spPr>
          <a:xfrm>
            <a:off x="9860071" y="4209212"/>
            <a:ext cx="368576" cy="368576"/>
          </a:xfrm>
          <a:custGeom>
            <a:avLst/>
            <a:gdLst>
              <a:gd name="connsiteX0" fmla="*/ 4846320 w 4846319"/>
              <a:gd name="connsiteY0" fmla="*/ 2423160 h 4846319"/>
              <a:gd name="connsiteX1" fmla="*/ 2423160 w 4846319"/>
              <a:gd name="connsiteY1" fmla="*/ 4846320 h 4846319"/>
              <a:gd name="connsiteX2" fmla="*/ 0 w 4846319"/>
              <a:gd name="connsiteY2" fmla="*/ 2423160 h 4846319"/>
              <a:gd name="connsiteX3" fmla="*/ 2423160 w 4846319"/>
              <a:gd name="connsiteY3" fmla="*/ 0 h 4846319"/>
              <a:gd name="connsiteX4" fmla="*/ 4846320 w 4846319"/>
              <a:gd name="connsiteY4" fmla="*/ 2423160 h 48463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46319" h="4846319">
                <a:moveTo>
                  <a:pt x="4846320" y="2423160"/>
                </a:moveTo>
                <a:cubicBezTo>
                  <a:pt x="3028950" y="2757773"/>
                  <a:pt x="2757773" y="3028950"/>
                  <a:pt x="2423160" y="4846320"/>
                </a:cubicBezTo>
                <a:cubicBezTo>
                  <a:pt x="2088547" y="3028950"/>
                  <a:pt x="1817370" y="2757773"/>
                  <a:pt x="0" y="2423160"/>
                </a:cubicBezTo>
                <a:cubicBezTo>
                  <a:pt x="1817370" y="2088547"/>
                  <a:pt x="2088547" y="1817370"/>
                  <a:pt x="2423160" y="0"/>
                </a:cubicBezTo>
                <a:cubicBezTo>
                  <a:pt x="2757773" y="1817370"/>
                  <a:pt x="3028950" y="2088547"/>
                  <a:pt x="4846320" y="2423160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endParaRPr lang="en-US"/>
          </a:p>
        </p:txBody>
      </p:sp>
      <p:sp>
        <p:nvSpPr>
          <p:cNvPr id="19" name="图形 9"/>
          <p:cNvSpPr/>
          <p:nvPr userDrawn="1">
            <p:custDataLst>
              <p:tags r:id="rId19"/>
            </p:custDataLst>
          </p:nvPr>
        </p:nvSpPr>
        <p:spPr>
          <a:xfrm>
            <a:off x="7432806" y="1962602"/>
            <a:ext cx="651502" cy="651502"/>
          </a:xfrm>
          <a:custGeom>
            <a:avLst/>
            <a:gdLst>
              <a:gd name="connsiteX0" fmla="*/ 4846320 w 4846319"/>
              <a:gd name="connsiteY0" fmla="*/ 2423160 h 4846319"/>
              <a:gd name="connsiteX1" fmla="*/ 2423160 w 4846319"/>
              <a:gd name="connsiteY1" fmla="*/ 4846320 h 4846319"/>
              <a:gd name="connsiteX2" fmla="*/ 0 w 4846319"/>
              <a:gd name="connsiteY2" fmla="*/ 2423160 h 4846319"/>
              <a:gd name="connsiteX3" fmla="*/ 2423160 w 4846319"/>
              <a:gd name="connsiteY3" fmla="*/ 0 h 4846319"/>
              <a:gd name="connsiteX4" fmla="*/ 4846320 w 4846319"/>
              <a:gd name="connsiteY4" fmla="*/ 2423160 h 48463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46319" h="4846319">
                <a:moveTo>
                  <a:pt x="4846320" y="2423160"/>
                </a:moveTo>
                <a:cubicBezTo>
                  <a:pt x="3028950" y="2757773"/>
                  <a:pt x="2757773" y="3028950"/>
                  <a:pt x="2423160" y="4846320"/>
                </a:cubicBezTo>
                <a:cubicBezTo>
                  <a:pt x="2088547" y="3028950"/>
                  <a:pt x="1817370" y="2757773"/>
                  <a:pt x="0" y="2423160"/>
                </a:cubicBezTo>
                <a:cubicBezTo>
                  <a:pt x="1817370" y="2088547"/>
                  <a:pt x="2088547" y="1817370"/>
                  <a:pt x="2423160" y="0"/>
                </a:cubicBezTo>
                <a:cubicBezTo>
                  <a:pt x="2757773" y="1817370"/>
                  <a:pt x="3028950" y="2088547"/>
                  <a:pt x="4846320" y="2423160"/>
                </a:cubicBezTo>
                <a:close/>
              </a:path>
            </a:pathLst>
          </a:custGeom>
          <a:solidFill>
            <a:schemeClr val="accent2"/>
          </a:solidFill>
          <a:ln w="9525" cap="flat">
            <a:noFill/>
            <a:prstDash val="solid"/>
            <a:miter/>
          </a:ln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endParaRPr lang="en-US" dirty="0"/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0"/>
            </p:custDataLst>
          </p:nvPr>
        </p:nvSpPr>
        <p:spPr>
          <a:xfrm>
            <a:off x="838200" y="1121410"/>
            <a:ext cx="6345555" cy="2763520"/>
          </a:xfrm>
        </p:spPr>
        <p:txBody>
          <a:bodyPr wrap="square" anchor="b">
            <a:normAutofit/>
          </a:bodyPr>
          <a:lstStyle>
            <a:lvl1pPr algn="l">
              <a:lnSpc>
                <a:spcPct val="100000"/>
              </a:lnSpc>
              <a:defRPr sz="540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>
              <a:latin typeface="+mj-lt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21"/>
            </p:custDataLst>
          </p:nvPr>
        </p:nvSpPr>
        <p:spPr>
          <a:xfrm>
            <a:off x="838199" y="4009006"/>
            <a:ext cx="5935099" cy="862543"/>
          </a:xfrm>
        </p:spPr>
        <p:txBody>
          <a:bodyPr wrap="square">
            <a:normAutofit/>
          </a:bodyPr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000">
                <a:latin typeface="+mj-lt"/>
              </a:defRPr>
            </a:lvl2pPr>
            <a:lvl3pPr marL="914400" indent="0" algn="ctr">
              <a:buNone/>
              <a:defRPr sz="1800">
                <a:latin typeface="+mj-lt"/>
              </a:defRPr>
            </a:lvl3pPr>
            <a:lvl4pPr marL="1371600" indent="0" algn="ctr">
              <a:buNone/>
              <a:defRPr sz="1600">
                <a:latin typeface="+mj-lt"/>
              </a:defRPr>
            </a:lvl4pPr>
            <a:lvl5pPr marL="1828800" indent="0" algn="ctr">
              <a:buNone/>
              <a:defRPr sz="1600">
                <a:latin typeface="+mj-lt"/>
              </a:defRPr>
            </a:lvl5pPr>
            <a:lvl6pPr marL="2286000" indent="0" algn="ctr">
              <a:buNone/>
              <a:defRPr sz="1600">
                <a:latin typeface="+mj-lt"/>
              </a:defRPr>
            </a:lvl6pPr>
            <a:lvl7pPr marL="2743200" indent="0" algn="ctr">
              <a:buNone/>
              <a:defRPr sz="1600">
                <a:latin typeface="+mj-lt"/>
              </a:defRPr>
            </a:lvl7pPr>
            <a:lvl8pPr marL="3200400" indent="0" algn="ctr">
              <a:buNone/>
              <a:defRPr sz="1600">
                <a:latin typeface="+mj-lt"/>
              </a:defRPr>
            </a:lvl8pPr>
            <a:lvl9pPr marL="3657600" indent="0" algn="ctr">
              <a:buNone/>
              <a:defRPr sz="1600">
                <a:latin typeface="+mj-lt"/>
              </a:defRPr>
            </a:lvl9pPr>
          </a:lstStyle>
          <a:p>
            <a:r>
              <a:rPr lang="en-US" dirty="0">
                <a:latin typeface="+mj-lt"/>
              </a:rPr>
              <a:t>Click to add subtitle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2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23"/>
            </p:custDataLst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24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10" name="公司名占位符 6"/>
          <p:cNvSpPr>
            <a:spLocks noGrp="1"/>
          </p:cNvSpPr>
          <p:nvPr>
            <p:ph type="body" sz="quarter" idx="13" hasCustomPrompt="1"/>
            <p:custDataLst>
              <p:tags r:id="rId25"/>
            </p:custDataLst>
          </p:nvPr>
        </p:nvSpPr>
        <p:spPr>
          <a:xfrm>
            <a:off x="838198" y="504000"/>
            <a:ext cx="2880000" cy="504000"/>
          </a:xfrm>
        </p:spPr>
        <p:txBody>
          <a:bodyPr wrap="square" anchor="ctr">
            <a:normAutofit/>
          </a:bodyPr>
          <a:lstStyle>
            <a:lvl1pPr marL="0" indent="0">
              <a:lnSpc>
                <a:spcPct val="100000"/>
              </a:lnSpc>
              <a:buNone/>
              <a:defRPr sz="1800"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26"/>
            </p:custDataLst>
          </p:nvPr>
        </p:nvSpPr>
        <p:spPr>
          <a:xfrm>
            <a:off x="839851" y="5116537"/>
            <a:ext cx="2880000" cy="57600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2"/>
              </a:gs>
              <a:gs pos="55000">
                <a:schemeClr val="accent1"/>
              </a:gs>
            </a:gsLst>
            <a:lin ang="2700000" scaled="1"/>
            <a:tileRect/>
          </a:gradFill>
          <a:effectLst>
            <a:outerShdw blurRad="101600" dist="101600" dir="2700000" algn="tl" rotWithShape="0">
              <a:schemeClr val="accent1">
                <a:alpha val="20000"/>
              </a:schemeClr>
            </a:outerShdw>
          </a:effectLst>
        </p:spPr>
        <p:txBody>
          <a:bodyPr wrap="square" lIns="0" tIns="0" rIns="0" bIns="0" anchor="ctr" anchorCtr="1">
            <a:normAutofit/>
          </a:bodyPr>
          <a:lstStyle>
            <a:lvl1pPr marL="0" indent="0" eaLnBrk="1" fontAlgn="auto" latinLnBrk="0" hangingPunct="1">
              <a:lnSpc>
                <a:spcPct val="90000"/>
              </a:lnSpc>
              <a:spcAft>
                <a:spcPts val="0"/>
              </a:spcAft>
              <a:buNone/>
              <a:defRPr lang="en-US" sz="1600" b="1" u="none" strike="noStrike" kern="1200" cap="none" spc="0" normalizeH="0" baseline="0" dirty="0">
                <a:solidFill>
                  <a:srgbClr val="FFFFFF"/>
                </a:solidFill>
                <a:uFillTx/>
                <a:latin typeface="+mn-lt"/>
              </a:defRPr>
            </a:lvl1pPr>
          </a:lstStyle>
          <a:p>
            <a:pPr marL="228600" lvl="0" indent="-228600" algn="ctr" fontAlgn="auto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6422">
                <a:schemeClr val="accent1">
                  <a:lumMod val="20000"/>
                  <a:lumOff val="80000"/>
                </a:schemeClr>
              </a:gs>
              <a:gs pos="53000">
                <a:schemeClr val="bg2"/>
              </a:gs>
              <a:gs pos="100000">
                <a:schemeClr val="bg1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/>
            <a:endParaRPr lang="en-US"/>
          </a:p>
        </p:txBody>
      </p:sp>
      <p:sp>
        <p:nvSpPr>
          <p:cNvPr id="8" name="椭圆 7"/>
          <p:cNvSpPr/>
          <p:nvPr userDrawn="1">
            <p:custDataLst>
              <p:tags r:id="rId3"/>
            </p:custDataLst>
          </p:nvPr>
        </p:nvSpPr>
        <p:spPr>
          <a:xfrm>
            <a:off x="6720054" y="3429000"/>
            <a:ext cx="3068676" cy="3068676"/>
          </a:xfrm>
          <a:prstGeom prst="ellipse">
            <a:avLst/>
          </a:prstGeom>
          <a:gradFill flip="none" rotWithShape="1">
            <a:gsLst>
              <a:gs pos="75000">
                <a:schemeClr val="accent2"/>
              </a:gs>
              <a:gs pos="0">
                <a:schemeClr val="accent2">
                  <a:alpha val="0"/>
                </a:schemeClr>
              </a:gs>
            </a:gsLst>
            <a:lin ang="13500000" scaled="1"/>
            <a:tileRect/>
          </a:gradFill>
          <a:ln>
            <a:noFill/>
          </a:ln>
          <a:effectLst>
            <a:softEdge rad="571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9" name="任意多边形: 形状 8"/>
          <p:cNvSpPr/>
          <p:nvPr userDrawn="1">
            <p:custDataLst>
              <p:tags r:id="rId4"/>
            </p:custDataLst>
          </p:nvPr>
        </p:nvSpPr>
        <p:spPr>
          <a:xfrm flipH="1" flipV="1">
            <a:off x="9258304" y="3925701"/>
            <a:ext cx="2933696" cy="2932298"/>
          </a:xfrm>
          <a:custGeom>
            <a:avLst/>
            <a:gdLst>
              <a:gd name="connsiteX0" fmla="*/ 0 w 1556484"/>
              <a:gd name="connsiteY0" fmla="*/ 0 h 1555743"/>
              <a:gd name="connsiteX1" fmla="*/ 1556484 w 1556484"/>
              <a:gd name="connsiteY1" fmla="*/ 0 h 1555743"/>
              <a:gd name="connsiteX2" fmla="*/ 1548919 w 1556484"/>
              <a:gd name="connsiteY2" fmla="*/ 149820 h 1555743"/>
              <a:gd name="connsiteX3" fmla="*/ 150601 w 1556484"/>
              <a:gd name="connsiteY3" fmla="*/ 1548138 h 1555743"/>
              <a:gd name="connsiteX4" fmla="*/ 0 w 1556484"/>
              <a:gd name="connsiteY4" fmla="*/ 1555743 h 1555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56484" h="1555743">
                <a:moveTo>
                  <a:pt x="0" y="0"/>
                </a:moveTo>
                <a:lnTo>
                  <a:pt x="1556484" y="0"/>
                </a:lnTo>
                <a:lnTo>
                  <a:pt x="1548919" y="149820"/>
                </a:lnTo>
                <a:cubicBezTo>
                  <a:pt x="1474043" y="887113"/>
                  <a:pt x="887894" y="1473262"/>
                  <a:pt x="150601" y="1548138"/>
                </a:cubicBezTo>
                <a:lnTo>
                  <a:pt x="0" y="1555743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50000"/>
                </a:schemeClr>
              </a:gs>
              <a:gs pos="57000">
                <a:schemeClr val="accent1">
                  <a:alpha val="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/>
            <a:endParaRPr lang="en-US"/>
          </a:p>
        </p:txBody>
      </p:sp>
      <p:sp>
        <p:nvSpPr>
          <p:cNvPr id="11" name="矩形: 圆角 10"/>
          <p:cNvSpPr/>
          <p:nvPr userDrawn="1">
            <p:custDataLst>
              <p:tags r:id="rId5"/>
            </p:custDataLst>
          </p:nvPr>
        </p:nvSpPr>
        <p:spPr>
          <a:xfrm>
            <a:off x="8278065" y="1016000"/>
            <a:ext cx="2933696" cy="5041900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12" name="椭圆 11"/>
          <p:cNvSpPr/>
          <p:nvPr userDrawn="1">
            <p:custDataLst>
              <p:tags r:id="rId6"/>
            </p:custDataLst>
          </p:nvPr>
        </p:nvSpPr>
        <p:spPr>
          <a:xfrm>
            <a:off x="10436678" y="5241025"/>
            <a:ext cx="1149564" cy="1149564"/>
          </a:xfrm>
          <a:prstGeom prst="ellipse">
            <a:avLst/>
          </a:prstGeom>
          <a:gradFill flip="none" rotWithShape="1">
            <a:gsLst>
              <a:gs pos="76000">
                <a:schemeClr val="accent2"/>
              </a:gs>
              <a:gs pos="0">
                <a:schemeClr val="accent2">
                  <a:alpha val="0"/>
                </a:schemeClr>
              </a:gs>
            </a:gsLst>
            <a:lin ang="13500000" scaled="1"/>
            <a:tileRect/>
          </a:gradFill>
          <a:ln>
            <a:noFill/>
          </a:ln>
          <a:effectLst>
            <a:softEdge rad="2540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13" name="矩形: 圆角 12"/>
          <p:cNvSpPr/>
          <p:nvPr userDrawn="1">
            <p:custDataLst>
              <p:tags r:id="rId7"/>
            </p:custDataLst>
          </p:nvPr>
        </p:nvSpPr>
        <p:spPr>
          <a:xfrm>
            <a:off x="7760848" y="1016000"/>
            <a:ext cx="2933696" cy="50419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15" name="弧形 14"/>
          <p:cNvSpPr/>
          <p:nvPr userDrawn="1">
            <p:custDataLst>
              <p:tags r:id="rId8"/>
            </p:custDataLst>
          </p:nvPr>
        </p:nvSpPr>
        <p:spPr>
          <a:xfrm rot="3870695">
            <a:off x="8401456" y="972063"/>
            <a:ext cx="1676873" cy="5677950"/>
          </a:xfrm>
          <a:prstGeom prst="arc">
            <a:avLst>
              <a:gd name="adj1" fmla="val 3401350"/>
              <a:gd name="adj2" fmla="val 6993367"/>
            </a:avLst>
          </a:prstGeom>
          <a:ln w="25400" cap="rnd">
            <a:solidFill>
              <a:schemeClr val="accent3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>
                <a:solidFill>
                  <a:schemeClr val="tx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16" name="弧形 15"/>
          <p:cNvSpPr/>
          <p:nvPr userDrawn="1">
            <p:custDataLst>
              <p:tags r:id="rId9"/>
            </p:custDataLst>
          </p:nvPr>
        </p:nvSpPr>
        <p:spPr>
          <a:xfrm rot="3870695">
            <a:off x="8401456" y="972063"/>
            <a:ext cx="1676873" cy="5677950"/>
          </a:xfrm>
          <a:prstGeom prst="arc">
            <a:avLst>
              <a:gd name="adj1" fmla="val 15447740"/>
              <a:gd name="adj2" fmla="val 19307839"/>
            </a:avLst>
          </a:prstGeom>
          <a:ln w="25400" cap="rnd">
            <a:solidFill>
              <a:schemeClr val="accent3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>
                <a:solidFill>
                  <a:schemeClr val="tx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17" name="图形 9"/>
          <p:cNvSpPr/>
          <p:nvPr userDrawn="1">
            <p:custDataLst>
              <p:tags r:id="rId10"/>
            </p:custDataLst>
          </p:nvPr>
        </p:nvSpPr>
        <p:spPr>
          <a:xfrm>
            <a:off x="7183547" y="1646415"/>
            <a:ext cx="372193" cy="372193"/>
          </a:xfrm>
          <a:custGeom>
            <a:avLst/>
            <a:gdLst>
              <a:gd name="connsiteX0" fmla="*/ 4846320 w 4846319"/>
              <a:gd name="connsiteY0" fmla="*/ 2423160 h 4846319"/>
              <a:gd name="connsiteX1" fmla="*/ 2423160 w 4846319"/>
              <a:gd name="connsiteY1" fmla="*/ 4846320 h 4846319"/>
              <a:gd name="connsiteX2" fmla="*/ 0 w 4846319"/>
              <a:gd name="connsiteY2" fmla="*/ 2423160 h 4846319"/>
              <a:gd name="connsiteX3" fmla="*/ 2423160 w 4846319"/>
              <a:gd name="connsiteY3" fmla="*/ 0 h 4846319"/>
              <a:gd name="connsiteX4" fmla="*/ 4846320 w 4846319"/>
              <a:gd name="connsiteY4" fmla="*/ 2423160 h 48463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46319" h="4846319">
                <a:moveTo>
                  <a:pt x="4846320" y="2423160"/>
                </a:moveTo>
                <a:cubicBezTo>
                  <a:pt x="3028950" y="2757773"/>
                  <a:pt x="2757773" y="3028950"/>
                  <a:pt x="2423160" y="4846320"/>
                </a:cubicBezTo>
                <a:cubicBezTo>
                  <a:pt x="2088547" y="3028950"/>
                  <a:pt x="1817370" y="2757773"/>
                  <a:pt x="0" y="2423160"/>
                </a:cubicBezTo>
                <a:cubicBezTo>
                  <a:pt x="1817370" y="2088547"/>
                  <a:pt x="2088547" y="1817370"/>
                  <a:pt x="2423160" y="0"/>
                </a:cubicBezTo>
                <a:cubicBezTo>
                  <a:pt x="2757773" y="1817370"/>
                  <a:pt x="3028950" y="2088547"/>
                  <a:pt x="4846320" y="2423160"/>
                </a:cubicBezTo>
                <a:close/>
              </a:path>
            </a:pathLst>
          </a:custGeom>
          <a:solidFill>
            <a:schemeClr val="accent2"/>
          </a:solidFill>
          <a:ln w="9525" cap="flat">
            <a:noFill/>
            <a:prstDash val="solid"/>
            <a:miter/>
          </a:ln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endParaRPr lang="en-US"/>
          </a:p>
        </p:txBody>
      </p:sp>
      <p:pic>
        <p:nvPicPr>
          <p:cNvPr id="21" name="图形 11"/>
          <p:cNvPicPr>
            <a:picLocks noChangeAspect="1"/>
          </p:cNvPicPr>
          <p:nvPr userDrawn="1">
            <p:custDataLst>
              <p:tags r:id="rId11"/>
            </p:custDataLst>
          </p:nvPr>
        </p:nvPicPr>
        <p:blipFill rotWithShape="1"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 b="15734"/>
          <a:stretch>
            <a:fillRect/>
          </a:stretch>
        </p:blipFill>
        <p:spPr>
          <a:xfrm>
            <a:off x="7915247" y="1806269"/>
            <a:ext cx="3203499" cy="4219741"/>
          </a:xfrm>
          <a:custGeom>
            <a:avLst/>
            <a:gdLst>
              <a:gd name="connsiteX0" fmla="*/ 0 w 2802798"/>
              <a:gd name="connsiteY0" fmla="*/ 0 h 3992193"/>
              <a:gd name="connsiteX1" fmla="*/ 2769449 w 2802798"/>
              <a:gd name="connsiteY1" fmla="*/ 0 h 3992193"/>
              <a:gd name="connsiteX2" fmla="*/ 2772997 w 2802798"/>
              <a:gd name="connsiteY2" fmla="*/ 13799 h 3992193"/>
              <a:gd name="connsiteX3" fmla="*/ 2802798 w 2802798"/>
              <a:gd name="connsiteY3" fmla="*/ 309420 h 3992193"/>
              <a:gd name="connsiteX4" fmla="*/ 2802798 w 2802798"/>
              <a:gd name="connsiteY4" fmla="*/ 2525345 h 3992193"/>
              <a:gd name="connsiteX5" fmla="*/ 1335950 w 2802798"/>
              <a:gd name="connsiteY5" fmla="*/ 3992193 h 3992193"/>
              <a:gd name="connsiteX6" fmla="*/ 46143 w 2802798"/>
              <a:gd name="connsiteY6" fmla="*/ 3224532 h 3992193"/>
              <a:gd name="connsiteX7" fmla="*/ 0 w 2802798"/>
              <a:gd name="connsiteY7" fmla="*/ 3128746 h 39921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802798" h="3992193">
                <a:moveTo>
                  <a:pt x="0" y="0"/>
                </a:moveTo>
                <a:lnTo>
                  <a:pt x="2769449" y="0"/>
                </a:lnTo>
                <a:lnTo>
                  <a:pt x="2772997" y="13799"/>
                </a:lnTo>
                <a:cubicBezTo>
                  <a:pt x="2792537" y="109287"/>
                  <a:pt x="2802798" y="208155"/>
                  <a:pt x="2802798" y="309420"/>
                </a:cubicBezTo>
                <a:lnTo>
                  <a:pt x="2802798" y="2525345"/>
                </a:lnTo>
                <a:cubicBezTo>
                  <a:pt x="2802798" y="3335463"/>
                  <a:pt x="2146068" y="3992193"/>
                  <a:pt x="1335950" y="3992193"/>
                </a:cubicBezTo>
                <a:cubicBezTo>
                  <a:pt x="778994" y="3992193"/>
                  <a:pt x="294538" y="3681786"/>
                  <a:pt x="46143" y="3224532"/>
                </a:cubicBezTo>
                <a:lnTo>
                  <a:pt x="0" y="3128746"/>
                </a:lnTo>
                <a:close/>
              </a:path>
            </a:pathLst>
          </a:custGeom>
        </p:spPr>
      </p:pic>
      <p:cxnSp>
        <p:nvCxnSpPr>
          <p:cNvPr id="25" name="直接连接符 24"/>
          <p:cNvCxnSpPr/>
          <p:nvPr userDrawn="1">
            <p:custDataLst>
              <p:tags r:id="rId14"/>
            </p:custDataLst>
          </p:nvPr>
        </p:nvCxnSpPr>
        <p:spPr>
          <a:xfrm>
            <a:off x="11122861" y="681237"/>
            <a:ext cx="212725" cy="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 userDrawn="1">
            <p:custDataLst>
              <p:tags r:id="rId15"/>
            </p:custDataLst>
          </p:nvPr>
        </p:nvCxnSpPr>
        <p:spPr>
          <a:xfrm>
            <a:off x="11122861" y="756802"/>
            <a:ext cx="212725" cy="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/>
          <p:cNvCxnSpPr/>
          <p:nvPr userDrawn="1">
            <p:custDataLst>
              <p:tags r:id="rId16"/>
            </p:custDataLst>
          </p:nvPr>
        </p:nvCxnSpPr>
        <p:spPr>
          <a:xfrm>
            <a:off x="11122861" y="833002"/>
            <a:ext cx="212725" cy="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任意多边形: 形状 27"/>
          <p:cNvSpPr/>
          <p:nvPr userDrawn="1">
            <p:custDataLst>
              <p:tags r:id="rId17"/>
            </p:custDataLst>
          </p:nvPr>
        </p:nvSpPr>
        <p:spPr>
          <a:xfrm>
            <a:off x="0" y="0"/>
            <a:ext cx="1848171" cy="1847290"/>
          </a:xfrm>
          <a:custGeom>
            <a:avLst/>
            <a:gdLst>
              <a:gd name="connsiteX0" fmla="*/ 0 w 1556484"/>
              <a:gd name="connsiteY0" fmla="*/ 0 h 1555743"/>
              <a:gd name="connsiteX1" fmla="*/ 1556484 w 1556484"/>
              <a:gd name="connsiteY1" fmla="*/ 0 h 1555743"/>
              <a:gd name="connsiteX2" fmla="*/ 1548919 w 1556484"/>
              <a:gd name="connsiteY2" fmla="*/ 149820 h 1555743"/>
              <a:gd name="connsiteX3" fmla="*/ 150601 w 1556484"/>
              <a:gd name="connsiteY3" fmla="*/ 1548138 h 1555743"/>
              <a:gd name="connsiteX4" fmla="*/ 0 w 1556484"/>
              <a:gd name="connsiteY4" fmla="*/ 1555743 h 1555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56484" h="1555743">
                <a:moveTo>
                  <a:pt x="0" y="0"/>
                </a:moveTo>
                <a:lnTo>
                  <a:pt x="1556484" y="0"/>
                </a:lnTo>
                <a:lnTo>
                  <a:pt x="1548919" y="149820"/>
                </a:lnTo>
                <a:cubicBezTo>
                  <a:pt x="1474043" y="887113"/>
                  <a:pt x="887894" y="1473262"/>
                  <a:pt x="150601" y="1548138"/>
                </a:cubicBezTo>
                <a:lnTo>
                  <a:pt x="0" y="1555743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50000"/>
                </a:schemeClr>
              </a:gs>
              <a:gs pos="57000">
                <a:schemeClr val="accent1">
                  <a:alpha val="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29" name="图形 9"/>
          <p:cNvSpPr/>
          <p:nvPr userDrawn="1">
            <p:custDataLst>
              <p:tags r:id="rId18"/>
            </p:custDataLst>
          </p:nvPr>
        </p:nvSpPr>
        <p:spPr>
          <a:xfrm>
            <a:off x="9860071" y="4209212"/>
            <a:ext cx="368576" cy="368576"/>
          </a:xfrm>
          <a:custGeom>
            <a:avLst/>
            <a:gdLst>
              <a:gd name="connsiteX0" fmla="*/ 4846320 w 4846319"/>
              <a:gd name="connsiteY0" fmla="*/ 2423160 h 4846319"/>
              <a:gd name="connsiteX1" fmla="*/ 2423160 w 4846319"/>
              <a:gd name="connsiteY1" fmla="*/ 4846320 h 4846319"/>
              <a:gd name="connsiteX2" fmla="*/ 0 w 4846319"/>
              <a:gd name="connsiteY2" fmla="*/ 2423160 h 4846319"/>
              <a:gd name="connsiteX3" fmla="*/ 2423160 w 4846319"/>
              <a:gd name="connsiteY3" fmla="*/ 0 h 4846319"/>
              <a:gd name="connsiteX4" fmla="*/ 4846320 w 4846319"/>
              <a:gd name="connsiteY4" fmla="*/ 2423160 h 48463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46319" h="4846319">
                <a:moveTo>
                  <a:pt x="4846320" y="2423160"/>
                </a:moveTo>
                <a:cubicBezTo>
                  <a:pt x="3028950" y="2757773"/>
                  <a:pt x="2757773" y="3028950"/>
                  <a:pt x="2423160" y="4846320"/>
                </a:cubicBezTo>
                <a:cubicBezTo>
                  <a:pt x="2088547" y="3028950"/>
                  <a:pt x="1817370" y="2757773"/>
                  <a:pt x="0" y="2423160"/>
                </a:cubicBezTo>
                <a:cubicBezTo>
                  <a:pt x="1817370" y="2088547"/>
                  <a:pt x="2088547" y="1817370"/>
                  <a:pt x="2423160" y="0"/>
                </a:cubicBezTo>
                <a:cubicBezTo>
                  <a:pt x="2757773" y="1817370"/>
                  <a:pt x="3028950" y="2088547"/>
                  <a:pt x="4846320" y="2423160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endParaRPr lang="en-US"/>
          </a:p>
        </p:txBody>
      </p:sp>
      <p:sp>
        <p:nvSpPr>
          <p:cNvPr id="19" name="图形 9"/>
          <p:cNvSpPr/>
          <p:nvPr userDrawn="1">
            <p:custDataLst>
              <p:tags r:id="rId19"/>
            </p:custDataLst>
          </p:nvPr>
        </p:nvSpPr>
        <p:spPr>
          <a:xfrm>
            <a:off x="7432806" y="1962602"/>
            <a:ext cx="651502" cy="651502"/>
          </a:xfrm>
          <a:custGeom>
            <a:avLst/>
            <a:gdLst>
              <a:gd name="connsiteX0" fmla="*/ 4846320 w 4846319"/>
              <a:gd name="connsiteY0" fmla="*/ 2423160 h 4846319"/>
              <a:gd name="connsiteX1" fmla="*/ 2423160 w 4846319"/>
              <a:gd name="connsiteY1" fmla="*/ 4846320 h 4846319"/>
              <a:gd name="connsiteX2" fmla="*/ 0 w 4846319"/>
              <a:gd name="connsiteY2" fmla="*/ 2423160 h 4846319"/>
              <a:gd name="connsiteX3" fmla="*/ 2423160 w 4846319"/>
              <a:gd name="connsiteY3" fmla="*/ 0 h 4846319"/>
              <a:gd name="connsiteX4" fmla="*/ 4846320 w 4846319"/>
              <a:gd name="connsiteY4" fmla="*/ 2423160 h 48463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46319" h="4846319">
                <a:moveTo>
                  <a:pt x="4846320" y="2423160"/>
                </a:moveTo>
                <a:cubicBezTo>
                  <a:pt x="3028950" y="2757773"/>
                  <a:pt x="2757773" y="3028950"/>
                  <a:pt x="2423160" y="4846320"/>
                </a:cubicBezTo>
                <a:cubicBezTo>
                  <a:pt x="2088547" y="3028950"/>
                  <a:pt x="1817370" y="2757773"/>
                  <a:pt x="0" y="2423160"/>
                </a:cubicBezTo>
                <a:cubicBezTo>
                  <a:pt x="1817370" y="2088547"/>
                  <a:pt x="2088547" y="1817370"/>
                  <a:pt x="2423160" y="0"/>
                </a:cubicBezTo>
                <a:cubicBezTo>
                  <a:pt x="2757773" y="1817370"/>
                  <a:pt x="3028950" y="2088547"/>
                  <a:pt x="4846320" y="2423160"/>
                </a:cubicBezTo>
                <a:close/>
              </a:path>
            </a:pathLst>
          </a:custGeom>
          <a:solidFill>
            <a:schemeClr val="accent2"/>
          </a:solidFill>
          <a:ln w="9525" cap="flat">
            <a:noFill/>
            <a:prstDash val="solid"/>
            <a:miter/>
          </a:ln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endParaRPr lang="en-US" dirty="0"/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0"/>
            </p:custDataLst>
          </p:nvPr>
        </p:nvSpPr>
        <p:spPr>
          <a:xfrm>
            <a:off x="838200" y="1121410"/>
            <a:ext cx="6345555" cy="2763520"/>
          </a:xfrm>
        </p:spPr>
        <p:txBody>
          <a:bodyPr wrap="square" anchor="b">
            <a:normAutofit/>
          </a:bodyPr>
          <a:lstStyle>
            <a:lvl1pPr algn="l">
              <a:lnSpc>
                <a:spcPct val="100000"/>
              </a:lnSpc>
              <a:defRPr sz="540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>
              <a:latin typeface="+mj-lt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21"/>
            </p:custDataLst>
          </p:nvPr>
        </p:nvSpPr>
        <p:spPr>
          <a:xfrm>
            <a:off x="838199" y="4009006"/>
            <a:ext cx="5935099" cy="862543"/>
          </a:xfrm>
        </p:spPr>
        <p:txBody>
          <a:bodyPr wrap="square">
            <a:normAutofit/>
          </a:bodyPr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000">
                <a:latin typeface="+mj-lt"/>
              </a:defRPr>
            </a:lvl2pPr>
            <a:lvl3pPr marL="914400" indent="0" algn="ctr">
              <a:buNone/>
              <a:defRPr sz="1800">
                <a:latin typeface="+mj-lt"/>
              </a:defRPr>
            </a:lvl3pPr>
            <a:lvl4pPr marL="1371600" indent="0" algn="ctr">
              <a:buNone/>
              <a:defRPr sz="1600">
                <a:latin typeface="+mj-lt"/>
              </a:defRPr>
            </a:lvl4pPr>
            <a:lvl5pPr marL="1828800" indent="0" algn="ctr">
              <a:buNone/>
              <a:defRPr sz="1600">
                <a:latin typeface="+mj-lt"/>
              </a:defRPr>
            </a:lvl5pPr>
            <a:lvl6pPr marL="2286000" indent="0" algn="ctr">
              <a:buNone/>
              <a:defRPr sz="1600">
                <a:latin typeface="+mj-lt"/>
              </a:defRPr>
            </a:lvl6pPr>
            <a:lvl7pPr marL="2743200" indent="0" algn="ctr">
              <a:buNone/>
              <a:defRPr sz="1600">
                <a:latin typeface="+mj-lt"/>
              </a:defRPr>
            </a:lvl7pPr>
            <a:lvl8pPr marL="3200400" indent="0" algn="ctr">
              <a:buNone/>
              <a:defRPr sz="1600">
                <a:latin typeface="+mj-lt"/>
              </a:defRPr>
            </a:lvl8pPr>
            <a:lvl9pPr marL="3657600" indent="0" algn="ctr">
              <a:buNone/>
              <a:defRPr sz="1600">
                <a:latin typeface="+mj-lt"/>
              </a:defRPr>
            </a:lvl9pPr>
          </a:lstStyle>
          <a:p>
            <a:r>
              <a:rPr lang="en-US" dirty="0">
                <a:latin typeface="+mj-lt"/>
              </a:rPr>
              <a:t>Click to add subtitle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2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23"/>
            </p:custDataLst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24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10" name="公司名占位符 6"/>
          <p:cNvSpPr>
            <a:spLocks noGrp="1"/>
          </p:cNvSpPr>
          <p:nvPr>
            <p:ph type="body" sz="quarter" idx="13" hasCustomPrompt="1"/>
            <p:custDataLst>
              <p:tags r:id="rId25"/>
            </p:custDataLst>
          </p:nvPr>
        </p:nvSpPr>
        <p:spPr>
          <a:xfrm>
            <a:off x="838198" y="504000"/>
            <a:ext cx="2880000" cy="504000"/>
          </a:xfrm>
        </p:spPr>
        <p:txBody>
          <a:bodyPr wrap="square" anchor="ctr">
            <a:normAutofit/>
          </a:bodyPr>
          <a:lstStyle>
            <a:lvl1pPr marL="0" indent="0">
              <a:lnSpc>
                <a:spcPct val="100000"/>
              </a:lnSpc>
              <a:buNone/>
              <a:defRPr sz="1800"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26"/>
            </p:custDataLst>
          </p:nvPr>
        </p:nvSpPr>
        <p:spPr>
          <a:xfrm>
            <a:off x="839851" y="5116537"/>
            <a:ext cx="2880000" cy="57600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2"/>
              </a:gs>
              <a:gs pos="55000">
                <a:schemeClr val="accent1"/>
              </a:gs>
            </a:gsLst>
            <a:lin ang="2700000" scaled="1"/>
            <a:tileRect/>
          </a:gradFill>
          <a:effectLst>
            <a:outerShdw blurRad="101600" dist="101600" dir="2700000" algn="tl" rotWithShape="0">
              <a:schemeClr val="accent1">
                <a:alpha val="20000"/>
              </a:schemeClr>
            </a:outerShdw>
          </a:effectLst>
        </p:spPr>
        <p:txBody>
          <a:bodyPr wrap="square" lIns="0" tIns="0" rIns="0" bIns="0" anchor="ctr" anchorCtr="1">
            <a:normAutofit/>
          </a:bodyPr>
          <a:lstStyle>
            <a:lvl1pPr marL="0" indent="0" eaLnBrk="1" fontAlgn="auto" latinLnBrk="0" hangingPunct="1">
              <a:lnSpc>
                <a:spcPct val="90000"/>
              </a:lnSpc>
              <a:spcAft>
                <a:spcPts val="0"/>
              </a:spcAft>
              <a:buNone/>
              <a:defRPr lang="en-US" sz="1600" b="1" u="none" strike="noStrike" kern="1200" cap="none" spc="0" normalizeH="0" baseline="0" dirty="0">
                <a:solidFill>
                  <a:srgbClr val="FFFFFF"/>
                </a:solidFill>
                <a:uFillTx/>
                <a:latin typeface="+mn-lt"/>
              </a:defRPr>
            </a:lvl1pPr>
          </a:lstStyle>
          <a:p>
            <a:pPr marL="228600" lvl="0" indent="-228600" algn="ctr" fontAlgn="auto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6422">
                <a:schemeClr val="accent1">
                  <a:lumMod val="20000"/>
                  <a:lumOff val="80000"/>
                </a:schemeClr>
              </a:gs>
              <a:gs pos="53000">
                <a:schemeClr val="bg2"/>
              </a:gs>
              <a:gs pos="100000">
                <a:schemeClr val="bg1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/>
            <a:endParaRPr lang="en-US"/>
          </a:p>
        </p:txBody>
      </p:sp>
      <p:sp>
        <p:nvSpPr>
          <p:cNvPr id="8" name="椭圆 7"/>
          <p:cNvSpPr/>
          <p:nvPr userDrawn="1">
            <p:custDataLst>
              <p:tags r:id="rId3"/>
            </p:custDataLst>
          </p:nvPr>
        </p:nvSpPr>
        <p:spPr>
          <a:xfrm>
            <a:off x="6720054" y="3429000"/>
            <a:ext cx="3068676" cy="3068676"/>
          </a:xfrm>
          <a:prstGeom prst="ellipse">
            <a:avLst/>
          </a:prstGeom>
          <a:gradFill flip="none" rotWithShape="1">
            <a:gsLst>
              <a:gs pos="75000">
                <a:schemeClr val="accent2"/>
              </a:gs>
              <a:gs pos="0">
                <a:schemeClr val="accent2">
                  <a:alpha val="0"/>
                </a:schemeClr>
              </a:gs>
            </a:gsLst>
            <a:lin ang="13500000" scaled="1"/>
            <a:tileRect/>
          </a:gradFill>
          <a:ln>
            <a:noFill/>
          </a:ln>
          <a:effectLst>
            <a:softEdge rad="571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9" name="任意多边形: 形状 8"/>
          <p:cNvSpPr/>
          <p:nvPr userDrawn="1">
            <p:custDataLst>
              <p:tags r:id="rId4"/>
            </p:custDataLst>
          </p:nvPr>
        </p:nvSpPr>
        <p:spPr>
          <a:xfrm flipH="1" flipV="1">
            <a:off x="9258304" y="3925701"/>
            <a:ext cx="2933696" cy="2932298"/>
          </a:xfrm>
          <a:custGeom>
            <a:avLst/>
            <a:gdLst>
              <a:gd name="connsiteX0" fmla="*/ 0 w 1556484"/>
              <a:gd name="connsiteY0" fmla="*/ 0 h 1555743"/>
              <a:gd name="connsiteX1" fmla="*/ 1556484 w 1556484"/>
              <a:gd name="connsiteY1" fmla="*/ 0 h 1555743"/>
              <a:gd name="connsiteX2" fmla="*/ 1548919 w 1556484"/>
              <a:gd name="connsiteY2" fmla="*/ 149820 h 1555743"/>
              <a:gd name="connsiteX3" fmla="*/ 150601 w 1556484"/>
              <a:gd name="connsiteY3" fmla="*/ 1548138 h 1555743"/>
              <a:gd name="connsiteX4" fmla="*/ 0 w 1556484"/>
              <a:gd name="connsiteY4" fmla="*/ 1555743 h 1555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56484" h="1555743">
                <a:moveTo>
                  <a:pt x="0" y="0"/>
                </a:moveTo>
                <a:lnTo>
                  <a:pt x="1556484" y="0"/>
                </a:lnTo>
                <a:lnTo>
                  <a:pt x="1548919" y="149820"/>
                </a:lnTo>
                <a:cubicBezTo>
                  <a:pt x="1474043" y="887113"/>
                  <a:pt x="887894" y="1473262"/>
                  <a:pt x="150601" y="1548138"/>
                </a:cubicBezTo>
                <a:lnTo>
                  <a:pt x="0" y="1555743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50000"/>
                </a:schemeClr>
              </a:gs>
              <a:gs pos="57000">
                <a:schemeClr val="accent1">
                  <a:alpha val="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/>
            <a:endParaRPr lang="en-US"/>
          </a:p>
        </p:txBody>
      </p:sp>
      <p:sp>
        <p:nvSpPr>
          <p:cNvPr id="11" name="矩形: 圆角 10"/>
          <p:cNvSpPr/>
          <p:nvPr userDrawn="1">
            <p:custDataLst>
              <p:tags r:id="rId5"/>
            </p:custDataLst>
          </p:nvPr>
        </p:nvSpPr>
        <p:spPr>
          <a:xfrm>
            <a:off x="8278065" y="1016000"/>
            <a:ext cx="2933696" cy="5041900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12" name="椭圆 11"/>
          <p:cNvSpPr/>
          <p:nvPr userDrawn="1">
            <p:custDataLst>
              <p:tags r:id="rId6"/>
            </p:custDataLst>
          </p:nvPr>
        </p:nvSpPr>
        <p:spPr>
          <a:xfrm>
            <a:off x="10436678" y="5241025"/>
            <a:ext cx="1149564" cy="1149564"/>
          </a:xfrm>
          <a:prstGeom prst="ellipse">
            <a:avLst/>
          </a:prstGeom>
          <a:gradFill flip="none" rotWithShape="1">
            <a:gsLst>
              <a:gs pos="76000">
                <a:schemeClr val="accent2"/>
              </a:gs>
              <a:gs pos="0">
                <a:schemeClr val="accent2">
                  <a:alpha val="0"/>
                </a:schemeClr>
              </a:gs>
            </a:gsLst>
            <a:lin ang="13500000" scaled="1"/>
            <a:tileRect/>
          </a:gradFill>
          <a:ln>
            <a:noFill/>
          </a:ln>
          <a:effectLst>
            <a:softEdge rad="2540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13" name="矩形: 圆角 12"/>
          <p:cNvSpPr/>
          <p:nvPr userDrawn="1">
            <p:custDataLst>
              <p:tags r:id="rId7"/>
            </p:custDataLst>
          </p:nvPr>
        </p:nvSpPr>
        <p:spPr>
          <a:xfrm>
            <a:off x="7760848" y="1016000"/>
            <a:ext cx="2933696" cy="50419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15" name="弧形 14"/>
          <p:cNvSpPr/>
          <p:nvPr userDrawn="1">
            <p:custDataLst>
              <p:tags r:id="rId8"/>
            </p:custDataLst>
          </p:nvPr>
        </p:nvSpPr>
        <p:spPr>
          <a:xfrm rot="3870695">
            <a:off x="8401456" y="972063"/>
            <a:ext cx="1676873" cy="5677950"/>
          </a:xfrm>
          <a:prstGeom prst="arc">
            <a:avLst>
              <a:gd name="adj1" fmla="val 3401350"/>
              <a:gd name="adj2" fmla="val 6993367"/>
            </a:avLst>
          </a:prstGeom>
          <a:ln w="25400" cap="rnd">
            <a:solidFill>
              <a:schemeClr val="accent3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>
                <a:solidFill>
                  <a:schemeClr val="tx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16" name="弧形 15"/>
          <p:cNvSpPr/>
          <p:nvPr userDrawn="1">
            <p:custDataLst>
              <p:tags r:id="rId9"/>
            </p:custDataLst>
          </p:nvPr>
        </p:nvSpPr>
        <p:spPr>
          <a:xfrm rot="3870695">
            <a:off x="8401456" y="972063"/>
            <a:ext cx="1676873" cy="5677950"/>
          </a:xfrm>
          <a:prstGeom prst="arc">
            <a:avLst>
              <a:gd name="adj1" fmla="val 15447740"/>
              <a:gd name="adj2" fmla="val 19307839"/>
            </a:avLst>
          </a:prstGeom>
          <a:ln w="25400" cap="rnd">
            <a:solidFill>
              <a:schemeClr val="accent3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>
                <a:solidFill>
                  <a:schemeClr val="tx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17" name="图形 9"/>
          <p:cNvSpPr/>
          <p:nvPr userDrawn="1">
            <p:custDataLst>
              <p:tags r:id="rId10"/>
            </p:custDataLst>
          </p:nvPr>
        </p:nvSpPr>
        <p:spPr>
          <a:xfrm>
            <a:off x="7183547" y="1646415"/>
            <a:ext cx="372193" cy="372193"/>
          </a:xfrm>
          <a:custGeom>
            <a:avLst/>
            <a:gdLst>
              <a:gd name="connsiteX0" fmla="*/ 4846320 w 4846319"/>
              <a:gd name="connsiteY0" fmla="*/ 2423160 h 4846319"/>
              <a:gd name="connsiteX1" fmla="*/ 2423160 w 4846319"/>
              <a:gd name="connsiteY1" fmla="*/ 4846320 h 4846319"/>
              <a:gd name="connsiteX2" fmla="*/ 0 w 4846319"/>
              <a:gd name="connsiteY2" fmla="*/ 2423160 h 4846319"/>
              <a:gd name="connsiteX3" fmla="*/ 2423160 w 4846319"/>
              <a:gd name="connsiteY3" fmla="*/ 0 h 4846319"/>
              <a:gd name="connsiteX4" fmla="*/ 4846320 w 4846319"/>
              <a:gd name="connsiteY4" fmla="*/ 2423160 h 48463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46319" h="4846319">
                <a:moveTo>
                  <a:pt x="4846320" y="2423160"/>
                </a:moveTo>
                <a:cubicBezTo>
                  <a:pt x="3028950" y="2757773"/>
                  <a:pt x="2757773" y="3028950"/>
                  <a:pt x="2423160" y="4846320"/>
                </a:cubicBezTo>
                <a:cubicBezTo>
                  <a:pt x="2088547" y="3028950"/>
                  <a:pt x="1817370" y="2757773"/>
                  <a:pt x="0" y="2423160"/>
                </a:cubicBezTo>
                <a:cubicBezTo>
                  <a:pt x="1817370" y="2088547"/>
                  <a:pt x="2088547" y="1817370"/>
                  <a:pt x="2423160" y="0"/>
                </a:cubicBezTo>
                <a:cubicBezTo>
                  <a:pt x="2757773" y="1817370"/>
                  <a:pt x="3028950" y="2088547"/>
                  <a:pt x="4846320" y="2423160"/>
                </a:cubicBezTo>
                <a:close/>
              </a:path>
            </a:pathLst>
          </a:custGeom>
          <a:solidFill>
            <a:schemeClr val="accent2"/>
          </a:solidFill>
          <a:ln w="9525" cap="flat">
            <a:noFill/>
            <a:prstDash val="solid"/>
            <a:miter/>
          </a:ln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endParaRPr lang="en-US"/>
          </a:p>
        </p:txBody>
      </p:sp>
      <p:pic>
        <p:nvPicPr>
          <p:cNvPr id="21" name="图形 11"/>
          <p:cNvPicPr>
            <a:picLocks noChangeAspect="1"/>
          </p:cNvPicPr>
          <p:nvPr userDrawn="1">
            <p:custDataLst>
              <p:tags r:id="rId11"/>
            </p:custDataLst>
          </p:nvPr>
        </p:nvPicPr>
        <p:blipFill rotWithShape="1"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 b="15734"/>
          <a:stretch>
            <a:fillRect/>
          </a:stretch>
        </p:blipFill>
        <p:spPr>
          <a:xfrm>
            <a:off x="7915247" y="1806269"/>
            <a:ext cx="3203499" cy="4219741"/>
          </a:xfrm>
          <a:custGeom>
            <a:avLst/>
            <a:gdLst>
              <a:gd name="connsiteX0" fmla="*/ 0 w 2802798"/>
              <a:gd name="connsiteY0" fmla="*/ 0 h 3992193"/>
              <a:gd name="connsiteX1" fmla="*/ 2769449 w 2802798"/>
              <a:gd name="connsiteY1" fmla="*/ 0 h 3992193"/>
              <a:gd name="connsiteX2" fmla="*/ 2772997 w 2802798"/>
              <a:gd name="connsiteY2" fmla="*/ 13799 h 3992193"/>
              <a:gd name="connsiteX3" fmla="*/ 2802798 w 2802798"/>
              <a:gd name="connsiteY3" fmla="*/ 309420 h 3992193"/>
              <a:gd name="connsiteX4" fmla="*/ 2802798 w 2802798"/>
              <a:gd name="connsiteY4" fmla="*/ 2525345 h 3992193"/>
              <a:gd name="connsiteX5" fmla="*/ 1335950 w 2802798"/>
              <a:gd name="connsiteY5" fmla="*/ 3992193 h 3992193"/>
              <a:gd name="connsiteX6" fmla="*/ 46143 w 2802798"/>
              <a:gd name="connsiteY6" fmla="*/ 3224532 h 3992193"/>
              <a:gd name="connsiteX7" fmla="*/ 0 w 2802798"/>
              <a:gd name="connsiteY7" fmla="*/ 3128746 h 39921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802798" h="3992193">
                <a:moveTo>
                  <a:pt x="0" y="0"/>
                </a:moveTo>
                <a:lnTo>
                  <a:pt x="2769449" y="0"/>
                </a:lnTo>
                <a:lnTo>
                  <a:pt x="2772997" y="13799"/>
                </a:lnTo>
                <a:cubicBezTo>
                  <a:pt x="2792537" y="109287"/>
                  <a:pt x="2802798" y="208155"/>
                  <a:pt x="2802798" y="309420"/>
                </a:cubicBezTo>
                <a:lnTo>
                  <a:pt x="2802798" y="2525345"/>
                </a:lnTo>
                <a:cubicBezTo>
                  <a:pt x="2802798" y="3335463"/>
                  <a:pt x="2146068" y="3992193"/>
                  <a:pt x="1335950" y="3992193"/>
                </a:cubicBezTo>
                <a:cubicBezTo>
                  <a:pt x="778994" y="3992193"/>
                  <a:pt x="294538" y="3681786"/>
                  <a:pt x="46143" y="3224532"/>
                </a:cubicBezTo>
                <a:lnTo>
                  <a:pt x="0" y="3128746"/>
                </a:lnTo>
                <a:close/>
              </a:path>
            </a:pathLst>
          </a:custGeom>
        </p:spPr>
      </p:pic>
      <p:cxnSp>
        <p:nvCxnSpPr>
          <p:cNvPr id="25" name="直接连接符 24"/>
          <p:cNvCxnSpPr/>
          <p:nvPr userDrawn="1">
            <p:custDataLst>
              <p:tags r:id="rId14"/>
            </p:custDataLst>
          </p:nvPr>
        </p:nvCxnSpPr>
        <p:spPr>
          <a:xfrm>
            <a:off x="11122861" y="681237"/>
            <a:ext cx="212725" cy="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 userDrawn="1">
            <p:custDataLst>
              <p:tags r:id="rId15"/>
            </p:custDataLst>
          </p:nvPr>
        </p:nvCxnSpPr>
        <p:spPr>
          <a:xfrm>
            <a:off x="11122861" y="756802"/>
            <a:ext cx="212725" cy="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/>
          <p:cNvCxnSpPr/>
          <p:nvPr userDrawn="1">
            <p:custDataLst>
              <p:tags r:id="rId16"/>
            </p:custDataLst>
          </p:nvPr>
        </p:nvCxnSpPr>
        <p:spPr>
          <a:xfrm>
            <a:off x="11122861" y="833002"/>
            <a:ext cx="212725" cy="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任意多边形: 形状 27"/>
          <p:cNvSpPr/>
          <p:nvPr userDrawn="1">
            <p:custDataLst>
              <p:tags r:id="rId17"/>
            </p:custDataLst>
          </p:nvPr>
        </p:nvSpPr>
        <p:spPr>
          <a:xfrm>
            <a:off x="0" y="0"/>
            <a:ext cx="1848171" cy="1847290"/>
          </a:xfrm>
          <a:custGeom>
            <a:avLst/>
            <a:gdLst>
              <a:gd name="connsiteX0" fmla="*/ 0 w 1556484"/>
              <a:gd name="connsiteY0" fmla="*/ 0 h 1555743"/>
              <a:gd name="connsiteX1" fmla="*/ 1556484 w 1556484"/>
              <a:gd name="connsiteY1" fmla="*/ 0 h 1555743"/>
              <a:gd name="connsiteX2" fmla="*/ 1548919 w 1556484"/>
              <a:gd name="connsiteY2" fmla="*/ 149820 h 1555743"/>
              <a:gd name="connsiteX3" fmla="*/ 150601 w 1556484"/>
              <a:gd name="connsiteY3" fmla="*/ 1548138 h 1555743"/>
              <a:gd name="connsiteX4" fmla="*/ 0 w 1556484"/>
              <a:gd name="connsiteY4" fmla="*/ 1555743 h 1555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56484" h="1555743">
                <a:moveTo>
                  <a:pt x="0" y="0"/>
                </a:moveTo>
                <a:lnTo>
                  <a:pt x="1556484" y="0"/>
                </a:lnTo>
                <a:lnTo>
                  <a:pt x="1548919" y="149820"/>
                </a:lnTo>
                <a:cubicBezTo>
                  <a:pt x="1474043" y="887113"/>
                  <a:pt x="887894" y="1473262"/>
                  <a:pt x="150601" y="1548138"/>
                </a:cubicBezTo>
                <a:lnTo>
                  <a:pt x="0" y="1555743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50000"/>
                </a:schemeClr>
              </a:gs>
              <a:gs pos="57000">
                <a:schemeClr val="accent1">
                  <a:alpha val="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29" name="图形 9"/>
          <p:cNvSpPr/>
          <p:nvPr userDrawn="1">
            <p:custDataLst>
              <p:tags r:id="rId18"/>
            </p:custDataLst>
          </p:nvPr>
        </p:nvSpPr>
        <p:spPr>
          <a:xfrm>
            <a:off x="9860071" y="4209212"/>
            <a:ext cx="368576" cy="368576"/>
          </a:xfrm>
          <a:custGeom>
            <a:avLst/>
            <a:gdLst>
              <a:gd name="connsiteX0" fmla="*/ 4846320 w 4846319"/>
              <a:gd name="connsiteY0" fmla="*/ 2423160 h 4846319"/>
              <a:gd name="connsiteX1" fmla="*/ 2423160 w 4846319"/>
              <a:gd name="connsiteY1" fmla="*/ 4846320 h 4846319"/>
              <a:gd name="connsiteX2" fmla="*/ 0 w 4846319"/>
              <a:gd name="connsiteY2" fmla="*/ 2423160 h 4846319"/>
              <a:gd name="connsiteX3" fmla="*/ 2423160 w 4846319"/>
              <a:gd name="connsiteY3" fmla="*/ 0 h 4846319"/>
              <a:gd name="connsiteX4" fmla="*/ 4846320 w 4846319"/>
              <a:gd name="connsiteY4" fmla="*/ 2423160 h 48463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46319" h="4846319">
                <a:moveTo>
                  <a:pt x="4846320" y="2423160"/>
                </a:moveTo>
                <a:cubicBezTo>
                  <a:pt x="3028950" y="2757773"/>
                  <a:pt x="2757773" y="3028950"/>
                  <a:pt x="2423160" y="4846320"/>
                </a:cubicBezTo>
                <a:cubicBezTo>
                  <a:pt x="2088547" y="3028950"/>
                  <a:pt x="1817370" y="2757773"/>
                  <a:pt x="0" y="2423160"/>
                </a:cubicBezTo>
                <a:cubicBezTo>
                  <a:pt x="1817370" y="2088547"/>
                  <a:pt x="2088547" y="1817370"/>
                  <a:pt x="2423160" y="0"/>
                </a:cubicBezTo>
                <a:cubicBezTo>
                  <a:pt x="2757773" y="1817370"/>
                  <a:pt x="3028950" y="2088547"/>
                  <a:pt x="4846320" y="2423160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endParaRPr lang="en-US"/>
          </a:p>
        </p:txBody>
      </p:sp>
      <p:sp>
        <p:nvSpPr>
          <p:cNvPr id="19" name="图形 9"/>
          <p:cNvSpPr/>
          <p:nvPr userDrawn="1">
            <p:custDataLst>
              <p:tags r:id="rId19"/>
            </p:custDataLst>
          </p:nvPr>
        </p:nvSpPr>
        <p:spPr>
          <a:xfrm>
            <a:off x="7432806" y="1962602"/>
            <a:ext cx="651502" cy="651502"/>
          </a:xfrm>
          <a:custGeom>
            <a:avLst/>
            <a:gdLst>
              <a:gd name="connsiteX0" fmla="*/ 4846320 w 4846319"/>
              <a:gd name="connsiteY0" fmla="*/ 2423160 h 4846319"/>
              <a:gd name="connsiteX1" fmla="*/ 2423160 w 4846319"/>
              <a:gd name="connsiteY1" fmla="*/ 4846320 h 4846319"/>
              <a:gd name="connsiteX2" fmla="*/ 0 w 4846319"/>
              <a:gd name="connsiteY2" fmla="*/ 2423160 h 4846319"/>
              <a:gd name="connsiteX3" fmla="*/ 2423160 w 4846319"/>
              <a:gd name="connsiteY3" fmla="*/ 0 h 4846319"/>
              <a:gd name="connsiteX4" fmla="*/ 4846320 w 4846319"/>
              <a:gd name="connsiteY4" fmla="*/ 2423160 h 48463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46319" h="4846319">
                <a:moveTo>
                  <a:pt x="4846320" y="2423160"/>
                </a:moveTo>
                <a:cubicBezTo>
                  <a:pt x="3028950" y="2757773"/>
                  <a:pt x="2757773" y="3028950"/>
                  <a:pt x="2423160" y="4846320"/>
                </a:cubicBezTo>
                <a:cubicBezTo>
                  <a:pt x="2088547" y="3028950"/>
                  <a:pt x="1817370" y="2757773"/>
                  <a:pt x="0" y="2423160"/>
                </a:cubicBezTo>
                <a:cubicBezTo>
                  <a:pt x="1817370" y="2088547"/>
                  <a:pt x="2088547" y="1817370"/>
                  <a:pt x="2423160" y="0"/>
                </a:cubicBezTo>
                <a:cubicBezTo>
                  <a:pt x="2757773" y="1817370"/>
                  <a:pt x="3028950" y="2088547"/>
                  <a:pt x="4846320" y="2423160"/>
                </a:cubicBezTo>
                <a:close/>
              </a:path>
            </a:pathLst>
          </a:custGeom>
          <a:solidFill>
            <a:schemeClr val="accent2"/>
          </a:solidFill>
          <a:ln w="9525" cap="flat">
            <a:noFill/>
            <a:prstDash val="solid"/>
            <a:miter/>
          </a:ln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endParaRPr lang="en-US" dirty="0"/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0"/>
            </p:custDataLst>
          </p:nvPr>
        </p:nvSpPr>
        <p:spPr>
          <a:xfrm>
            <a:off x="838200" y="1121410"/>
            <a:ext cx="6345555" cy="2763520"/>
          </a:xfrm>
        </p:spPr>
        <p:txBody>
          <a:bodyPr wrap="square" anchor="b">
            <a:normAutofit/>
          </a:bodyPr>
          <a:lstStyle>
            <a:lvl1pPr algn="l">
              <a:lnSpc>
                <a:spcPct val="100000"/>
              </a:lnSpc>
              <a:defRPr sz="540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>
              <a:latin typeface="+mj-lt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21"/>
            </p:custDataLst>
          </p:nvPr>
        </p:nvSpPr>
        <p:spPr>
          <a:xfrm>
            <a:off x="838199" y="4009006"/>
            <a:ext cx="5935099" cy="862543"/>
          </a:xfrm>
        </p:spPr>
        <p:txBody>
          <a:bodyPr wrap="square">
            <a:normAutofit/>
          </a:bodyPr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000">
                <a:latin typeface="+mj-lt"/>
              </a:defRPr>
            </a:lvl2pPr>
            <a:lvl3pPr marL="914400" indent="0" algn="ctr">
              <a:buNone/>
              <a:defRPr sz="1800">
                <a:latin typeface="+mj-lt"/>
              </a:defRPr>
            </a:lvl3pPr>
            <a:lvl4pPr marL="1371600" indent="0" algn="ctr">
              <a:buNone/>
              <a:defRPr sz="1600">
                <a:latin typeface="+mj-lt"/>
              </a:defRPr>
            </a:lvl4pPr>
            <a:lvl5pPr marL="1828800" indent="0" algn="ctr">
              <a:buNone/>
              <a:defRPr sz="1600">
                <a:latin typeface="+mj-lt"/>
              </a:defRPr>
            </a:lvl5pPr>
            <a:lvl6pPr marL="2286000" indent="0" algn="ctr">
              <a:buNone/>
              <a:defRPr sz="1600">
                <a:latin typeface="+mj-lt"/>
              </a:defRPr>
            </a:lvl6pPr>
            <a:lvl7pPr marL="2743200" indent="0" algn="ctr">
              <a:buNone/>
              <a:defRPr sz="1600">
                <a:latin typeface="+mj-lt"/>
              </a:defRPr>
            </a:lvl7pPr>
            <a:lvl8pPr marL="3200400" indent="0" algn="ctr">
              <a:buNone/>
              <a:defRPr sz="1600">
                <a:latin typeface="+mj-lt"/>
              </a:defRPr>
            </a:lvl8pPr>
            <a:lvl9pPr marL="3657600" indent="0" algn="ctr">
              <a:buNone/>
              <a:defRPr sz="1600">
                <a:latin typeface="+mj-lt"/>
              </a:defRPr>
            </a:lvl9pPr>
          </a:lstStyle>
          <a:p>
            <a:r>
              <a:rPr lang="en-US" dirty="0">
                <a:latin typeface="+mj-lt"/>
              </a:rPr>
              <a:t>Click to add subtitle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2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23"/>
            </p:custDataLst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24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10" name="公司名占位符 6"/>
          <p:cNvSpPr>
            <a:spLocks noGrp="1"/>
          </p:cNvSpPr>
          <p:nvPr>
            <p:ph type="body" sz="quarter" idx="13" hasCustomPrompt="1"/>
            <p:custDataLst>
              <p:tags r:id="rId25"/>
            </p:custDataLst>
          </p:nvPr>
        </p:nvSpPr>
        <p:spPr>
          <a:xfrm>
            <a:off x="838198" y="504000"/>
            <a:ext cx="2880000" cy="504000"/>
          </a:xfrm>
        </p:spPr>
        <p:txBody>
          <a:bodyPr wrap="square" anchor="ctr">
            <a:normAutofit/>
          </a:bodyPr>
          <a:lstStyle>
            <a:lvl1pPr marL="0" indent="0">
              <a:lnSpc>
                <a:spcPct val="100000"/>
              </a:lnSpc>
              <a:buNone/>
              <a:defRPr sz="1800"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26"/>
            </p:custDataLst>
          </p:nvPr>
        </p:nvSpPr>
        <p:spPr>
          <a:xfrm>
            <a:off x="839851" y="5116537"/>
            <a:ext cx="2880000" cy="57600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2"/>
              </a:gs>
              <a:gs pos="55000">
                <a:schemeClr val="accent1"/>
              </a:gs>
            </a:gsLst>
            <a:lin ang="2700000" scaled="1"/>
            <a:tileRect/>
          </a:gradFill>
          <a:effectLst>
            <a:outerShdw blurRad="101600" dist="101600" dir="2700000" algn="tl" rotWithShape="0">
              <a:schemeClr val="accent1">
                <a:alpha val="20000"/>
              </a:schemeClr>
            </a:outerShdw>
          </a:effectLst>
        </p:spPr>
        <p:txBody>
          <a:bodyPr wrap="square" lIns="0" tIns="0" rIns="0" bIns="0" anchor="ctr" anchorCtr="1">
            <a:normAutofit/>
          </a:bodyPr>
          <a:lstStyle>
            <a:lvl1pPr marL="0" indent="0" eaLnBrk="1" fontAlgn="auto" latinLnBrk="0" hangingPunct="1">
              <a:lnSpc>
                <a:spcPct val="90000"/>
              </a:lnSpc>
              <a:spcAft>
                <a:spcPts val="0"/>
              </a:spcAft>
              <a:buNone/>
              <a:defRPr lang="en-US" sz="1600" b="1" u="none" strike="noStrike" kern="1200" cap="none" spc="0" normalizeH="0" baseline="0" dirty="0">
                <a:solidFill>
                  <a:srgbClr val="FFFFFF"/>
                </a:solidFill>
                <a:uFillTx/>
                <a:latin typeface="+mn-lt"/>
              </a:defRPr>
            </a:lvl1pPr>
          </a:lstStyle>
          <a:p>
            <a:pPr marL="228600" lvl="0" indent="-228600" algn="ctr" fontAlgn="auto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6422">
                <a:schemeClr val="accent1">
                  <a:lumMod val="20000"/>
                  <a:lumOff val="80000"/>
                </a:schemeClr>
              </a:gs>
              <a:gs pos="53000">
                <a:schemeClr val="bg2"/>
              </a:gs>
              <a:gs pos="100000">
                <a:schemeClr val="bg1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/>
            <a:endParaRPr lang="en-US"/>
          </a:p>
        </p:txBody>
      </p:sp>
      <p:sp>
        <p:nvSpPr>
          <p:cNvPr id="8" name="椭圆 7"/>
          <p:cNvSpPr/>
          <p:nvPr userDrawn="1">
            <p:custDataLst>
              <p:tags r:id="rId3"/>
            </p:custDataLst>
          </p:nvPr>
        </p:nvSpPr>
        <p:spPr>
          <a:xfrm>
            <a:off x="6720054" y="3429000"/>
            <a:ext cx="3068676" cy="3068676"/>
          </a:xfrm>
          <a:prstGeom prst="ellipse">
            <a:avLst/>
          </a:prstGeom>
          <a:gradFill flip="none" rotWithShape="1">
            <a:gsLst>
              <a:gs pos="75000">
                <a:schemeClr val="accent2"/>
              </a:gs>
              <a:gs pos="0">
                <a:schemeClr val="accent2">
                  <a:alpha val="0"/>
                </a:schemeClr>
              </a:gs>
            </a:gsLst>
            <a:lin ang="13500000" scaled="1"/>
            <a:tileRect/>
          </a:gradFill>
          <a:ln>
            <a:noFill/>
          </a:ln>
          <a:effectLst>
            <a:softEdge rad="571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9" name="任意多边形: 形状 8"/>
          <p:cNvSpPr/>
          <p:nvPr userDrawn="1">
            <p:custDataLst>
              <p:tags r:id="rId4"/>
            </p:custDataLst>
          </p:nvPr>
        </p:nvSpPr>
        <p:spPr>
          <a:xfrm flipH="1" flipV="1">
            <a:off x="9258304" y="3925701"/>
            <a:ext cx="2933696" cy="2932298"/>
          </a:xfrm>
          <a:custGeom>
            <a:avLst/>
            <a:gdLst>
              <a:gd name="connsiteX0" fmla="*/ 0 w 1556484"/>
              <a:gd name="connsiteY0" fmla="*/ 0 h 1555743"/>
              <a:gd name="connsiteX1" fmla="*/ 1556484 w 1556484"/>
              <a:gd name="connsiteY1" fmla="*/ 0 h 1555743"/>
              <a:gd name="connsiteX2" fmla="*/ 1548919 w 1556484"/>
              <a:gd name="connsiteY2" fmla="*/ 149820 h 1555743"/>
              <a:gd name="connsiteX3" fmla="*/ 150601 w 1556484"/>
              <a:gd name="connsiteY3" fmla="*/ 1548138 h 1555743"/>
              <a:gd name="connsiteX4" fmla="*/ 0 w 1556484"/>
              <a:gd name="connsiteY4" fmla="*/ 1555743 h 1555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56484" h="1555743">
                <a:moveTo>
                  <a:pt x="0" y="0"/>
                </a:moveTo>
                <a:lnTo>
                  <a:pt x="1556484" y="0"/>
                </a:lnTo>
                <a:lnTo>
                  <a:pt x="1548919" y="149820"/>
                </a:lnTo>
                <a:cubicBezTo>
                  <a:pt x="1474043" y="887113"/>
                  <a:pt x="887894" y="1473262"/>
                  <a:pt x="150601" y="1548138"/>
                </a:cubicBezTo>
                <a:lnTo>
                  <a:pt x="0" y="1555743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50000"/>
                </a:schemeClr>
              </a:gs>
              <a:gs pos="57000">
                <a:schemeClr val="accent1">
                  <a:alpha val="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/>
            <a:endParaRPr lang="en-US"/>
          </a:p>
        </p:txBody>
      </p:sp>
      <p:sp>
        <p:nvSpPr>
          <p:cNvPr id="11" name="矩形: 圆角 10"/>
          <p:cNvSpPr/>
          <p:nvPr userDrawn="1">
            <p:custDataLst>
              <p:tags r:id="rId5"/>
            </p:custDataLst>
          </p:nvPr>
        </p:nvSpPr>
        <p:spPr>
          <a:xfrm>
            <a:off x="8278065" y="1016000"/>
            <a:ext cx="2933696" cy="5041900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12" name="椭圆 11"/>
          <p:cNvSpPr/>
          <p:nvPr userDrawn="1">
            <p:custDataLst>
              <p:tags r:id="rId6"/>
            </p:custDataLst>
          </p:nvPr>
        </p:nvSpPr>
        <p:spPr>
          <a:xfrm>
            <a:off x="10436678" y="5241025"/>
            <a:ext cx="1149564" cy="1149564"/>
          </a:xfrm>
          <a:prstGeom prst="ellipse">
            <a:avLst/>
          </a:prstGeom>
          <a:gradFill flip="none" rotWithShape="1">
            <a:gsLst>
              <a:gs pos="76000">
                <a:schemeClr val="accent2"/>
              </a:gs>
              <a:gs pos="0">
                <a:schemeClr val="accent2">
                  <a:alpha val="0"/>
                </a:schemeClr>
              </a:gs>
            </a:gsLst>
            <a:lin ang="13500000" scaled="1"/>
            <a:tileRect/>
          </a:gradFill>
          <a:ln>
            <a:noFill/>
          </a:ln>
          <a:effectLst>
            <a:softEdge rad="2540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13" name="矩形: 圆角 12"/>
          <p:cNvSpPr/>
          <p:nvPr userDrawn="1">
            <p:custDataLst>
              <p:tags r:id="rId7"/>
            </p:custDataLst>
          </p:nvPr>
        </p:nvSpPr>
        <p:spPr>
          <a:xfrm>
            <a:off x="7760848" y="1016000"/>
            <a:ext cx="2933696" cy="50419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15" name="弧形 14"/>
          <p:cNvSpPr/>
          <p:nvPr userDrawn="1">
            <p:custDataLst>
              <p:tags r:id="rId8"/>
            </p:custDataLst>
          </p:nvPr>
        </p:nvSpPr>
        <p:spPr>
          <a:xfrm rot="3870695">
            <a:off x="8401456" y="972063"/>
            <a:ext cx="1676873" cy="5677950"/>
          </a:xfrm>
          <a:prstGeom prst="arc">
            <a:avLst>
              <a:gd name="adj1" fmla="val 3401350"/>
              <a:gd name="adj2" fmla="val 6993367"/>
            </a:avLst>
          </a:prstGeom>
          <a:ln w="25400" cap="rnd">
            <a:solidFill>
              <a:schemeClr val="accent3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>
                <a:solidFill>
                  <a:schemeClr val="tx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16" name="弧形 15"/>
          <p:cNvSpPr/>
          <p:nvPr userDrawn="1">
            <p:custDataLst>
              <p:tags r:id="rId9"/>
            </p:custDataLst>
          </p:nvPr>
        </p:nvSpPr>
        <p:spPr>
          <a:xfrm rot="3870695">
            <a:off x="8401456" y="972063"/>
            <a:ext cx="1676873" cy="5677950"/>
          </a:xfrm>
          <a:prstGeom prst="arc">
            <a:avLst>
              <a:gd name="adj1" fmla="val 15447740"/>
              <a:gd name="adj2" fmla="val 19307839"/>
            </a:avLst>
          </a:prstGeom>
          <a:ln w="25400" cap="rnd">
            <a:solidFill>
              <a:schemeClr val="accent3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>
                <a:solidFill>
                  <a:schemeClr val="tx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17" name="图形 9"/>
          <p:cNvSpPr/>
          <p:nvPr userDrawn="1">
            <p:custDataLst>
              <p:tags r:id="rId10"/>
            </p:custDataLst>
          </p:nvPr>
        </p:nvSpPr>
        <p:spPr>
          <a:xfrm>
            <a:off x="7183547" y="1646415"/>
            <a:ext cx="372193" cy="372193"/>
          </a:xfrm>
          <a:custGeom>
            <a:avLst/>
            <a:gdLst>
              <a:gd name="connsiteX0" fmla="*/ 4846320 w 4846319"/>
              <a:gd name="connsiteY0" fmla="*/ 2423160 h 4846319"/>
              <a:gd name="connsiteX1" fmla="*/ 2423160 w 4846319"/>
              <a:gd name="connsiteY1" fmla="*/ 4846320 h 4846319"/>
              <a:gd name="connsiteX2" fmla="*/ 0 w 4846319"/>
              <a:gd name="connsiteY2" fmla="*/ 2423160 h 4846319"/>
              <a:gd name="connsiteX3" fmla="*/ 2423160 w 4846319"/>
              <a:gd name="connsiteY3" fmla="*/ 0 h 4846319"/>
              <a:gd name="connsiteX4" fmla="*/ 4846320 w 4846319"/>
              <a:gd name="connsiteY4" fmla="*/ 2423160 h 48463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46319" h="4846319">
                <a:moveTo>
                  <a:pt x="4846320" y="2423160"/>
                </a:moveTo>
                <a:cubicBezTo>
                  <a:pt x="3028950" y="2757773"/>
                  <a:pt x="2757773" y="3028950"/>
                  <a:pt x="2423160" y="4846320"/>
                </a:cubicBezTo>
                <a:cubicBezTo>
                  <a:pt x="2088547" y="3028950"/>
                  <a:pt x="1817370" y="2757773"/>
                  <a:pt x="0" y="2423160"/>
                </a:cubicBezTo>
                <a:cubicBezTo>
                  <a:pt x="1817370" y="2088547"/>
                  <a:pt x="2088547" y="1817370"/>
                  <a:pt x="2423160" y="0"/>
                </a:cubicBezTo>
                <a:cubicBezTo>
                  <a:pt x="2757773" y="1817370"/>
                  <a:pt x="3028950" y="2088547"/>
                  <a:pt x="4846320" y="2423160"/>
                </a:cubicBezTo>
                <a:close/>
              </a:path>
            </a:pathLst>
          </a:custGeom>
          <a:solidFill>
            <a:schemeClr val="accent2"/>
          </a:solidFill>
          <a:ln w="9525" cap="flat">
            <a:noFill/>
            <a:prstDash val="solid"/>
            <a:miter/>
          </a:ln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endParaRPr lang="en-US"/>
          </a:p>
        </p:txBody>
      </p:sp>
      <p:pic>
        <p:nvPicPr>
          <p:cNvPr id="21" name="图形 11"/>
          <p:cNvPicPr>
            <a:picLocks noChangeAspect="1"/>
          </p:cNvPicPr>
          <p:nvPr userDrawn="1">
            <p:custDataLst>
              <p:tags r:id="rId11"/>
            </p:custDataLst>
          </p:nvPr>
        </p:nvPicPr>
        <p:blipFill rotWithShape="1"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 b="15734"/>
          <a:stretch>
            <a:fillRect/>
          </a:stretch>
        </p:blipFill>
        <p:spPr>
          <a:xfrm>
            <a:off x="7915247" y="1806269"/>
            <a:ext cx="3203499" cy="4219741"/>
          </a:xfrm>
          <a:custGeom>
            <a:avLst/>
            <a:gdLst>
              <a:gd name="connsiteX0" fmla="*/ 0 w 2802798"/>
              <a:gd name="connsiteY0" fmla="*/ 0 h 3992193"/>
              <a:gd name="connsiteX1" fmla="*/ 2769449 w 2802798"/>
              <a:gd name="connsiteY1" fmla="*/ 0 h 3992193"/>
              <a:gd name="connsiteX2" fmla="*/ 2772997 w 2802798"/>
              <a:gd name="connsiteY2" fmla="*/ 13799 h 3992193"/>
              <a:gd name="connsiteX3" fmla="*/ 2802798 w 2802798"/>
              <a:gd name="connsiteY3" fmla="*/ 309420 h 3992193"/>
              <a:gd name="connsiteX4" fmla="*/ 2802798 w 2802798"/>
              <a:gd name="connsiteY4" fmla="*/ 2525345 h 3992193"/>
              <a:gd name="connsiteX5" fmla="*/ 1335950 w 2802798"/>
              <a:gd name="connsiteY5" fmla="*/ 3992193 h 3992193"/>
              <a:gd name="connsiteX6" fmla="*/ 46143 w 2802798"/>
              <a:gd name="connsiteY6" fmla="*/ 3224532 h 3992193"/>
              <a:gd name="connsiteX7" fmla="*/ 0 w 2802798"/>
              <a:gd name="connsiteY7" fmla="*/ 3128746 h 39921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802798" h="3992193">
                <a:moveTo>
                  <a:pt x="0" y="0"/>
                </a:moveTo>
                <a:lnTo>
                  <a:pt x="2769449" y="0"/>
                </a:lnTo>
                <a:lnTo>
                  <a:pt x="2772997" y="13799"/>
                </a:lnTo>
                <a:cubicBezTo>
                  <a:pt x="2792537" y="109287"/>
                  <a:pt x="2802798" y="208155"/>
                  <a:pt x="2802798" y="309420"/>
                </a:cubicBezTo>
                <a:lnTo>
                  <a:pt x="2802798" y="2525345"/>
                </a:lnTo>
                <a:cubicBezTo>
                  <a:pt x="2802798" y="3335463"/>
                  <a:pt x="2146068" y="3992193"/>
                  <a:pt x="1335950" y="3992193"/>
                </a:cubicBezTo>
                <a:cubicBezTo>
                  <a:pt x="778994" y="3992193"/>
                  <a:pt x="294538" y="3681786"/>
                  <a:pt x="46143" y="3224532"/>
                </a:cubicBezTo>
                <a:lnTo>
                  <a:pt x="0" y="3128746"/>
                </a:lnTo>
                <a:close/>
              </a:path>
            </a:pathLst>
          </a:custGeom>
        </p:spPr>
      </p:pic>
      <p:cxnSp>
        <p:nvCxnSpPr>
          <p:cNvPr id="25" name="直接连接符 24"/>
          <p:cNvCxnSpPr/>
          <p:nvPr userDrawn="1">
            <p:custDataLst>
              <p:tags r:id="rId14"/>
            </p:custDataLst>
          </p:nvPr>
        </p:nvCxnSpPr>
        <p:spPr>
          <a:xfrm>
            <a:off x="11122861" y="681237"/>
            <a:ext cx="212725" cy="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 userDrawn="1">
            <p:custDataLst>
              <p:tags r:id="rId15"/>
            </p:custDataLst>
          </p:nvPr>
        </p:nvCxnSpPr>
        <p:spPr>
          <a:xfrm>
            <a:off x="11122861" y="756802"/>
            <a:ext cx="212725" cy="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/>
          <p:cNvCxnSpPr/>
          <p:nvPr userDrawn="1">
            <p:custDataLst>
              <p:tags r:id="rId16"/>
            </p:custDataLst>
          </p:nvPr>
        </p:nvCxnSpPr>
        <p:spPr>
          <a:xfrm>
            <a:off x="11122861" y="833002"/>
            <a:ext cx="212725" cy="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任意多边形: 形状 27"/>
          <p:cNvSpPr/>
          <p:nvPr userDrawn="1">
            <p:custDataLst>
              <p:tags r:id="rId17"/>
            </p:custDataLst>
          </p:nvPr>
        </p:nvSpPr>
        <p:spPr>
          <a:xfrm>
            <a:off x="0" y="0"/>
            <a:ext cx="1848171" cy="1847290"/>
          </a:xfrm>
          <a:custGeom>
            <a:avLst/>
            <a:gdLst>
              <a:gd name="connsiteX0" fmla="*/ 0 w 1556484"/>
              <a:gd name="connsiteY0" fmla="*/ 0 h 1555743"/>
              <a:gd name="connsiteX1" fmla="*/ 1556484 w 1556484"/>
              <a:gd name="connsiteY1" fmla="*/ 0 h 1555743"/>
              <a:gd name="connsiteX2" fmla="*/ 1548919 w 1556484"/>
              <a:gd name="connsiteY2" fmla="*/ 149820 h 1555743"/>
              <a:gd name="connsiteX3" fmla="*/ 150601 w 1556484"/>
              <a:gd name="connsiteY3" fmla="*/ 1548138 h 1555743"/>
              <a:gd name="connsiteX4" fmla="*/ 0 w 1556484"/>
              <a:gd name="connsiteY4" fmla="*/ 1555743 h 1555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56484" h="1555743">
                <a:moveTo>
                  <a:pt x="0" y="0"/>
                </a:moveTo>
                <a:lnTo>
                  <a:pt x="1556484" y="0"/>
                </a:lnTo>
                <a:lnTo>
                  <a:pt x="1548919" y="149820"/>
                </a:lnTo>
                <a:cubicBezTo>
                  <a:pt x="1474043" y="887113"/>
                  <a:pt x="887894" y="1473262"/>
                  <a:pt x="150601" y="1548138"/>
                </a:cubicBezTo>
                <a:lnTo>
                  <a:pt x="0" y="1555743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50000"/>
                </a:schemeClr>
              </a:gs>
              <a:gs pos="57000">
                <a:schemeClr val="accent1">
                  <a:alpha val="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29" name="图形 9"/>
          <p:cNvSpPr/>
          <p:nvPr userDrawn="1">
            <p:custDataLst>
              <p:tags r:id="rId18"/>
            </p:custDataLst>
          </p:nvPr>
        </p:nvSpPr>
        <p:spPr>
          <a:xfrm>
            <a:off x="9860071" y="4209212"/>
            <a:ext cx="368576" cy="368576"/>
          </a:xfrm>
          <a:custGeom>
            <a:avLst/>
            <a:gdLst>
              <a:gd name="connsiteX0" fmla="*/ 4846320 w 4846319"/>
              <a:gd name="connsiteY0" fmla="*/ 2423160 h 4846319"/>
              <a:gd name="connsiteX1" fmla="*/ 2423160 w 4846319"/>
              <a:gd name="connsiteY1" fmla="*/ 4846320 h 4846319"/>
              <a:gd name="connsiteX2" fmla="*/ 0 w 4846319"/>
              <a:gd name="connsiteY2" fmla="*/ 2423160 h 4846319"/>
              <a:gd name="connsiteX3" fmla="*/ 2423160 w 4846319"/>
              <a:gd name="connsiteY3" fmla="*/ 0 h 4846319"/>
              <a:gd name="connsiteX4" fmla="*/ 4846320 w 4846319"/>
              <a:gd name="connsiteY4" fmla="*/ 2423160 h 48463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46319" h="4846319">
                <a:moveTo>
                  <a:pt x="4846320" y="2423160"/>
                </a:moveTo>
                <a:cubicBezTo>
                  <a:pt x="3028950" y="2757773"/>
                  <a:pt x="2757773" y="3028950"/>
                  <a:pt x="2423160" y="4846320"/>
                </a:cubicBezTo>
                <a:cubicBezTo>
                  <a:pt x="2088547" y="3028950"/>
                  <a:pt x="1817370" y="2757773"/>
                  <a:pt x="0" y="2423160"/>
                </a:cubicBezTo>
                <a:cubicBezTo>
                  <a:pt x="1817370" y="2088547"/>
                  <a:pt x="2088547" y="1817370"/>
                  <a:pt x="2423160" y="0"/>
                </a:cubicBezTo>
                <a:cubicBezTo>
                  <a:pt x="2757773" y="1817370"/>
                  <a:pt x="3028950" y="2088547"/>
                  <a:pt x="4846320" y="2423160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endParaRPr lang="en-US"/>
          </a:p>
        </p:txBody>
      </p:sp>
      <p:sp>
        <p:nvSpPr>
          <p:cNvPr id="19" name="图形 9"/>
          <p:cNvSpPr/>
          <p:nvPr userDrawn="1">
            <p:custDataLst>
              <p:tags r:id="rId19"/>
            </p:custDataLst>
          </p:nvPr>
        </p:nvSpPr>
        <p:spPr>
          <a:xfrm>
            <a:off x="7432806" y="1962602"/>
            <a:ext cx="651502" cy="651502"/>
          </a:xfrm>
          <a:custGeom>
            <a:avLst/>
            <a:gdLst>
              <a:gd name="connsiteX0" fmla="*/ 4846320 w 4846319"/>
              <a:gd name="connsiteY0" fmla="*/ 2423160 h 4846319"/>
              <a:gd name="connsiteX1" fmla="*/ 2423160 w 4846319"/>
              <a:gd name="connsiteY1" fmla="*/ 4846320 h 4846319"/>
              <a:gd name="connsiteX2" fmla="*/ 0 w 4846319"/>
              <a:gd name="connsiteY2" fmla="*/ 2423160 h 4846319"/>
              <a:gd name="connsiteX3" fmla="*/ 2423160 w 4846319"/>
              <a:gd name="connsiteY3" fmla="*/ 0 h 4846319"/>
              <a:gd name="connsiteX4" fmla="*/ 4846320 w 4846319"/>
              <a:gd name="connsiteY4" fmla="*/ 2423160 h 48463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46319" h="4846319">
                <a:moveTo>
                  <a:pt x="4846320" y="2423160"/>
                </a:moveTo>
                <a:cubicBezTo>
                  <a:pt x="3028950" y="2757773"/>
                  <a:pt x="2757773" y="3028950"/>
                  <a:pt x="2423160" y="4846320"/>
                </a:cubicBezTo>
                <a:cubicBezTo>
                  <a:pt x="2088547" y="3028950"/>
                  <a:pt x="1817370" y="2757773"/>
                  <a:pt x="0" y="2423160"/>
                </a:cubicBezTo>
                <a:cubicBezTo>
                  <a:pt x="1817370" y="2088547"/>
                  <a:pt x="2088547" y="1817370"/>
                  <a:pt x="2423160" y="0"/>
                </a:cubicBezTo>
                <a:cubicBezTo>
                  <a:pt x="2757773" y="1817370"/>
                  <a:pt x="3028950" y="2088547"/>
                  <a:pt x="4846320" y="2423160"/>
                </a:cubicBezTo>
                <a:close/>
              </a:path>
            </a:pathLst>
          </a:custGeom>
          <a:solidFill>
            <a:schemeClr val="accent2"/>
          </a:solidFill>
          <a:ln w="9525" cap="flat">
            <a:noFill/>
            <a:prstDash val="solid"/>
            <a:miter/>
          </a:ln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endParaRPr lang="en-US" dirty="0"/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0"/>
            </p:custDataLst>
          </p:nvPr>
        </p:nvSpPr>
        <p:spPr>
          <a:xfrm>
            <a:off x="838200" y="1121410"/>
            <a:ext cx="6345555" cy="2763520"/>
          </a:xfrm>
        </p:spPr>
        <p:txBody>
          <a:bodyPr wrap="square" anchor="b">
            <a:normAutofit/>
          </a:bodyPr>
          <a:lstStyle>
            <a:lvl1pPr algn="l">
              <a:lnSpc>
                <a:spcPct val="100000"/>
              </a:lnSpc>
              <a:defRPr sz="540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>
              <a:latin typeface="+mj-lt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21"/>
            </p:custDataLst>
          </p:nvPr>
        </p:nvSpPr>
        <p:spPr>
          <a:xfrm>
            <a:off x="838199" y="4009006"/>
            <a:ext cx="5935099" cy="862543"/>
          </a:xfrm>
        </p:spPr>
        <p:txBody>
          <a:bodyPr wrap="square">
            <a:normAutofit/>
          </a:bodyPr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000">
                <a:latin typeface="+mj-lt"/>
              </a:defRPr>
            </a:lvl2pPr>
            <a:lvl3pPr marL="914400" indent="0" algn="ctr">
              <a:buNone/>
              <a:defRPr sz="1800">
                <a:latin typeface="+mj-lt"/>
              </a:defRPr>
            </a:lvl3pPr>
            <a:lvl4pPr marL="1371600" indent="0" algn="ctr">
              <a:buNone/>
              <a:defRPr sz="1600">
                <a:latin typeface="+mj-lt"/>
              </a:defRPr>
            </a:lvl4pPr>
            <a:lvl5pPr marL="1828800" indent="0" algn="ctr">
              <a:buNone/>
              <a:defRPr sz="1600">
                <a:latin typeface="+mj-lt"/>
              </a:defRPr>
            </a:lvl5pPr>
            <a:lvl6pPr marL="2286000" indent="0" algn="ctr">
              <a:buNone/>
              <a:defRPr sz="1600">
                <a:latin typeface="+mj-lt"/>
              </a:defRPr>
            </a:lvl6pPr>
            <a:lvl7pPr marL="2743200" indent="0" algn="ctr">
              <a:buNone/>
              <a:defRPr sz="1600">
                <a:latin typeface="+mj-lt"/>
              </a:defRPr>
            </a:lvl7pPr>
            <a:lvl8pPr marL="3200400" indent="0" algn="ctr">
              <a:buNone/>
              <a:defRPr sz="1600">
                <a:latin typeface="+mj-lt"/>
              </a:defRPr>
            </a:lvl8pPr>
            <a:lvl9pPr marL="3657600" indent="0" algn="ctr">
              <a:buNone/>
              <a:defRPr sz="1600">
                <a:latin typeface="+mj-lt"/>
              </a:defRPr>
            </a:lvl9pPr>
          </a:lstStyle>
          <a:p>
            <a:r>
              <a:rPr lang="en-US" dirty="0">
                <a:latin typeface="+mj-lt"/>
              </a:rPr>
              <a:t>Click to add subtitle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2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23"/>
            </p:custDataLst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24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10" name="公司名占位符 6"/>
          <p:cNvSpPr>
            <a:spLocks noGrp="1"/>
          </p:cNvSpPr>
          <p:nvPr>
            <p:ph type="body" sz="quarter" idx="13" hasCustomPrompt="1"/>
            <p:custDataLst>
              <p:tags r:id="rId25"/>
            </p:custDataLst>
          </p:nvPr>
        </p:nvSpPr>
        <p:spPr>
          <a:xfrm>
            <a:off x="838198" y="504000"/>
            <a:ext cx="2880000" cy="504000"/>
          </a:xfrm>
        </p:spPr>
        <p:txBody>
          <a:bodyPr wrap="square" anchor="ctr">
            <a:normAutofit/>
          </a:bodyPr>
          <a:lstStyle>
            <a:lvl1pPr marL="0" indent="0">
              <a:lnSpc>
                <a:spcPct val="100000"/>
              </a:lnSpc>
              <a:buNone/>
              <a:defRPr sz="1800"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26"/>
            </p:custDataLst>
          </p:nvPr>
        </p:nvSpPr>
        <p:spPr>
          <a:xfrm>
            <a:off x="839851" y="5116537"/>
            <a:ext cx="2880000" cy="57600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2"/>
              </a:gs>
              <a:gs pos="55000">
                <a:schemeClr val="accent1"/>
              </a:gs>
            </a:gsLst>
            <a:lin ang="2700000" scaled="1"/>
            <a:tileRect/>
          </a:gradFill>
          <a:effectLst>
            <a:outerShdw blurRad="101600" dist="101600" dir="2700000" algn="tl" rotWithShape="0">
              <a:schemeClr val="accent1">
                <a:alpha val="20000"/>
              </a:schemeClr>
            </a:outerShdw>
          </a:effectLst>
        </p:spPr>
        <p:txBody>
          <a:bodyPr wrap="square" lIns="0" tIns="0" rIns="0" bIns="0" anchor="ctr" anchorCtr="1">
            <a:normAutofit/>
          </a:bodyPr>
          <a:lstStyle>
            <a:lvl1pPr marL="0" indent="0" eaLnBrk="1" fontAlgn="auto" latinLnBrk="0" hangingPunct="1">
              <a:lnSpc>
                <a:spcPct val="90000"/>
              </a:lnSpc>
              <a:spcAft>
                <a:spcPts val="0"/>
              </a:spcAft>
              <a:buNone/>
              <a:defRPr lang="en-US" sz="1600" b="1" u="none" strike="noStrike" kern="1200" cap="none" spc="0" normalizeH="0" baseline="0" dirty="0">
                <a:solidFill>
                  <a:srgbClr val="FFFFFF"/>
                </a:solidFill>
                <a:uFillTx/>
                <a:latin typeface="+mn-lt"/>
              </a:defRPr>
            </a:lvl1pPr>
          </a:lstStyle>
          <a:p>
            <a:pPr marL="228600" lvl="0" indent="-228600" algn="ctr" fontAlgn="auto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tags" Target="../tags/tag28.xml"/><Relationship Id="rId8" Type="http://schemas.openxmlformats.org/officeDocument/2006/relationships/image" Target="../media/image4.svg"/><Relationship Id="rId7" Type="http://schemas.openxmlformats.org/officeDocument/2006/relationships/image" Target="../media/image3.png"/><Relationship Id="rId6" Type="http://schemas.openxmlformats.org/officeDocument/2006/relationships/tags" Target="../tags/tag27.xml"/><Relationship Id="rId5" Type="http://schemas.openxmlformats.org/officeDocument/2006/relationships/tags" Target="../tags/tag26.xml"/><Relationship Id="rId4" Type="http://schemas.openxmlformats.org/officeDocument/2006/relationships/tags" Target="../tags/tag25.xml"/><Relationship Id="rId3" Type="http://schemas.openxmlformats.org/officeDocument/2006/relationships/tags" Target="../tags/tag24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5" Type="http://schemas.openxmlformats.org/officeDocument/2006/relationships/tags" Target="../tags/tag34.xml"/><Relationship Id="rId14" Type="http://schemas.openxmlformats.org/officeDocument/2006/relationships/tags" Target="../tags/tag33.xml"/><Relationship Id="rId13" Type="http://schemas.openxmlformats.org/officeDocument/2006/relationships/tags" Target="../tags/tag32.xml"/><Relationship Id="rId12" Type="http://schemas.openxmlformats.org/officeDocument/2006/relationships/tags" Target="../tags/tag31.xml"/><Relationship Id="rId11" Type="http://schemas.openxmlformats.org/officeDocument/2006/relationships/tags" Target="../tags/tag30.xml"/><Relationship Id="rId10" Type="http://schemas.openxmlformats.org/officeDocument/2006/relationships/tags" Target="../tags/tag29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tags" Target="../tags/tag62.xml"/><Relationship Id="rId8" Type="http://schemas.openxmlformats.org/officeDocument/2006/relationships/image" Target="../media/image6.svg"/><Relationship Id="rId7" Type="http://schemas.openxmlformats.org/officeDocument/2006/relationships/image" Target="../media/image3.png"/><Relationship Id="rId6" Type="http://schemas.openxmlformats.org/officeDocument/2006/relationships/tags" Target="../tags/tag61.xml"/><Relationship Id="rId5" Type="http://schemas.openxmlformats.org/officeDocument/2006/relationships/tags" Target="../tags/tag60.xml"/><Relationship Id="rId4" Type="http://schemas.openxmlformats.org/officeDocument/2006/relationships/tags" Target="../tags/tag59.xml"/><Relationship Id="rId3" Type="http://schemas.openxmlformats.org/officeDocument/2006/relationships/tags" Target="../tags/tag58.xml"/><Relationship Id="rId2" Type="http://schemas.openxmlformats.org/officeDocument/2006/relationships/slideLayout" Target="../slideLayouts/slideLayout4.xml"/><Relationship Id="rId16" Type="http://schemas.openxmlformats.org/officeDocument/2006/relationships/theme" Target="../theme/theme2.xml"/><Relationship Id="rId15" Type="http://schemas.openxmlformats.org/officeDocument/2006/relationships/tags" Target="../tags/tag68.xml"/><Relationship Id="rId14" Type="http://schemas.openxmlformats.org/officeDocument/2006/relationships/tags" Target="../tags/tag67.xml"/><Relationship Id="rId13" Type="http://schemas.openxmlformats.org/officeDocument/2006/relationships/tags" Target="../tags/tag66.xml"/><Relationship Id="rId12" Type="http://schemas.openxmlformats.org/officeDocument/2006/relationships/tags" Target="../tags/tag65.xml"/><Relationship Id="rId11" Type="http://schemas.openxmlformats.org/officeDocument/2006/relationships/tags" Target="../tags/tag64.xml"/><Relationship Id="rId10" Type="http://schemas.openxmlformats.org/officeDocument/2006/relationships/tags" Target="../tags/tag63.xml"/><Relationship Id="rId1" Type="http://schemas.openxmlformats.org/officeDocument/2006/relationships/slideLayout" Target="../slideLayouts/slideLayout3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tags" Target="../tags/tag96.xml"/><Relationship Id="rId8" Type="http://schemas.openxmlformats.org/officeDocument/2006/relationships/image" Target="../media/image6.svg"/><Relationship Id="rId7" Type="http://schemas.openxmlformats.org/officeDocument/2006/relationships/image" Target="../media/image3.png"/><Relationship Id="rId6" Type="http://schemas.openxmlformats.org/officeDocument/2006/relationships/tags" Target="../tags/tag95.xml"/><Relationship Id="rId5" Type="http://schemas.openxmlformats.org/officeDocument/2006/relationships/tags" Target="../tags/tag94.xml"/><Relationship Id="rId4" Type="http://schemas.openxmlformats.org/officeDocument/2006/relationships/tags" Target="../tags/tag93.xml"/><Relationship Id="rId3" Type="http://schemas.openxmlformats.org/officeDocument/2006/relationships/tags" Target="../tags/tag92.xml"/><Relationship Id="rId2" Type="http://schemas.openxmlformats.org/officeDocument/2006/relationships/slideLayout" Target="../slideLayouts/slideLayout6.xml"/><Relationship Id="rId16" Type="http://schemas.openxmlformats.org/officeDocument/2006/relationships/theme" Target="../theme/theme3.xml"/><Relationship Id="rId15" Type="http://schemas.openxmlformats.org/officeDocument/2006/relationships/tags" Target="../tags/tag102.xml"/><Relationship Id="rId14" Type="http://schemas.openxmlformats.org/officeDocument/2006/relationships/tags" Target="../tags/tag101.xml"/><Relationship Id="rId13" Type="http://schemas.openxmlformats.org/officeDocument/2006/relationships/tags" Target="../tags/tag100.xml"/><Relationship Id="rId12" Type="http://schemas.openxmlformats.org/officeDocument/2006/relationships/tags" Target="../tags/tag99.xml"/><Relationship Id="rId11" Type="http://schemas.openxmlformats.org/officeDocument/2006/relationships/tags" Target="../tags/tag98.xml"/><Relationship Id="rId10" Type="http://schemas.openxmlformats.org/officeDocument/2006/relationships/tags" Target="../tags/tag97.xml"/><Relationship Id="rId1" Type="http://schemas.openxmlformats.org/officeDocument/2006/relationships/slideLayout" Target="../slideLayouts/slideLayout5.xml"/></Relationships>
</file>

<file path=ppt/slideMasters/_rels/slideMaster4.xml.rels><?xml version="1.0" encoding="UTF-8" standalone="yes"?>
<Relationships xmlns="http://schemas.openxmlformats.org/package/2006/relationships"><Relationship Id="rId9" Type="http://schemas.openxmlformats.org/officeDocument/2006/relationships/tags" Target="../tags/tag130.xml"/><Relationship Id="rId8" Type="http://schemas.openxmlformats.org/officeDocument/2006/relationships/image" Target="../media/image6.svg"/><Relationship Id="rId7" Type="http://schemas.openxmlformats.org/officeDocument/2006/relationships/image" Target="../media/image3.png"/><Relationship Id="rId6" Type="http://schemas.openxmlformats.org/officeDocument/2006/relationships/tags" Target="../tags/tag129.xml"/><Relationship Id="rId5" Type="http://schemas.openxmlformats.org/officeDocument/2006/relationships/tags" Target="../tags/tag128.xml"/><Relationship Id="rId4" Type="http://schemas.openxmlformats.org/officeDocument/2006/relationships/tags" Target="../tags/tag127.xml"/><Relationship Id="rId3" Type="http://schemas.openxmlformats.org/officeDocument/2006/relationships/tags" Target="../tags/tag126.xml"/><Relationship Id="rId2" Type="http://schemas.openxmlformats.org/officeDocument/2006/relationships/slideLayout" Target="../slideLayouts/slideLayout8.xml"/><Relationship Id="rId16" Type="http://schemas.openxmlformats.org/officeDocument/2006/relationships/theme" Target="../theme/theme4.xml"/><Relationship Id="rId15" Type="http://schemas.openxmlformats.org/officeDocument/2006/relationships/tags" Target="../tags/tag136.xml"/><Relationship Id="rId14" Type="http://schemas.openxmlformats.org/officeDocument/2006/relationships/tags" Target="../tags/tag135.xml"/><Relationship Id="rId13" Type="http://schemas.openxmlformats.org/officeDocument/2006/relationships/tags" Target="../tags/tag134.xml"/><Relationship Id="rId12" Type="http://schemas.openxmlformats.org/officeDocument/2006/relationships/tags" Target="../tags/tag133.xml"/><Relationship Id="rId11" Type="http://schemas.openxmlformats.org/officeDocument/2006/relationships/tags" Target="../tags/tag132.xml"/><Relationship Id="rId10" Type="http://schemas.openxmlformats.org/officeDocument/2006/relationships/tags" Target="../tags/tag131.xml"/><Relationship Id="rId1" Type="http://schemas.openxmlformats.org/officeDocument/2006/relationships/slideLayout" Target="../slideLayouts/slideLayout7.xml"/></Relationships>
</file>

<file path=ppt/slideMasters/_rels/slideMaster5.xml.rels><?xml version="1.0" encoding="UTF-8" standalone="yes"?>
<Relationships xmlns="http://schemas.openxmlformats.org/package/2006/relationships"><Relationship Id="rId9" Type="http://schemas.openxmlformats.org/officeDocument/2006/relationships/tags" Target="../tags/tag164.xml"/><Relationship Id="rId8" Type="http://schemas.openxmlformats.org/officeDocument/2006/relationships/image" Target="../media/image6.svg"/><Relationship Id="rId7" Type="http://schemas.openxmlformats.org/officeDocument/2006/relationships/image" Target="../media/image3.png"/><Relationship Id="rId6" Type="http://schemas.openxmlformats.org/officeDocument/2006/relationships/tags" Target="../tags/tag163.xml"/><Relationship Id="rId5" Type="http://schemas.openxmlformats.org/officeDocument/2006/relationships/tags" Target="../tags/tag162.xml"/><Relationship Id="rId4" Type="http://schemas.openxmlformats.org/officeDocument/2006/relationships/tags" Target="../tags/tag161.xml"/><Relationship Id="rId3" Type="http://schemas.openxmlformats.org/officeDocument/2006/relationships/tags" Target="../tags/tag160.xml"/><Relationship Id="rId2" Type="http://schemas.openxmlformats.org/officeDocument/2006/relationships/slideLayout" Target="../slideLayouts/slideLayout10.xml"/><Relationship Id="rId16" Type="http://schemas.openxmlformats.org/officeDocument/2006/relationships/theme" Target="../theme/theme5.xml"/><Relationship Id="rId15" Type="http://schemas.openxmlformats.org/officeDocument/2006/relationships/tags" Target="../tags/tag170.xml"/><Relationship Id="rId14" Type="http://schemas.openxmlformats.org/officeDocument/2006/relationships/tags" Target="../tags/tag169.xml"/><Relationship Id="rId13" Type="http://schemas.openxmlformats.org/officeDocument/2006/relationships/tags" Target="../tags/tag168.xml"/><Relationship Id="rId12" Type="http://schemas.openxmlformats.org/officeDocument/2006/relationships/tags" Target="../tags/tag167.xml"/><Relationship Id="rId11" Type="http://schemas.openxmlformats.org/officeDocument/2006/relationships/tags" Target="../tags/tag166.xml"/><Relationship Id="rId10" Type="http://schemas.openxmlformats.org/officeDocument/2006/relationships/tags" Target="../tags/tag165.xml"/><Relationship Id="rId1" Type="http://schemas.openxmlformats.org/officeDocument/2006/relationships/slideLayout" Target="../slideLayouts/slideLayout9.xml"/></Relationships>
</file>

<file path=ppt/slideMasters/_rels/slideMaster6.xml.rels><?xml version="1.0" encoding="UTF-8" standalone="yes"?>
<Relationships xmlns="http://schemas.openxmlformats.org/package/2006/relationships"><Relationship Id="rId9" Type="http://schemas.openxmlformats.org/officeDocument/2006/relationships/tags" Target="../tags/tag198.xml"/><Relationship Id="rId8" Type="http://schemas.openxmlformats.org/officeDocument/2006/relationships/image" Target="../media/image6.svg"/><Relationship Id="rId7" Type="http://schemas.openxmlformats.org/officeDocument/2006/relationships/image" Target="../media/image3.png"/><Relationship Id="rId6" Type="http://schemas.openxmlformats.org/officeDocument/2006/relationships/tags" Target="../tags/tag197.xml"/><Relationship Id="rId5" Type="http://schemas.openxmlformats.org/officeDocument/2006/relationships/tags" Target="../tags/tag196.xml"/><Relationship Id="rId4" Type="http://schemas.openxmlformats.org/officeDocument/2006/relationships/tags" Target="../tags/tag195.xml"/><Relationship Id="rId3" Type="http://schemas.openxmlformats.org/officeDocument/2006/relationships/tags" Target="../tags/tag194.xml"/><Relationship Id="rId2" Type="http://schemas.openxmlformats.org/officeDocument/2006/relationships/slideLayout" Target="../slideLayouts/slideLayout12.xml"/><Relationship Id="rId16" Type="http://schemas.openxmlformats.org/officeDocument/2006/relationships/theme" Target="../theme/theme6.xml"/><Relationship Id="rId15" Type="http://schemas.openxmlformats.org/officeDocument/2006/relationships/tags" Target="../tags/tag204.xml"/><Relationship Id="rId14" Type="http://schemas.openxmlformats.org/officeDocument/2006/relationships/tags" Target="../tags/tag203.xml"/><Relationship Id="rId13" Type="http://schemas.openxmlformats.org/officeDocument/2006/relationships/tags" Target="../tags/tag202.xml"/><Relationship Id="rId12" Type="http://schemas.openxmlformats.org/officeDocument/2006/relationships/tags" Target="../tags/tag201.xml"/><Relationship Id="rId11" Type="http://schemas.openxmlformats.org/officeDocument/2006/relationships/tags" Target="../tags/tag200.xml"/><Relationship Id="rId10" Type="http://schemas.openxmlformats.org/officeDocument/2006/relationships/tags" Target="../tags/tag199.xml"/><Relationship Id="rId1" Type="http://schemas.openxmlformats.org/officeDocument/2006/relationships/slideLayout" Target="../slideLayouts/slideLayout11.xml"/></Relationships>
</file>

<file path=ppt/slideMasters/_rels/slideMaster7.xml.rels><?xml version="1.0" encoding="UTF-8" standalone="yes"?>
<Relationships xmlns="http://schemas.openxmlformats.org/package/2006/relationships"><Relationship Id="rId9" Type="http://schemas.openxmlformats.org/officeDocument/2006/relationships/tags" Target="../tags/tag232.xml"/><Relationship Id="rId8" Type="http://schemas.openxmlformats.org/officeDocument/2006/relationships/image" Target="../media/image6.svg"/><Relationship Id="rId7" Type="http://schemas.openxmlformats.org/officeDocument/2006/relationships/image" Target="../media/image3.png"/><Relationship Id="rId6" Type="http://schemas.openxmlformats.org/officeDocument/2006/relationships/tags" Target="../tags/tag231.xml"/><Relationship Id="rId5" Type="http://schemas.openxmlformats.org/officeDocument/2006/relationships/tags" Target="../tags/tag230.xml"/><Relationship Id="rId4" Type="http://schemas.openxmlformats.org/officeDocument/2006/relationships/tags" Target="../tags/tag229.xml"/><Relationship Id="rId3" Type="http://schemas.openxmlformats.org/officeDocument/2006/relationships/tags" Target="../tags/tag228.xml"/><Relationship Id="rId2" Type="http://schemas.openxmlformats.org/officeDocument/2006/relationships/slideLayout" Target="../slideLayouts/slideLayout14.xml"/><Relationship Id="rId16" Type="http://schemas.openxmlformats.org/officeDocument/2006/relationships/theme" Target="../theme/theme7.xml"/><Relationship Id="rId15" Type="http://schemas.openxmlformats.org/officeDocument/2006/relationships/tags" Target="../tags/tag238.xml"/><Relationship Id="rId14" Type="http://schemas.openxmlformats.org/officeDocument/2006/relationships/tags" Target="../tags/tag237.xml"/><Relationship Id="rId13" Type="http://schemas.openxmlformats.org/officeDocument/2006/relationships/tags" Target="../tags/tag236.xml"/><Relationship Id="rId12" Type="http://schemas.openxmlformats.org/officeDocument/2006/relationships/tags" Target="../tags/tag235.xml"/><Relationship Id="rId11" Type="http://schemas.openxmlformats.org/officeDocument/2006/relationships/tags" Target="../tags/tag234.xml"/><Relationship Id="rId10" Type="http://schemas.openxmlformats.org/officeDocument/2006/relationships/tags" Target="../tags/tag233.xml"/><Relationship Id="rId1" Type="http://schemas.openxmlformats.org/officeDocument/2006/relationships/slideLayout" Target="../slideLayouts/slideLayout13.xml"/></Relationships>
</file>

<file path=ppt/slideMasters/_rels/slideMaster8.xml.rels><?xml version="1.0" encoding="UTF-8" standalone="yes"?>
<Relationships xmlns="http://schemas.openxmlformats.org/package/2006/relationships"><Relationship Id="rId9" Type="http://schemas.openxmlformats.org/officeDocument/2006/relationships/tags" Target="../tags/tag266.xml"/><Relationship Id="rId8" Type="http://schemas.openxmlformats.org/officeDocument/2006/relationships/image" Target="../media/image6.svg"/><Relationship Id="rId7" Type="http://schemas.openxmlformats.org/officeDocument/2006/relationships/image" Target="../media/image3.png"/><Relationship Id="rId6" Type="http://schemas.openxmlformats.org/officeDocument/2006/relationships/tags" Target="../tags/tag265.xml"/><Relationship Id="rId5" Type="http://schemas.openxmlformats.org/officeDocument/2006/relationships/tags" Target="../tags/tag264.xml"/><Relationship Id="rId4" Type="http://schemas.openxmlformats.org/officeDocument/2006/relationships/tags" Target="../tags/tag263.xml"/><Relationship Id="rId3" Type="http://schemas.openxmlformats.org/officeDocument/2006/relationships/tags" Target="../tags/tag262.xml"/><Relationship Id="rId2" Type="http://schemas.openxmlformats.org/officeDocument/2006/relationships/slideLayout" Target="../slideLayouts/slideLayout16.xml"/><Relationship Id="rId16" Type="http://schemas.openxmlformats.org/officeDocument/2006/relationships/theme" Target="../theme/theme8.xml"/><Relationship Id="rId15" Type="http://schemas.openxmlformats.org/officeDocument/2006/relationships/tags" Target="../tags/tag272.xml"/><Relationship Id="rId14" Type="http://schemas.openxmlformats.org/officeDocument/2006/relationships/tags" Target="../tags/tag271.xml"/><Relationship Id="rId13" Type="http://schemas.openxmlformats.org/officeDocument/2006/relationships/tags" Target="../tags/tag270.xml"/><Relationship Id="rId12" Type="http://schemas.openxmlformats.org/officeDocument/2006/relationships/tags" Target="../tags/tag269.xml"/><Relationship Id="rId11" Type="http://schemas.openxmlformats.org/officeDocument/2006/relationships/tags" Target="../tags/tag268.xml"/><Relationship Id="rId10" Type="http://schemas.openxmlformats.org/officeDocument/2006/relationships/tags" Target="../tags/tag267.xml"/><Relationship Id="rId1" Type="http://schemas.openxmlformats.org/officeDocument/2006/relationships/slideLayout" Target="../slideLayouts/slideLayout15.xml"/></Relationships>
</file>

<file path=ppt/slideMasters/_rels/slideMaster9.xml.rels><?xml version="1.0" encoding="UTF-8" standalone="yes"?>
<Relationships xmlns="http://schemas.openxmlformats.org/package/2006/relationships"><Relationship Id="rId9" Type="http://schemas.openxmlformats.org/officeDocument/2006/relationships/tags" Target="../tags/tag300.xml"/><Relationship Id="rId8" Type="http://schemas.openxmlformats.org/officeDocument/2006/relationships/image" Target="../media/image6.svg"/><Relationship Id="rId7" Type="http://schemas.openxmlformats.org/officeDocument/2006/relationships/image" Target="../media/image3.png"/><Relationship Id="rId6" Type="http://schemas.openxmlformats.org/officeDocument/2006/relationships/tags" Target="../tags/tag299.xml"/><Relationship Id="rId5" Type="http://schemas.openxmlformats.org/officeDocument/2006/relationships/tags" Target="../tags/tag298.xml"/><Relationship Id="rId4" Type="http://schemas.openxmlformats.org/officeDocument/2006/relationships/tags" Target="../tags/tag297.xml"/><Relationship Id="rId3" Type="http://schemas.openxmlformats.org/officeDocument/2006/relationships/tags" Target="../tags/tag296.xml"/><Relationship Id="rId2" Type="http://schemas.openxmlformats.org/officeDocument/2006/relationships/slideLayout" Target="../slideLayouts/slideLayout18.xml"/><Relationship Id="rId16" Type="http://schemas.openxmlformats.org/officeDocument/2006/relationships/theme" Target="../theme/theme9.xml"/><Relationship Id="rId15" Type="http://schemas.openxmlformats.org/officeDocument/2006/relationships/tags" Target="../tags/tag306.xml"/><Relationship Id="rId14" Type="http://schemas.openxmlformats.org/officeDocument/2006/relationships/tags" Target="../tags/tag305.xml"/><Relationship Id="rId13" Type="http://schemas.openxmlformats.org/officeDocument/2006/relationships/tags" Target="../tags/tag304.xml"/><Relationship Id="rId12" Type="http://schemas.openxmlformats.org/officeDocument/2006/relationships/tags" Target="../tags/tag303.xml"/><Relationship Id="rId11" Type="http://schemas.openxmlformats.org/officeDocument/2006/relationships/tags" Target="../tags/tag302.xml"/><Relationship Id="rId10" Type="http://schemas.openxmlformats.org/officeDocument/2006/relationships/tags" Target="../tags/tag301.xml"/><Relationship Id="rId1" Type="http://schemas.openxmlformats.org/officeDocument/2006/relationships/slideLayout" Target="../slideLayouts/slideLayout17.xml"/></Relationships>
</file>

<file path=ppt/slideMasters/_rels/slideMaster10.xml.rels><?xml version="1.0" encoding="UTF-8" standalone="yes"?>
<Relationships xmlns="http://schemas.openxmlformats.org/package/2006/relationships"><Relationship Id="rId9" Type="http://schemas.openxmlformats.org/officeDocument/2006/relationships/tags" Target="../tags/tag334.xml"/><Relationship Id="rId8" Type="http://schemas.openxmlformats.org/officeDocument/2006/relationships/image" Target="../media/image6.svg"/><Relationship Id="rId7" Type="http://schemas.openxmlformats.org/officeDocument/2006/relationships/image" Target="../media/image3.png"/><Relationship Id="rId6" Type="http://schemas.openxmlformats.org/officeDocument/2006/relationships/tags" Target="../tags/tag333.xml"/><Relationship Id="rId5" Type="http://schemas.openxmlformats.org/officeDocument/2006/relationships/tags" Target="../tags/tag332.xml"/><Relationship Id="rId4" Type="http://schemas.openxmlformats.org/officeDocument/2006/relationships/tags" Target="../tags/tag331.xml"/><Relationship Id="rId3" Type="http://schemas.openxmlformats.org/officeDocument/2006/relationships/tags" Target="../tags/tag330.xml"/><Relationship Id="rId2" Type="http://schemas.openxmlformats.org/officeDocument/2006/relationships/slideLayout" Target="../slideLayouts/slideLayout20.xml"/><Relationship Id="rId16" Type="http://schemas.openxmlformats.org/officeDocument/2006/relationships/theme" Target="../theme/theme10.xml"/><Relationship Id="rId15" Type="http://schemas.openxmlformats.org/officeDocument/2006/relationships/tags" Target="../tags/tag340.xml"/><Relationship Id="rId14" Type="http://schemas.openxmlformats.org/officeDocument/2006/relationships/tags" Target="../tags/tag339.xml"/><Relationship Id="rId13" Type="http://schemas.openxmlformats.org/officeDocument/2006/relationships/tags" Target="../tags/tag338.xml"/><Relationship Id="rId12" Type="http://schemas.openxmlformats.org/officeDocument/2006/relationships/tags" Target="../tags/tag337.xml"/><Relationship Id="rId11" Type="http://schemas.openxmlformats.org/officeDocument/2006/relationships/tags" Target="../tags/tag336.xml"/><Relationship Id="rId10" Type="http://schemas.openxmlformats.org/officeDocument/2006/relationships/tags" Target="../tags/tag335.xml"/><Relationship Id="rId1" Type="http://schemas.openxmlformats.org/officeDocument/2006/relationships/slideLayout" Target="../slideLayouts/slideLayout19.xml"/></Relationships>
</file>

<file path=ppt/slideMasters/_rels/slideMaster11.xml.rels><?xml version="1.0" encoding="UTF-8" standalone="yes"?>
<Relationships xmlns="http://schemas.openxmlformats.org/package/2006/relationships"><Relationship Id="rId9" Type="http://schemas.openxmlformats.org/officeDocument/2006/relationships/tags" Target="../tags/tag368.xml"/><Relationship Id="rId8" Type="http://schemas.openxmlformats.org/officeDocument/2006/relationships/image" Target="../media/image6.svg"/><Relationship Id="rId7" Type="http://schemas.openxmlformats.org/officeDocument/2006/relationships/image" Target="../media/image3.png"/><Relationship Id="rId6" Type="http://schemas.openxmlformats.org/officeDocument/2006/relationships/tags" Target="../tags/tag367.xml"/><Relationship Id="rId5" Type="http://schemas.openxmlformats.org/officeDocument/2006/relationships/tags" Target="../tags/tag366.xml"/><Relationship Id="rId4" Type="http://schemas.openxmlformats.org/officeDocument/2006/relationships/tags" Target="../tags/tag365.xml"/><Relationship Id="rId3" Type="http://schemas.openxmlformats.org/officeDocument/2006/relationships/tags" Target="../tags/tag364.xml"/><Relationship Id="rId2" Type="http://schemas.openxmlformats.org/officeDocument/2006/relationships/slideLayout" Target="../slideLayouts/slideLayout22.xml"/><Relationship Id="rId16" Type="http://schemas.openxmlformats.org/officeDocument/2006/relationships/theme" Target="../theme/theme11.xml"/><Relationship Id="rId15" Type="http://schemas.openxmlformats.org/officeDocument/2006/relationships/tags" Target="../tags/tag374.xml"/><Relationship Id="rId14" Type="http://schemas.openxmlformats.org/officeDocument/2006/relationships/tags" Target="../tags/tag373.xml"/><Relationship Id="rId13" Type="http://schemas.openxmlformats.org/officeDocument/2006/relationships/tags" Target="../tags/tag372.xml"/><Relationship Id="rId12" Type="http://schemas.openxmlformats.org/officeDocument/2006/relationships/tags" Target="../tags/tag371.xml"/><Relationship Id="rId11" Type="http://schemas.openxmlformats.org/officeDocument/2006/relationships/tags" Target="../tags/tag370.xml"/><Relationship Id="rId10" Type="http://schemas.openxmlformats.org/officeDocument/2006/relationships/tags" Target="../tags/tag369.xml"/><Relationship Id="rId1" Type="http://schemas.openxmlformats.org/officeDocument/2006/relationships/slideLayout" Target="../slideLayouts/slideLayout21.xml"/></Relationships>
</file>

<file path=ppt/slideMasters/_rels/slideMaster12.xml.rels><?xml version="1.0" encoding="UTF-8" standalone="yes"?>
<Relationships xmlns="http://schemas.openxmlformats.org/package/2006/relationships"><Relationship Id="rId9" Type="http://schemas.openxmlformats.org/officeDocument/2006/relationships/tags" Target="../tags/tag402.xml"/><Relationship Id="rId8" Type="http://schemas.openxmlformats.org/officeDocument/2006/relationships/image" Target="../media/image6.svg"/><Relationship Id="rId7" Type="http://schemas.openxmlformats.org/officeDocument/2006/relationships/image" Target="../media/image3.png"/><Relationship Id="rId6" Type="http://schemas.openxmlformats.org/officeDocument/2006/relationships/tags" Target="../tags/tag401.xml"/><Relationship Id="rId5" Type="http://schemas.openxmlformats.org/officeDocument/2006/relationships/tags" Target="../tags/tag400.xml"/><Relationship Id="rId4" Type="http://schemas.openxmlformats.org/officeDocument/2006/relationships/tags" Target="../tags/tag399.xml"/><Relationship Id="rId3" Type="http://schemas.openxmlformats.org/officeDocument/2006/relationships/tags" Target="../tags/tag398.xml"/><Relationship Id="rId2" Type="http://schemas.openxmlformats.org/officeDocument/2006/relationships/slideLayout" Target="../slideLayouts/slideLayout24.xml"/><Relationship Id="rId16" Type="http://schemas.openxmlformats.org/officeDocument/2006/relationships/theme" Target="../theme/theme12.xml"/><Relationship Id="rId15" Type="http://schemas.openxmlformats.org/officeDocument/2006/relationships/tags" Target="../tags/tag408.xml"/><Relationship Id="rId14" Type="http://schemas.openxmlformats.org/officeDocument/2006/relationships/tags" Target="../tags/tag407.xml"/><Relationship Id="rId13" Type="http://schemas.openxmlformats.org/officeDocument/2006/relationships/tags" Target="../tags/tag406.xml"/><Relationship Id="rId12" Type="http://schemas.openxmlformats.org/officeDocument/2006/relationships/tags" Target="../tags/tag405.xml"/><Relationship Id="rId11" Type="http://schemas.openxmlformats.org/officeDocument/2006/relationships/tags" Target="../tags/tag404.xml"/><Relationship Id="rId10" Type="http://schemas.openxmlformats.org/officeDocument/2006/relationships/tags" Target="../tags/tag403.xml"/><Relationship Id="rId1" Type="http://schemas.openxmlformats.org/officeDocument/2006/relationships/slideLayout" Target="../slideLayouts/slideLayout23.xml"/></Relationships>
</file>

<file path=ppt/slideMasters/_rels/slideMaster13.xml.rels><?xml version="1.0" encoding="UTF-8" standalone="yes"?>
<Relationships xmlns="http://schemas.openxmlformats.org/package/2006/relationships"><Relationship Id="rId9" Type="http://schemas.openxmlformats.org/officeDocument/2006/relationships/tags" Target="../tags/tag436.xml"/><Relationship Id="rId8" Type="http://schemas.openxmlformats.org/officeDocument/2006/relationships/image" Target="../media/image6.svg"/><Relationship Id="rId7" Type="http://schemas.openxmlformats.org/officeDocument/2006/relationships/image" Target="../media/image3.png"/><Relationship Id="rId6" Type="http://schemas.openxmlformats.org/officeDocument/2006/relationships/tags" Target="../tags/tag435.xml"/><Relationship Id="rId5" Type="http://schemas.openxmlformats.org/officeDocument/2006/relationships/tags" Target="../tags/tag434.xml"/><Relationship Id="rId4" Type="http://schemas.openxmlformats.org/officeDocument/2006/relationships/tags" Target="../tags/tag433.xml"/><Relationship Id="rId3" Type="http://schemas.openxmlformats.org/officeDocument/2006/relationships/tags" Target="../tags/tag432.xml"/><Relationship Id="rId2" Type="http://schemas.openxmlformats.org/officeDocument/2006/relationships/slideLayout" Target="../slideLayouts/slideLayout26.xml"/><Relationship Id="rId16" Type="http://schemas.openxmlformats.org/officeDocument/2006/relationships/theme" Target="../theme/theme13.xml"/><Relationship Id="rId15" Type="http://schemas.openxmlformats.org/officeDocument/2006/relationships/tags" Target="../tags/tag442.xml"/><Relationship Id="rId14" Type="http://schemas.openxmlformats.org/officeDocument/2006/relationships/tags" Target="../tags/tag441.xml"/><Relationship Id="rId13" Type="http://schemas.openxmlformats.org/officeDocument/2006/relationships/tags" Target="../tags/tag440.xml"/><Relationship Id="rId12" Type="http://schemas.openxmlformats.org/officeDocument/2006/relationships/tags" Target="../tags/tag439.xml"/><Relationship Id="rId11" Type="http://schemas.openxmlformats.org/officeDocument/2006/relationships/tags" Target="../tags/tag438.xml"/><Relationship Id="rId10" Type="http://schemas.openxmlformats.org/officeDocument/2006/relationships/tags" Target="../tags/tag437.xml"/><Relationship Id="rId1" Type="http://schemas.openxmlformats.org/officeDocument/2006/relationships/slideLayout" Target="../slideLayouts/slideLayout25.xml"/></Relationships>
</file>

<file path=ppt/slideMasters/_rels/slideMaster14.xml.rels><?xml version="1.0" encoding="UTF-8" standalone="yes"?>
<Relationships xmlns="http://schemas.openxmlformats.org/package/2006/relationships"><Relationship Id="rId9" Type="http://schemas.openxmlformats.org/officeDocument/2006/relationships/tags" Target="../tags/tag470.xml"/><Relationship Id="rId8" Type="http://schemas.openxmlformats.org/officeDocument/2006/relationships/image" Target="../media/image6.svg"/><Relationship Id="rId7" Type="http://schemas.openxmlformats.org/officeDocument/2006/relationships/image" Target="../media/image3.png"/><Relationship Id="rId6" Type="http://schemas.openxmlformats.org/officeDocument/2006/relationships/tags" Target="../tags/tag469.xml"/><Relationship Id="rId5" Type="http://schemas.openxmlformats.org/officeDocument/2006/relationships/tags" Target="../tags/tag468.xml"/><Relationship Id="rId4" Type="http://schemas.openxmlformats.org/officeDocument/2006/relationships/tags" Target="../tags/tag467.xml"/><Relationship Id="rId3" Type="http://schemas.openxmlformats.org/officeDocument/2006/relationships/tags" Target="../tags/tag466.xml"/><Relationship Id="rId2" Type="http://schemas.openxmlformats.org/officeDocument/2006/relationships/slideLayout" Target="../slideLayouts/slideLayout28.xml"/><Relationship Id="rId16" Type="http://schemas.openxmlformats.org/officeDocument/2006/relationships/theme" Target="../theme/theme14.xml"/><Relationship Id="rId15" Type="http://schemas.openxmlformats.org/officeDocument/2006/relationships/tags" Target="../tags/tag476.xml"/><Relationship Id="rId14" Type="http://schemas.openxmlformats.org/officeDocument/2006/relationships/tags" Target="../tags/tag475.xml"/><Relationship Id="rId13" Type="http://schemas.openxmlformats.org/officeDocument/2006/relationships/tags" Target="../tags/tag474.xml"/><Relationship Id="rId12" Type="http://schemas.openxmlformats.org/officeDocument/2006/relationships/tags" Target="../tags/tag473.xml"/><Relationship Id="rId11" Type="http://schemas.openxmlformats.org/officeDocument/2006/relationships/tags" Target="../tags/tag472.xml"/><Relationship Id="rId10" Type="http://schemas.openxmlformats.org/officeDocument/2006/relationships/tags" Target="../tags/tag471.xml"/><Relationship Id="rId1" Type="http://schemas.openxmlformats.org/officeDocument/2006/relationships/slideLayout" Target="../slideLayouts/slideLayout27.xml"/></Relationships>
</file>

<file path=ppt/slideMasters/_rels/slideMaster15.xml.rels><?xml version="1.0" encoding="UTF-8" standalone="yes"?>
<Relationships xmlns="http://schemas.openxmlformats.org/package/2006/relationships"><Relationship Id="rId9" Type="http://schemas.openxmlformats.org/officeDocument/2006/relationships/tags" Target="../tags/tag504.xml"/><Relationship Id="rId8" Type="http://schemas.openxmlformats.org/officeDocument/2006/relationships/image" Target="../media/image6.svg"/><Relationship Id="rId7" Type="http://schemas.openxmlformats.org/officeDocument/2006/relationships/image" Target="../media/image3.png"/><Relationship Id="rId6" Type="http://schemas.openxmlformats.org/officeDocument/2006/relationships/tags" Target="../tags/tag503.xml"/><Relationship Id="rId5" Type="http://schemas.openxmlformats.org/officeDocument/2006/relationships/tags" Target="../tags/tag502.xml"/><Relationship Id="rId4" Type="http://schemas.openxmlformats.org/officeDocument/2006/relationships/tags" Target="../tags/tag501.xml"/><Relationship Id="rId3" Type="http://schemas.openxmlformats.org/officeDocument/2006/relationships/tags" Target="../tags/tag500.xml"/><Relationship Id="rId2" Type="http://schemas.openxmlformats.org/officeDocument/2006/relationships/slideLayout" Target="../slideLayouts/slideLayout30.xml"/><Relationship Id="rId16" Type="http://schemas.openxmlformats.org/officeDocument/2006/relationships/theme" Target="../theme/theme15.xml"/><Relationship Id="rId15" Type="http://schemas.openxmlformats.org/officeDocument/2006/relationships/tags" Target="../tags/tag510.xml"/><Relationship Id="rId14" Type="http://schemas.openxmlformats.org/officeDocument/2006/relationships/tags" Target="../tags/tag509.xml"/><Relationship Id="rId13" Type="http://schemas.openxmlformats.org/officeDocument/2006/relationships/tags" Target="../tags/tag508.xml"/><Relationship Id="rId12" Type="http://schemas.openxmlformats.org/officeDocument/2006/relationships/tags" Target="../tags/tag507.xml"/><Relationship Id="rId11" Type="http://schemas.openxmlformats.org/officeDocument/2006/relationships/tags" Target="../tags/tag506.xml"/><Relationship Id="rId10" Type="http://schemas.openxmlformats.org/officeDocument/2006/relationships/tags" Target="../tags/tag505.xml"/><Relationship Id="rId1" Type="http://schemas.openxmlformats.org/officeDocument/2006/relationships/slideLayout" Target="../slideLayouts/slideLayout29.xml"/></Relationships>
</file>

<file path=ppt/slideMasters/_rels/slideMaster16.xml.rels><?xml version="1.0" encoding="UTF-8" standalone="yes"?>
<Relationships xmlns="http://schemas.openxmlformats.org/package/2006/relationships"><Relationship Id="rId9" Type="http://schemas.openxmlformats.org/officeDocument/2006/relationships/tags" Target="../tags/tag538.xml"/><Relationship Id="rId8" Type="http://schemas.openxmlformats.org/officeDocument/2006/relationships/image" Target="../media/image6.svg"/><Relationship Id="rId7" Type="http://schemas.openxmlformats.org/officeDocument/2006/relationships/image" Target="../media/image3.png"/><Relationship Id="rId6" Type="http://schemas.openxmlformats.org/officeDocument/2006/relationships/tags" Target="../tags/tag537.xml"/><Relationship Id="rId5" Type="http://schemas.openxmlformats.org/officeDocument/2006/relationships/tags" Target="../tags/tag536.xml"/><Relationship Id="rId4" Type="http://schemas.openxmlformats.org/officeDocument/2006/relationships/tags" Target="../tags/tag535.xml"/><Relationship Id="rId3" Type="http://schemas.openxmlformats.org/officeDocument/2006/relationships/tags" Target="../tags/tag534.xml"/><Relationship Id="rId2" Type="http://schemas.openxmlformats.org/officeDocument/2006/relationships/slideLayout" Target="../slideLayouts/slideLayout32.xml"/><Relationship Id="rId16" Type="http://schemas.openxmlformats.org/officeDocument/2006/relationships/theme" Target="../theme/theme16.xml"/><Relationship Id="rId15" Type="http://schemas.openxmlformats.org/officeDocument/2006/relationships/tags" Target="../tags/tag544.xml"/><Relationship Id="rId14" Type="http://schemas.openxmlformats.org/officeDocument/2006/relationships/tags" Target="../tags/tag543.xml"/><Relationship Id="rId13" Type="http://schemas.openxmlformats.org/officeDocument/2006/relationships/tags" Target="../tags/tag542.xml"/><Relationship Id="rId12" Type="http://schemas.openxmlformats.org/officeDocument/2006/relationships/tags" Target="../tags/tag541.xml"/><Relationship Id="rId11" Type="http://schemas.openxmlformats.org/officeDocument/2006/relationships/tags" Target="../tags/tag540.xml"/><Relationship Id="rId10" Type="http://schemas.openxmlformats.org/officeDocument/2006/relationships/tags" Target="../tags/tag539.xml"/><Relationship Id="rId1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6422">
                <a:schemeClr val="accent1">
                  <a:lumMod val="20000"/>
                  <a:lumOff val="80000"/>
                </a:schemeClr>
              </a:gs>
              <a:gs pos="53000">
                <a:schemeClr val="bg2"/>
              </a:gs>
              <a:gs pos="100000">
                <a:schemeClr val="bg1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9" name="任意多边形: 形状 8"/>
          <p:cNvSpPr/>
          <p:nvPr userDrawn="1">
            <p:custDataLst>
              <p:tags r:id="rId4"/>
            </p:custDataLst>
          </p:nvPr>
        </p:nvSpPr>
        <p:spPr>
          <a:xfrm flipH="1" flipV="1">
            <a:off x="9258304" y="3925701"/>
            <a:ext cx="2933696" cy="2932298"/>
          </a:xfrm>
          <a:custGeom>
            <a:avLst/>
            <a:gdLst>
              <a:gd name="connsiteX0" fmla="*/ 0 w 1556484"/>
              <a:gd name="connsiteY0" fmla="*/ 0 h 1555743"/>
              <a:gd name="connsiteX1" fmla="*/ 1556484 w 1556484"/>
              <a:gd name="connsiteY1" fmla="*/ 0 h 1555743"/>
              <a:gd name="connsiteX2" fmla="*/ 1548919 w 1556484"/>
              <a:gd name="connsiteY2" fmla="*/ 149820 h 1555743"/>
              <a:gd name="connsiteX3" fmla="*/ 150601 w 1556484"/>
              <a:gd name="connsiteY3" fmla="*/ 1548138 h 1555743"/>
              <a:gd name="connsiteX4" fmla="*/ 0 w 1556484"/>
              <a:gd name="connsiteY4" fmla="*/ 1555743 h 1555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56484" h="1555743">
                <a:moveTo>
                  <a:pt x="0" y="0"/>
                </a:moveTo>
                <a:lnTo>
                  <a:pt x="1556484" y="0"/>
                </a:lnTo>
                <a:lnTo>
                  <a:pt x="1548919" y="149820"/>
                </a:lnTo>
                <a:cubicBezTo>
                  <a:pt x="1474043" y="887113"/>
                  <a:pt x="887894" y="1473262"/>
                  <a:pt x="150601" y="1548138"/>
                </a:cubicBezTo>
                <a:lnTo>
                  <a:pt x="0" y="1555743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50000"/>
                </a:schemeClr>
              </a:gs>
              <a:gs pos="57000">
                <a:schemeClr val="accent1">
                  <a:alpha val="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11" name="矩形 10"/>
          <p:cNvSpPr/>
          <p:nvPr userDrawn="1">
            <p:custDataLst>
              <p:tags r:id="rId5"/>
            </p:custDataLst>
          </p:nvPr>
        </p:nvSpPr>
        <p:spPr>
          <a:xfrm>
            <a:off x="1" y="0"/>
            <a:ext cx="12191998" cy="6369977"/>
          </a:xfrm>
          <a:prstGeom prst="rect">
            <a:avLst/>
          </a:prstGeom>
          <a:gradFill flip="none" rotWithShape="1">
            <a:gsLst>
              <a:gs pos="39000">
                <a:schemeClr val="bg2"/>
              </a:gs>
              <a:gs pos="97000">
                <a:schemeClr val="bg1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>
              <a:latin typeface="Arial" panose="020B0604020202020204" pitchFamily="34" charset="0"/>
            </a:endParaRPr>
          </a:p>
        </p:txBody>
      </p:sp>
      <p:pic>
        <p:nvPicPr>
          <p:cNvPr id="12" name="图形 15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1252201" y="4613195"/>
            <a:ext cx="939799" cy="2244805"/>
          </a:xfrm>
          <a:prstGeom prst="rect">
            <a:avLst/>
          </a:prstGeom>
        </p:spPr>
      </p:pic>
      <p:sp>
        <p:nvSpPr>
          <p:cNvPr id="10" name="矩形 9"/>
          <p:cNvSpPr/>
          <p:nvPr userDrawn="1">
            <p:custDataLst>
              <p:tags r:id="rId9"/>
            </p:custDataLst>
          </p:nvPr>
        </p:nvSpPr>
        <p:spPr>
          <a:xfrm>
            <a:off x="1" y="-13335"/>
            <a:ext cx="12191998" cy="636997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15000"/>
                </a:schemeClr>
              </a:gs>
              <a:gs pos="53000">
                <a:schemeClr val="bg2">
                  <a:alpha val="30000"/>
                </a:schemeClr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0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1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2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rmAutofit/>
          </a:bodyPr>
          <a:lstStyle/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13" name="KSO_TEMPLATE" hidden="1"/>
          <p:cNvSpPr/>
          <p:nvPr userDrawn="1">
            <p:custDataLst>
              <p:tags r:id="rId15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chemeClr val="tx2"/>
          </a:solidFill>
          <a:latin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6422">
                <a:schemeClr val="accent1">
                  <a:lumMod val="20000"/>
                  <a:lumOff val="80000"/>
                </a:schemeClr>
              </a:gs>
              <a:gs pos="53000">
                <a:schemeClr val="bg2"/>
              </a:gs>
              <a:gs pos="100000">
                <a:schemeClr val="bg1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9" name="任意多边形: 形状 8"/>
          <p:cNvSpPr/>
          <p:nvPr userDrawn="1">
            <p:custDataLst>
              <p:tags r:id="rId4"/>
            </p:custDataLst>
          </p:nvPr>
        </p:nvSpPr>
        <p:spPr>
          <a:xfrm flipH="1" flipV="1">
            <a:off x="9258304" y="3925701"/>
            <a:ext cx="2933696" cy="2932298"/>
          </a:xfrm>
          <a:custGeom>
            <a:avLst/>
            <a:gdLst>
              <a:gd name="connsiteX0" fmla="*/ 0 w 1556484"/>
              <a:gd name="connsiteY0" fmla="*/ 0 h 1555743"/>
              <a:gd name="connsiteX1" fmla="*/ 1556484 w 1556484"/>
              <a:gd name="connsiteY1" fmla="*/ 0 h 1555743"/>
              <a:gd name="connsiteX2" fmla="*/ 1548919 w 1556484"/>
              <a:gd name="connsiteY2" fmla="*/ 149820 h 1555743"/>
              <a:gd name="connsiteX3" fmla="*/ 150601 w 1556484"/>
              <a:gd name="connsiteY3" fmla="*/ 1548138 h 1555743"/>
              <a:gd name="connsiteX4" fmla="*/ 0 w 1556484"/>
              <a:gd name="connsiteY4" fmla="*/ 1555743 h 1555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56484" h="1555743">
                <a:moveTo>
                  <a:pt x="0" y="0"/>
                </a:moveTo>
                <a:lnTo>
                  <a:pt x="1556484" y="0"/>
                </a:lnTo>
                <a:lnTo>
                  <a:pt x="1548919" y="149820"/>
                </a:lnTo>
                <a:cubicBezTo>
                  <a:pt x="1474043" y="887113"/>
                  <a:pt x="887894" y="1473262"/>
                  <a:pt x="150601" y="1548138"/>
                </a:cubicBezTo>
                <a:lnTo>
                  <a:pt x="0" y="1555743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50000"/>
                </a:schemeClr>
              </a:gs>
              <a:gs pos="57000">
                <a:schemeClr val="accent1">
                  <a:alpha val="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11" name="矩形 10"/>
          <p:cNvSpPr/>
          <p:nvPr userDrawn="1">
            <p:custDataLst>
              <p:tags r:id="rId5"/>
            </p:custDataLst>
          </p:nvPr>
        </p:nvSpPr>
        <p:spPr>
          <a:xfrm>
            <a:off x="1" y="0"/>
            <a:ext cx="12191998" cy="6369977"/>
          </a:xfrm>
          <a:prstGeom prst="rect">
            <a:avLst/>
          </a:prstGeom>
          <a:gradFill flip="none" rotWithShape="1">
            <a:gsLst>
              <a:gs pos="39000">
                <a:schemeClr val="bg2"/>
              </a:gs>
              <a:gs pos="97000">
                <a:schemeClr val="bg1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>
              <a:latin typeface="Arial" panose="020B0604020202020204" pitchFamily="34" charset="0"/>
            </a:endParaRPr>
          </a:p>
        </p:txBody>
      </p:sp>
      <p:pic>
        <p:nvPicPr>
          <p:cNvPr id="12" name="图形 15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1252201" y="4613195"/>
            <a:ext cx="939799" cy="2244805"/>
          </a:xfrm>
          <a:prstGeom prst="rect">
            <a:avLst/>
          </a:prstGeom>
        </p:spPr>
      </p:pic>
      <p:sp>
        <p:nvSpPr>
          <p:cNvPr id="10" name="矩形 9"/>
          <p:cNvSpPr/>
          <p:nvPr userDrawn="1">
            <p:custDataLst>
              <p:tags r:id="rId9"/>
            </p:custDataLst>
          </p:nvPr>
        </p:nvSpPr>
        <p:spPr>
          <a:xfrm>
            <a:off x="1" y="-13335"/>
            <a:ext cx="12191998" cy="636997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15000"/>
                </a:schemeClr>
              </a:gs>
              <a:gs pos="53000">
                <a:schemeClr val="bg2">
                  <a:alpha val="30000"/>
                </a:schemeClr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0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1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2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rmAutofit/>
          </a:bodyPr>
          <a:lstStyle/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13" name="KSO_TEMPLATE" hidden="1"/>
          <p:cNvSpPr/>
          <p:nvPr userDrawn="1">
            <p:custDataLst>
              <p:tags r:id="rId15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chemeClr val="tx2"/>
          </a:solidFill>
          <a:latin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6422">
                <a:schemeClr val="accent1">
                  <a:lumMod val="20000"/>
                  <a:lumOff val="80000"/>
                </a:schemeClr>
              </a:gs>
              <a:gs pos="53000">
                <a:schemeClr val="bg2"/>
              </a:gs>
              <a:gs pos="100000">
                <a:schemeClr val="bg1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9" name="任意多边形: 形状 8"/>
          <p:cNvSpPr/>
          <p:nvPr userDrawn="1">
            <p:custDataLst>
              <p:tags r:id="rId4"/>
            </p:custDataLst>
          </p:nvPr>
        </p:nvSpPr>
        <p:spPr>
          <a:xfrm flipH="1" flipV="1">
            <a:off x="9258304" y="3925701"/>
            <a:ext cx="2933696" cy="2932298"/>
          </a:xfrm>
          <a:custGeom>
            <a:avLst/>
            <a:gdLst>
              <a:gd name="connsiteX0" fmla="*/ 0 w 1556484"/>
              <a:gd name="connsiteY0" fmla="*/ 0 h 1555743"/>
              <a:gd name="connsiteX1" fmla="*/ 1556484 w 1556484"/>
              <a:gd name="connsiteY1" fmla="*/ 0 h 1555743"/>
              <a:gd name="connsiteX2" fmla="*/ 1548919 w 1556484"/>
              <a:gd name="connsiteY2" fmla="*/ 149820 h 1555743"/>
              <a:gd name="connsiteX3" fmla="*/ 150601 w 1556484"/>
              <a:gd name="connsiteY3" fmla="*/ 1548138 h 1555743"/>
              <a:gd name="connsiteX4" fmla="*/ 0 w 1556484"/>
              <a:gd name="connsiteY4" fmla="*/ 1555743 h 1555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56484" h="1555743">
                <a:moveTo>
                  <a:pt x="0" y="0"/>
                </a:moveTo>
                <a:lnTo>
                  <a:pt x="1556484" y="0"/>
                </a:lnTo>
                <a:lnTo>
                  <a:pt x="1548919" y="149820"/>
                </a:lnTo>
                <a:cubicBezTo>
                  <a:pt x="1474043" y="887113"/>
                  <a:pt x="887894" y="1473262"/>
                  <a:pt x="150601" y="1548138"/>
                </a:cubicBezTo>
                <a:lnTo>
                  <a:pt x="0" y="1555743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50000"/>
                </a:schemeClr>
              </a:gs>
              <a:gs pos="57000">
                <a:schemeClr val="accent1">
                  <a:alpha val="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11" name="矩形 10"/>
          <p:cNvSpPr/>
          <p:nvPr userDrawn="1">
            <p:custDataLst>
              <p:tags r:id="rId5"/>
            </p:custDataLst>
          </p:nvPr>
        </p:nvSpPr>
        <p:spPr>
          <a:xfrm>
            <a:off x="1" y="0"/>
            <a:ext cx="12191998" cy="6369977"/>
          </a:xfrm>
          <a:prstGeom prst="rect">
            <a:avLst/>
          </a:prstGeom>
          <a:gradFill flip="none" rotWithShape="1">
            <a:gsLst>
              <a:gs pos="39000">
                <a:schemeClr val="bg2"/>
              </a:gs>
              <a:gs pos="97000">
                <a:schemeClr val="bg1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>
              <a:latin typeface="Arial" panose="020B0604020202020204" pitchFamily="34" charset="0"/>
            </a:endParaRPr>
          </a:p>
        </p:txBody>
      </p:sp>
      <p:pic>
        <p:nvPicPr>
          <p:cNvPr id="12" name="图形 15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1252201" y="4613195"/>
            <a:ext cx="939799" cy="2244805"/>
          </a:xfrm>
          <a:prstGeom prst="rect">
            <a:avLst/>
          </a:prstGeom>
        </p:spPr>
      </p:pic>
      <p:sp>
        <p:nvSpPr>
          <p:cNvPr id="10" name="矩形 9"/>
          <p:cNvSpPr/>
          <p:nvPr userDrawn="1">
            <p:custDataLst>
              <p:tags r:id="rId9"/>
            </p:custDataLst>
          </p:nvPr>
        </p:nvSpPr>
        <p:spPr>
          <a:xfrm>
            <a:off x="1" y="-13335"/>
            <a:ext cx="12191998" cy="636997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15000"/>
                </a:schemeClr>
              </a:gs>
              <a:gs pos="53000">
                <a:schemeClr val="bg2">
                  <a:alpha val="30000"/>
                </a:schemeClr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0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1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2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rmAutofit/>
          </a:bodyPr>
          <a:lstStyle/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13" name="KSO_TEMPLATE" hidden="1"/>
          <p:cNvSpPr/>
          <p:nvPr userDrawn="1">
            <p:custDataLst>
              <p:tags r:id="rId15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chemeClr val="tx2"/>
          </a:solidFill>
          <a:latin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6422">
                <a:schemeClr val="accent1">
                  <a:lumMod val="20000"/>
                  <a:lumOff val="80000"/>
                </a:schemeClr>
              </a:gs>
              <a:gs pos="53000">
                <a:schemeClr val="bg2"/>
              </a:gs>
              <a:gs pos="100000">
                <a:schemeClr val="bg1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9" name="任意多边形: 形状 8"/>
          <p:cNvSpPr/>
          <p:nvPr userDrawn="1">
            <p:custDataLst>
              <p:tags r:id="rId4"/>
            </p:custDataLst>
          </p:nvPr>
        </p:nvSpPr>
        <p:spPr>
          <a:xfrm flipH="1" flipV="1">
            <a:off x="9258304" y="3925701"/>
            <a:ext cx="2933696" cy="2932298"/>
          </a:xfrm>
          <a:custGeom>
            <a:avLst/>
            <a:gdLst>
              <a:gd name="connsiteX0" fmla="*/ 0 w 1556484"/>
              <a:gd name="connsiteY0" fmla="*/ 0 h 1555743"/>
              <a:gd name="connsiteX1" fmla="*/ 1556484 w 1556484"/>
              <a:gd name="connsiteY1" fmla="*/ 0 h 1555743"/>
              <a:gd name="connsiteX2" fmla="*/ 1548919 w 1556484"/>
              <a:gd name="connsiteY2" fmla="*/ 149820 h 1555743"/>
              <a:gd name="connsiteX3" fmla="*/ 150601 w 1556484"/>
              <a:gd name="connsiteY3" fmla="*/ 1548138 h 1555743"/>
              <a:gd name="connsiteX4" fmla="*/ 0 w 1556484"/>
              <a:gd name="connsiteY4" fmla="*/ 1555743 h 1555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56484" h="1555743">
                <a:moveTo>
                  <a:pt x="0" y="0"/>
                </a:moveTo>
                <a:lnTo>
                  <a:pt x="1556484" y="0"/>
                </a:lnTo>
                <a:lnTo>
                  <a:pt x="1548919" y="149820"/>
                </a:lnTo>
                <a:cubicBezTo>
                  <a:pt x="1474043" y="887113"/>
                  <a:pt x="887894" y="1473262"/>
                  <a:pt x="150601" y="1548138"/>
                </a:cubicBezTo>
                <a:lnTo>
                  <a:pt x="0" y="1555743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50000"/>
                </a:schemeClr>
              </a:gs>
              <a:gs pos="57000">
                <a:schemeClr val="accent1">
                  <a:alpha val="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11" name="矩形 10"/>
          <p:cNvSpPr/>
          <p:nvPr userDrawn="1">
            <p:custDataLst>
              <p:tags r:id="rId5"/>
            </p:custDataLst>
          </p:nvPr>
        </p:nvSpPr>
        <p:spPr>
          <a:xfrm>
            <a:off x="1" y="0"/>
            <a:ext cx="12191998" cy="6369977"/>
          </a:xfrm>
          <a:prstGeom prst="rect">
            <a:avLst/>
          </a:prstGeom>
          <a:gradFill flip="none" rotWithShape="1">
            <a:gsLst>
              <a:gs pos="39000">
                <a:schemeClr val="bg2"/>
              </a:gs>
              <a:gs pos="97000">
                <a:schemeClr val="bg1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>
              <a:latin typeface="Arial" panose="020B0604020202020204" pitchFamily="34" charset="0"/>
            </a:endParaRPr>
          </a:p>
        </p:txBody>
      </p:sp>
      <p:pic>
        <p:nvPicPr>
          <p:cNvPr id="12" name="图形 15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1252201" y="4613195"/>
            <a:ext cx="939799" cy="2244805"/>
          </a:xfrm>
          <a:prstGeom prst="rect">
            <a:avLst/>
          </a:prstGeom>
        </p:spPr>
      </p:pic>
      <p:sp>
        <p:nvSpPr>
          <p:cNvPr id="10" name="矩形 9"/>
          <p:cNvSpPr/>
          <p:nvPr userDrawn="1">
            <p:custDataLst>
              <p:tags r:id="rId9"/>
            </p:custDataLst>
          </p:nvPr>
        </p:nvSpPr>
        <p:spPr>
          <a:xfrm>
            <a:off x="1" y="-13335"/>
            <a:ext cx="12191998" cy="636997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15000"/>
                </a:schemeClr>
              </a:gs>
              <a:gs pos="53000">
                <a:schemeClr val="bg2">
                  <a:alpha val="30000"/>
                </a:schemeClr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0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1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2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rmAutofit/>
          </a:bodyPr>
          <a:lstStyle/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13" name="KSO_TEMPLATE" hidden="1"/>
          <p:cNvSpPr/>
          <p:nvPr userDrawn="1">
            <p:custDataLst>
              <p:tags r:id="rId15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chemeClr val="tx2"/>
          </a:solidFill>
          <a:latin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6422">
                <a:schemeClr val="accent1">
                  <a:lumMod val="20000"/>
                  <a:lumOff val="80000"/>
                </a:schemeClr>
              </a:gs>
              <a:gs pos="53000">
                <a:schemeClr val="bg2"/>
              </a:gs>
              <a:gs pos="100000">
                <a:schemeClr val="bg1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9" name="任意多边形: 形状 8"/>
          <p:cNvSpPr/>
          <p:nvPr userDrawn="1">
            <p:custDataLst>
              <p:tags r:id="rId4"/>
            </p:custDataLst>
          </p:nvPr>
        </p:nvSpPr>
        <p:spPr>
          <a:xfrm flipH="1" flipV="1">
            <a:off x="9258304" y="3925701"/>
            <a:ext cx="2933696" cy="2932298"/>
          </a:xfrm>
          <a:custGeom>
            <a:avLst/>
            <a:gdLst>
              <a:gd name="connsiteX0" fmla="*/ 0 w 1556484"/>
              <a:gd name="connsiteY0" fmla="*/ 0 h 1555743"/>
              <a:gd name="connsiteX1" fmla="*/ 1556484 w 1556484"/>
              <a:gd name="connsiteY1" fmla="*/ 0 h 1555743"/>
              <a:gd name="connsiteX2" fmla="*/ 1548919 w 1556484"/>
              <a:gd name="connsiteY2" fmla="*/ 149820 h 1555743"/>
              <a:gd name="connsiteX3" fmla="*/ 150601 w 1556484"/>
              <a:gd name="connsiteY3" fmla="*/ 1548138 h 1555743"/>
              <a:gd name="connsiteX4" fmla="*/ 0 w 1556484"/>
              <a:gd name="connsiteY4" fmla="*/ 1555743 h 1555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56484" h="1555743">
                <a:moveTo>
                  <a:pt x="0" y="0"/>
                </a:moveTo>
                <a:lnTo>
                  <a:pt x="1556484" y="0"/>
                </a:lnTo>
                <a:lnTo>
                  <a:pt x="1548919" y="149820"/>
                </a:lnTo>
                <a:cubicBezTo>
                  <a:pt x="1474043" y="887113"/>
                  <a:pt x="887894" y="1473262"/>
                  <a:pt x="150601" y="1548138"/>
                </a:cubicBezTo>
                <a:lnTo>
                  <a:pt x="0" y="1555743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50000"/>
                </a:schemeClr>
              </a:gs>
              <a:gs pos="57000">
                <a:schemeClr val="accent1">
                  <a:alpha val="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11" name="矩形 10"/>
          <p:cNvSpPr/>
          <p:nvPr userDrawn="1">
            <p:custDataLst>
              <p:tags r:id="rId5"/>
            </p:custDataLst>
          </p:nvPr>
        </p:nvSpPr>
        <p:spPr>
          <a:xfrm>
            <a:off x="1" y="0"/>
            <a:ext cx="12191998" cy="6369977"/>
          </a:xfrm>
          <a:prstGeom prst="rect">
            <a:avLst/>
          </a:prstGeom>
          <a:gradFill flip="none" rotWithShape="1">
            <a:gsLst>
              <a:gs pos="39000">
                <a:schemeClr val="bg2"/>
              </a:gs>
              <a:gs pos="97000">
                <a:schemeClr val="bg1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>
              <a:latin typeface="Arial" panose="020B0604020202020204" pitchFamily="34" charset="0"/>
            </a:endParaRPr>
          </a:p>
        </p:txBody>
      </p:sp>
      <p:pic>
        <p:nvPicPr>
          <p:cNvPr id="12" name="图形 15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1252201" y="4613195"/>
            <a:ext cx="939799" cy="2244805"/>
          </a:xfrm>
          <a:prstGeom prst="rect">
            <a:avLst/>
          </a:prstGeom>
        </p:spPr>
      </p:pic>
      <p:sp>
        <p:nvSpPr>
          <p:cNvPr id="10" name="矩形 9"/>
          <p:cNvSpPr/>
          <p:nvPr userDrawn="1">
            <p:custDataLst>
              <p:tags r:id="rId9"/>
            </p:custDataLst>
          </p:nvPr>
        </p:nvSpPr>
        <p:spPr>
          <a:xfrm>
            <a:off x="1" y="-13335"/>
            <a:ext cx="12191998" cy="636997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15000"/>
                </a:schemeClr>
              </a:gs>
              <a:gs pos="53000">
                <a:schemeClr val="bg2">
                  <a:alpha val="30000"/>
                </a:schemeClr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0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1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2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rmAutofit/>
          </a:bodyPr>
          <a:lstStyle/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13" name="KSO_TEMPLATE" hidden="1"/>
          <p:cNvSpPr/>
          <p:nvPr userDrawn="1">
            <p:custDataLst>
              <p:tags r:id="rId15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chemeClr val="tx2"/>
          </a:solidFill>
          <a:latin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6422">
                <a:schemeClr val="accent1">
                  <a:lumMod val="20000"/>
                  <a:lumOff val="80000"/>
                </a:schemeClr>
              </a:gs>
              <a:gs pos="53000">
                <a:schemeClr val="bg2"/>
              </a:gs>
              <a:gs pos="100000">
                <a:schemeClr val="bg1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9" name="任意多边形: 形状 8"/>
          <p:cNvSpPr/>
          <p:nvPr userDrawn="1">
            <p:custDataLst>
              <p:tags r:id="rId4"/>
            </p:custDataLst>
          </p:nvPr>
        </p:nvSpPr>
        <p:spPr>
          <a:xfrm flipH="1" flipV="1">
            <a:off x="9258304" y="3925701"/>
            <a:ext cx="2933696" cy="2932298"/>
          </a:xfrm>
          <a:custGeom>
            <a:avLst/>
            <a:gdLst>
              <a:gd name="connsiteX0" fmla="*/ 0 w 1556484"/>
              <a:gd name="connsiteY0" fmla="*/ 0 h 1555743"/>
              <a:gd name="connsiteX1" fmla="*/ 1556484 w 1556484"/>
              <a:gd name="connsiteY1" fmla="*/ 0 h 1555743"/>
              <a:gd name="connsiteX2" fmla="*/ 1548919 w 1556484"/>
              <a:gd name="connsiteY2" fmla="*/ 149820 h 1555743"/>
              <a:gd name="connsiteX3" fmla="*/ 150601 w 1556484"/>
              <a:gd name="connsiteY3" fmla="*/ 1548138 h 1555743"/>
              <a:gd name="connsiteX4" fmla="*/ 0 w 1556484"/>
              <a:gd name="connsiteY4" fmla="*/ 1555743 h 1555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56484" h="1555743">
                <a:moveTo>
                  <a:pt x="0" y="0"/>
                </a:moveTo>
                <a:lnTo>
                  <a:pt x="1556484" y="0"/>
                </a:lnTo>
                <a:lnTo>
                  <a:pt x="1548919" y="149820"/>
                </a:lnTo>
                <a:cubicBezTo>
                  <a:pt x="1474043" y="887113"/>
                  <a:pt x="887894" y="1473262"/>
                  <a:pt x="150601" y="1548138"/>
                </a:cubicBezTo>
                <a:lnTo>
                  <a:pt x="0" y="1555743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50000"/>
                </a:schemeClr>
              </a:gs>
              <a:gs pos="57000">
                <a:schemeClr val="accent1">
                  <a:alpha val="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11" name="矩形 10"/>
          <p:cNvSpPr/>
          <p:nvPr userDrawn="1">
            <p:custDataLst>
              <p:tags r:id="rId5"/>
            </p:custDataLst>
          </p:nvPr>
        </p:nvSpPr>
        <p:spPr>
          <a:xfrm>
            <a:off x="1" y="0"/>
            <a:ext cx="12191998" cy="6369977"/>
          </a:xfrm>
          <a:prstGeom prst="rect">
            <a:avLst/>
          </a:prstGeom>
          <a:gradFill flip="none" rotWithShape="1">
            <a:gsLst>
              <a:gs pos="39000">
                <a:schemeClr val="bg2"/>
              </a:gs>
              <a:gs pos="97000">
                <a:schemeClr val="bg1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>
              <a:latin typeface="Arial" panose="020B0604020202020204" pitchFamily="34" charset="0"/>
            </a:endParaRPr>
          </a:p>
        </p:txBody>
      </p:sp>
      <p:pic>
        <p:nvPicPr>
          <p:cNvPr id="12" name="图形 15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1252201" y="4613195"/>
            <a:ext cx="939799" cy="2244805"/>
          </a:xfrm>
          <a:prstGeom prst="rect">
            <a:avLst/>
          </a:prstGeom>
        </p:spPr>
      </p:pic>
      <p:sp>
        <p:nvSpPr>
          <p:cNvPr id="10" name="矩形 9"/>
          <p:cNvSpPr/>
          <p:nvPr userDrawn="1">
            <p:custDataLst>
              <p:tags r:id="rId9"/>
            </p:custDataLst>
          </p:nvPr>
        </p:nvSpPr>
        <p:spPr>
          <a:xfrm>
            <a:off x="1" y="-13335"/>
            <a:ext cx="12191998" cy="636997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15000"/>
                </a:schemeClr>
              </a:gs>
              <a:gs pos="53000">
                <a:schemeClr val="bg2">
                  <a:alpha val="30000"/>
                </a:schemeClr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0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1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2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rmAutofit/>
          </a:bodyPr>
          <a:lstStyle/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13" name="KSO_TEMPLATE" hidden="1"/>
          <p:cNvSpPr/>
          <p:nvPr userDrawn="1">
            <p:custDataLst>
              <p:tags r:id="rId15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chemeClr val="tx2"/>
          </a:solidFill>
          <a:latin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6422">
                <a:schemeClr val="accent1">
                  <a:lumMod val="20000"/>
                  <a:lumOff val="80000"/>
                </a:schemeClr>
              </a:gs>
              <a:gs pos="53000">
                <a:schemeClr val="bg2"/>
              </a:gs>
              <a:gs pos="100000">
                <a:schemeClr val="bg1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9" name="任意多边形: 形状 8"/>
          <p:cNvSpPr/>
          <p:nvPr userDrawn="1">
            <p:custDataLst>
              <p:tags r:id="rId4"/>
            </p:custDataLst>
          </p:nvPr>
        </p:nvSpPr>
        <p:spPr>
          <a:xfrm flipH="1" flipV="1">
            <a:off x="9258304" y="3925701"/>
            <a:ext cx="2933696" cy="2932298"/>
          </a:xfrm>
          <a:custGeom>
            <a:avLst/>
            <a:gdLst>
              <a:gd name="connsiteX0" fmla="*/ 0 w 1556484"/>
              <a:gd name="connsiteY0" fmla="*/ 0 h 1555743"/>
              <a:gd name="connsiteX1" fmla="*/ 1556484 w 1556484"/>
              <a:gd name="connsiteY1" fmla="*/ 0 h 1555743"/>
              <a:gd name="connsiteX2" fmla="*/ 1548919 w 1556484"/>
              <a:gd name="connsiteY2" fmla="*/ 149820 h 1555743"/>
              <a:gd name="connsiteX3" fmla="*/ 150601 w 1556484"/>
              <a:gd name="connsiteY3" fmla="*/ 1548138 h 1555743"/>
              <a:gd name="connsiteX4" fmla="*/ 0 w 1556484"/>
              <a:gd name="connsiteY4" fmla="*/ 1555743 h 1555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56484" h="1555743">
                <a:moveTo>
                  <a:pt x="0" y="0"/>
                </a:moveTo>
                <a:lnTo>
                  <a:pt x="1556484" y="0"/>
                </a:lnTo>
                <a:lnTo>
                  <a:pt x="1548919" y="149820"/>
                </a:lnTo>
                <a:cubicBezTo>
                  <a:pt x="1474043" y="887113"/>
                  <a:pt x="887894" y="1473262"/>
                  <a:pt x="150601" y="1548138"/>
                </a:cubicBezTo>
                <a:lnTo>
                  <a:pt x="0" y="1555743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50000"/>
                </a:schemeClr>
              </a:gs>
              <a:gs pos="57000">
                <a:schemeClr val="accent1">
                  <a:alpha val="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11" name="矩形 10"/>
          <p:cNvSpPr/>
          <p:nvPr userDrawn="1">
            <p:custDataLst>
              <p:tags r:id="rId5"/>
            </p:custDataLst>
          </p:nvPr>
        </p:nvSpPr>
        <p:spPr>
          <a:xfrm>
            <a:off x="1" y="0"/>
            <a:ext cx="12191998" cy="6369977"/>
          </a:xfrm>
          <a:prstGeom prst="rect">
            <a:avLst/>
          </a:prstGeom>
          <a:gradFill flip="none" rotWithShape="1">
            <a:gsLst>
              <a:gs pos="39000">
                <a:schemeClr val="bg2"/>
              </a:gs>
              <a:gs pos="97000">
                <a:schemeClr val="bg1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>
              <a:latin typeface="Arial" panose="020B0604020202020204" pitchFamily="34" charset="0"/>
            </a:endParaRPr>
          </a:p>
        </p:txBody>
      </p:sp>
      <p:pic>
        <p:nvPicPr>
          <p:cNvPr id="12" name="图形 15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1252201" y="4613195"/>
            <a:ext cx="939799" cy="2244805"/>
          </a:xfrm>
          <a:prstGeom prst="rect">
            <a:avLst/>
          </a:prstGeom>
        </p:spPr>
      </p:pic>
      <p:sp>
        <p:nvSpPr>
          <p:cNvPr id="10" name="矩形 9"/>
          <p:cNvSpPr/>
          <p:nvPr userDrawn="1">
            <p:custDataLst>
              <p:tags r:id="rId9"/>
            </p:custDataLst>
          </p:nvPr>
        </p:nvSpPr>
        <p:spPr>
          <a:xfrm>
            <a:off x="1" y="-13335"/>
            <a:ext cx="12191998" cy="636997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15000"/>
                </a:schemeClr>
              </a:gs>
              <a:gs pos="53000">
                <a:schemeClr val="bg2">
                  <a:alpha val="30000"/>
                </a:schemeClr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0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1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2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rmAutofit/>
          </a:bodyPr>
          <a:lstStyle/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13" name="KSO_TEMPLATE" hidden="1"/>
          <p:cNvSpPr/>
          <p:nvPr userDrawn="1">
            <p:custDataLst>
              <p:tags r:id="rId15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chemeClr val="tx2"/>
          </a:solidFill>
          <a:latin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6422">
                <a:schemeClr val="accent1">
                  <a:lumMod val="20000"/>
                  <a:lumOff val="80000"/>
                </a:schemeClr>
              </a:gs>
              <a:gs pos="53000">
                <a:schemeClr val="bg2"/>
              </a:gs>
              <a:gs pos="100000">
                <a:schemeClr val="bg1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9" name="任意多边形: 形状 8"/>
          <p:cNvSpPr/>
          <p:nvPr userDrawn="1">
            <p:custDataLst>
              <p:tags r:id="rId4"/>
            </p:custDataLst>
          </p:nvPr>
        </p:nvSpPr>
        <p:spPr>
          <a:xfrm flipH="1" flipV="1">
            <a:off x="9258304" y="3925701"/>
            <a:ext cx="2933696" cy="2932298"/>
          </a:xfrm>
          <a:custGeom>
            <a:avLst/>
            <a:gdLst>
              <a:gd name="connsiteX0" fmla="*/ 0 w 1556484"/>
              <a:gd name="connsiteY0" fmla="*/ 0 h 1555743"/>
              <a:gd name="connsiteX1" fmla="*/ 1556484 w 1556484"/>
              <a:gd name="connsiteY1" fmla="*/ 0 h 1555743"/>
              <a:gd name="connsiteX2" fmla="*/ 1548919 w 1556484"/>
              <a:gd name="connsiteY2" fmla="*/ 149820 h 1555743"/>
              <a:gd name="connsiteX3" fmla="*/ 150601 w 1556484"/>
              <a:gd name="connsiteY3" fmla="*/ 1548138 h 1555743"/>
              <a:gd name="connsiteX4" fmla="*/ 0 w 1556484"/>
              <a:gd name="connsiteY4" fmla="*/ 1555743 h 1555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56484" h="1555743">
                <a:moveTo>
                  <a:pt x="0" y="0"/>
                </a:moveTo>
                <a:lnTo>
                  <a:pt x="1556484" y="0"/>
                </a:lnTo>
                <a:lnTo>
                  <a:pt x="1548919" y="149820"/>
                </a:lnTo>
                <a:cubicBezTo>
                  <a:pt x="1474043" y="887113"/>
                  <a:pt x="887894" y="1473262"/>
                  <a:pt x="150601" y="1548138"/>
                </a:cubicBezTo>
                <a:lnTo>
                  <a:pt x="0" y="1555743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50000"/>
                </a:schemeClr>
              </a:gs>
              <a:gs pos="57000">
                <a:schemeClr val="accent1">
                  <a:alpha val="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11" name="矩形 10"/>
          <p:cNvSpPr/>
          <p:nvPr userDrawn="1">
            <p:custDataLst>
              <p:tags r:id="rId5"/>
            </p:custDataLst>
          </p:nvPr>
        </p:nvSpPr>
        <p:spPr>
          <a:xfrm>
            <a:off x="1" y="0"/>
            <a:ext cx="12191998" cy="6369977"/>
          </a:xfrm>
          <a:prstGeom prst="rect">
            <a:avLst/>
          </a:prstGeom>
          <a:gradFill flip="none" rotWithShape="1">
            <a:gsLst>
              <a:gs pos="39000">
                <a:schemeClr val="bg2"/>
              </a:gs>
              <a:gs pos="97000">
                <a:schemeClr val="bg1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>
              <a:latin typeface="Arial" panose="020B0604020202020204" pitchFamily="34" charset="0"/>
            </a:endParaRPr>
          </a:p>
        </p:txBody>
      </p:sp>
      <p:pic>
        <p:nvPicPr>
          <p:cNvPr id="12" name="图形 15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1252201" y="4613195"/>
            <a:ext cx="939799" cy="2244805"/>
          </a:xfrm>
          <a:prstGeom prst="rect">
            <a:avLst/>
          </a:prstGeom>
        </p:spPr>
      </p:pic>
      <p:sp>
        <p:nvSpPr>
          <p:cNvPr id="10" name="矩形 9"/>
          <p:cNvSpPr/>
          <p:nvPr userDrawn="1">
            <p:custDataLst>
              <p:tags r:id="rId9"/>
            </p:custDataLst>
          </p:nvPr>
        </p:nvSpPr>
        <p:spPr>
          <a:xfrm>
            <a:off x="1" y="-13335"/>
            <a:ext cx="12191998" cy="636997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15000"/>
                </a:schemeClr>
              </a:gs>
              <a:gs pos="53000">
                <a:schemeClr val="bg2">
                  <a:alpha val="30000"/>
                </a:schemeClr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0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1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2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rmAutofit/>
          </a:bodyPr>
          <a:lstStyle/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13" name="KSO_TEMPLATE" hidden="1"/>
          <p:cNvSpPr/>
          <p:nvPr userDrawn="1">
            <p:custDataLst>
              <p:tags r:id="rId15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chemeClr val="tx2"/>
          </a:solidFill>
          <a:latin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6422">
                <a:schemeClr val="accent1">
                  <a:lumMod val="20000"/>
                  <a:lumOff val="80000"/>
                </a:schemeClr>
              </a:gs>
              <a:gs pos="53000">
                <a:schemeClr val="bg2"/>
              </a:gs>
              <a:gs pos="100000">
                <a:schemeClr val="bg1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9" name="任意多边形: 形状 8"/>
          <p:cNvSpPr/>
          <p:nvPr userDrawn="1">
            <p:custDataLst>
              <p:tags r:id="rId4"/>
            </p:custDataLst>
          </p:nvPr>
        </p:nvSpPr>
        <p:spPr>
          <a:xfrm flipH="1" flipV="1">
            <a:off x="9258304" y="3925701"/>
            <a:ext cx="2933696" cy="2932298"/>
          </a:xfrm>
          <a:custGeom>
            <a:avLst/>
            <a:gdLst>
              <a:gd name="connsiteX0" fmla="*/ 0 w 1556484"/>
              <a:gd name="connsiteY0" fmla="*/ 0 h 1555743"/>
              <a:gd name="connsiteX1" fmla="*/ 1556484 w 1556484"/>
              <a:gd name="connsiteY1" fmla="*/ 0 h 1555743"/>
              <a:gd name="connsiteX2" fmla="*/ 1548919 w 1556484"/>
              <a:gd name="connsiteY2" fmla="*/ 149820 h 1555743"/>
              <a:gd name="connsiteX3" fmla="*/ 150601 w 1556484"/>
              <a:gd name="connsiteY3" fmla="*/ 1548138 h 1555743"/>
              <a:gd name="connsiteX4" fmla="*/ 0 w 1556484"/>
              <a:gd name="connsiteY4" fmla="*/ 1555743 h 1555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56484" h="1555743">
                <a:moveTo>
                  <a:pt x="0" y="0"/>
                </a:moveTo>
                <a:lnTo>
                  <a:pt x="1556484" y="0"/>
                </a:lnTo>
                <a:lnTo>
                  <a:pt x="1548919" y="149820"/>
                </a:lnTo>
                <a:cubicBezTo>
                  <a:pt x="1474043" y="887113"/>
                  <a:pt x="887894" y="1473262"/>
                  <a:pt x="150601" y="1548138"/>
                </a:cubicBezTo>
                <a:lnTo>
                  <a:pt x="0" y="1555743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50000"/>
                </a:schemeClr>
              </a:gs>
              <a:gs pos="57000">
                <a:schemeClr val="accent1">
                  <a:alpha val="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11" name="矩形 10"/>
          <p:cNvSpPr/>
          <p:nvPr userDrawn="1">
            <p:custDataLst>
              <p:tags r:id="rId5"/>
            </p:custDataLst>
          </p:nvPr>
        </p:nvSpPr>
        <p:spPr>
          <a:xfrm>
            <a:off x="1" y="0"/>
            <a:ext cx="12191998" cy="6369977"/>
          </a:xfrm>
          <a:prstGeom prst="rect">
            <a:avLst/>
          </a:prstGeom>
          <a:gradFill flip="none" rotWithShape="1">
            <a:gsLst>
              <a:gs pos="39000">
                <a:schemeClr val="bg2"/>
              </a:gs>
              <a:gs pos="97000">
                <a:schemeClr val="bg1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>
              <a:latin typeface="Arial" panose="020B0604020202020204" pitchFamily="34" charset="0"/>
            </a:endParaRPr>
          </a:p>
        </p:txBody>
      </p:sp>
      <p:pic>
        <p:nvPicPr>
          <p:cNvPr id="12" name="图形 15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1252201" y="4613195"/>
            <a:ext cx="939799" cy="2244805"/>
          </a:xfrm>
          <a:prstGeom prst="rect">
            <a:avLst/>
          </a:prstGeom>
        </p:spPr>
      </p:pic>
      <p:sp>
        <p:nvSpPr>
          <p:cNvPr id="10" name="矩形 9"/>
          <p:cNvSpPr/>
          <p:nvPr userDrawn="1">
            <p:custDataLst>
              <p:tags r:id="rId9"/>
            </p:custDataLst>
          </p:nvPr>
        </p:nvSpPr>
        <p:spPr>
          <a:xfrm>
            <a:off x="1" y="-13335"/>
            <a:ext cx="12191998" cy="636997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15000"/>
                </a:schemeClr>
              </a:gs>
              <a:gs pos="53000">
                <a:schemeClr val="bg2">
                  <a:alpha val="30000"/>
                </a:schemeClr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0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1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2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rmAutofit/>
          </a:bodyPr>
          <a:lstStyle/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13" name="KSO_TEMPLATE" hidden="1"/>
          <p:cNvSpPr/>
          <p:nvPr userDrawn="1">
            <p:custDataLst>
              <p:tags r:id="rId15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chemeClr val="tx2"/>
          </a:solidFill>
          <a:latin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6422">
                <a:schemeClr val="accent1">
                  <a:lumMod val="20000"/>
                  <a:lumOff val="80000"/>
                </a:schemeClr>
              </a:gs>
              <a:gs pos="53000">
                <a:schemeClr val="bg2"/>
              </a:gs>
              <a:gs pos="100000">
                <a:schemeClr val="bg1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9" name="任意多边形: 形状 8"/>
          <p:cNvSpPr/>
          <p:nvPr userDrawn="1">
            <p:custDataLst>
              <p:tags r:id="rId4"/>
            </p:custDataLst>
          </p:nvPr>
        </p:nvSpPr>
        <p:spPr>
          <a:xfrm flipH="1" flipV="1">
            <a:off x="9258304" y="3925701"/>
            <a:ext cx="2933696" cy="2932298"/>
          </a:xfrm>
          <a:custGeom>
            <a:avLst/>
            <a:gdLst>
              <a:gd name="connsiteX0" fmla="*/ 0 w 1556484"/>
              <a:gd name="connsiteY0" fmla="*/ 0 h 1555743"/>
              <a:gd name="connsiteX1" fmla="*/ 1556484 w 1556484"/>
              <a:gd name="connsiteY1" fmla="*/ 0 h 1555743"/>
              <a:gd name="connsiteX2" fmla="*/ 1548919 w 1556484"/>
              <a:gd name="connsiteY2" fmla="*/ 149820 h 1555743"/>
              <a:gd name="connsiteX3" fmla="*/ 150601 w 1556484"/>
              <a:gd name="connsiteY3" fmla="*/ 1548138 h 1555743"/>
              <a:gd name="connsiteX4" fmla="*/ 0 w 1556484"/>
              <a:gd name="connsiteY4" fmla="*/ 1555743 h 1555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56484" h="1555743">
                <a:moveTo>
                  <a:pt x="0" y="0"/>
                </a:moveTo>
                <a:lnTo>
                  <a:pt x="1556484" y="0"/>
                </a:lnTo>
                <a:lnTo>
                  <a:pt x="1548919" y="149820"/>
                </a:lnTo>
                <a:cubicBezTo>
                  <a:pt x="1474043" y="887113"/>
                  <a:pt x="887894" y="1473262"/>
                  <a:pt x="150601" y="1548138"/>
                </a:cubicBezTo>
                <a:lnTo>
                  <a:pt x="0" y="1555743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50000"/>
                </a:schemeClr>
              </a:gs>
              <a:gs pos="57000">
                <a:schemeClr val="accent1">
                  <a:alpha val="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11" name="矩形 10"/>
          <p:cNvSpPr/>
          <p:nvPr userDrawn="1">
            <p:custDataLst>
              <p:tags r:id="rId5"/>
            </p:custDataLst>
          </p:nvPr>
        </p:nvSpPr>
        <p:spPr>
          <a:xfrm>
            <a:off x="1" y="0"/>
            <a:ext cx="12191998" cy="6369977"/>
          </a:xfrm>
          <a:prstGeom prst="rect">
            <a:avLst/>
          </a:prstGeom>
          <a:gradFill flip="none" rotWithShape="1">
            <a:gsLst>
              <a:gs pos="39000">
                <a:schemeClr val="bg2"/>
              </a:gs>
              <a:gs pos="97000">
                <a:schemeClr val="bg1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>
              <a:latin typeface="Arial" panose="020B0604020202020204" pitchFamily="34" charset="0"/>
            </a:endParaRPr>
          </a:p>
        </p:txBody>
      </p:sp>
      <p:pic>
        <p:nvPicPr>
          <p:cNvPr id="12" name="图形 15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1252201" y="4613195"/>
            <a:ext cx="939799" cy="2244805"/>
          </a:xfrm>
          <a:prstGeom prst="rect">
            <a:avLst/>
          </a:prstGeom>
        </p:spPr>
      </p:pic>
      <p:sp>
        <p:nvSpPr>
          <p:cNvPr id="10" name="矩形 9"/>
          <p:cNvSpPr/>
          <p:nvPr userDrawn="1">
            <p:custDataLst>
              <p:tags r:id="rId9"/>
            </p:custDataLst>
          </p:nvPr>
        </p:nvSpPr>
        <p:spPr>
          <a:xfrm>
            <a:off x="1" y="-13335"/>
            <a:ext cx="12191998" cy="636997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15000"/>
                </a:schemeClr>
              </a:gs>
              <a:gs pos="53000">
                <a:schemeClr val="bg2">
                  <a:alpha val="30000"/>
                </a:schemeClr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0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1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2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rmAutofit/>
          </a:bodyPr>
          <a:lstStyle/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13" name="KSO_TEMPLATE" hidden="1"/>
          <p:cNvSpPr/>
          <p:nvPr userDrawn="1">
            <p:custDataLst>
              <p:tags r:id="rId15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chemeClr val="tx2"/>
          </a:solidFill>
          <a:latin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6422">
                <a:schemeClr val="accent1">
                  <a:lumMod val="20000"/>
                  <a:lumOff val="80000"/>
                </a:schemeClr>
              </a:gs>
              <a:gs pos="53000">
                <a:schemeClr val="bg2"/>
              </a:gs>
              <a:gs pos="100000">
                <a:schemeClr val="bg1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9" name="任意多边形: 形状 8"/>
          <p:cNvSpPr/>
          <p:nvPr userDrawn="1">
            <p:custDataLst>
              <p:tags r:id="rId4"/>
            </p:custDataLst>
          </p:nvPr>
        </p:nvSpPr>
        <p:spPr>
          <a:xfrm flipH="1" flipV="1">
            <a:off x="9258304" y="3925701"/>
            <a:ext cx="2933696" cy="2932298"/>
          </a:xfrm>
          <a:custGeom>
            <a:avLst/>
            <a:gdLst>
              <a:gd name="connsiteX0" fmla="*/ 0 w 1556484"/>
              <a:gd name="connsiteY0" fmla="*/ 0 h 1555743"/>
              <a:gd name="connsiteX1" fmla="*/ 1556484 w 1556484"/>
              <a:gd name="connsiteY1" fmla="*/ 0 h 1555743"/>
              <a:gd name="connsiteX2" fmla="*/ 1548919 w 1556484"/>
              <a:gd name="connsiteY2" fmla="*/ 149820 h 1555743"/>
              <a:gd name="connsiteX3" fmla="*/ 150601 w 1556484"/>
              <a:gd name="connsiteY3" fmla="*/ 1548138 h 1555743"/>
              <a:gd name="connsiteX4" fmla="*/ 0 w 1556484"/>
              <a:gd name="connsiteY4" fmla="*/ 1555743 h 1555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56484" h="1555743">
                <a:moveTo>
                  <a:pt x="0" y="0"/>
                </a:moveTo>
                <a:lnTo>
                  <a:pt x="1556484" y="0"/>
                </a:lnTo>
                <a:lnTo>
                  <a:pt x="1548919" y="149820"/>
                </a:lnTo>
                <a:cubicBezTo>
                  <a:pt x="1474043" y="887113"/>
                  <a:pt x="887894" y="1473262"/>
                  <a:pt x="150601" y="1548138"/>
                </a:cubicBezTo>
                <a:lnTo>
                  <a:pt x="0" y="1555743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50000"/>
                </a:schemeClr>
              </a:gs>
              <a:gs pos="57000">
                <a:schemeClr val="accent1">
                  <a:alpha val="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11" name="矩形 10"/>
          <p:cNvSpPr/>
          <p:nvPr userDrawn="1">
            <p:custDataLst>
              <p:tags r:id="rId5"/>
            </p:custDataLst>
          </p:nvPr>
        </p:nvSpPr>
        <p:spPr>
          <a:xfrm>
            <a:off x="1" y="0"/>
            <a:ext cx="12191998" cy="6369977"/>
          </a:xfrm>
          <a:prstGeom prst="rect">
            <a:avLst/>
          </a:prstGeom>
          <a:gradFill flip="none" rotWithShape="1">
            <a:gsLst>
              <a:gs pos="39000">
                <a:schemeClr val="bg2"/>
              </a:gs>
              <a:gs pos="97000">
                <a:schemeClr val="bg1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>
              <a:latin typeface="Arial" panose="020B0604020202020204" pitchFamily="34" charset="0"/>
            </a:endParaRPr>
          </a:p>
        </p:txBody>
      </p:sp>
      <p:pic>
        <p:nvPicPr>
          <p:cNvPr id="12" name="图形 15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1252201" y="4613195"/>
            <a:ext cx="939799" cy="2244805"/>
          </a:xfrm>
          <a:prstGeom prst="rect">
            <a:avLst/>
          </a:prstGeom>
        </p:spPr>
      </p:pic>
      <p:sp>
        <p:nvSpPr>
          <p:cNvPr id="10" name="矩形 9"/>
          <p:cNvSpPr/>
          <p:nvPr userDrawn="1">
            <p:custDataLst>
              <p:tags r:id="rId9"/>
            </p:custDataLst>
          </p:nvPr>
        </p:nvSpPr>
        <p:spPr>
          <a:xfrm>
            <a:off x="1" y="-13335"/>
            <a:ext cx="12191998" cy="636997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15000"/>
                </a:schemeClr>
              </a:gs>
              <a:gs pos="53000">
                <a:schemeClr val="bg2">
                  <a:alpha val="30000"/>
                </a:schemeClr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0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1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2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rmAutofit/>
          </a:bodyPr>
          <a:lstStyle/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13" name="KSO_TEMPLATE" hidden="1"/>
          <p:cNvSpPr/>
          <p:nvPr userDrawn="1">
            <p:custDataLst>
              <p:tags r:id="rId15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chemeClr val="tx2"/>
          </a:solidFill>
          <a:latin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6422">
                <a:schemeClr val="accent1">
                  <a:lumMod val="20000"/>
                  <a:lumOff val="80000"/>
                </a:schemeClr>
              </a:gs>
              <a:gs pos="53000">
                <a:schemeClr val="bg2"/>
              </a:gs>
              <a:gs pos="100000">
                <a:schemeClr val="bg1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9" name="任意多边形: 形状 8"/>
          <p:cNvSpPr/>
          <p:nvPr userDrawn="1">
            <p:custDataLst>
              <p:tags r:id="rId4"/>
            </p:custDataLst>
          </p:nvPr>
        </p:nvSpPr>
        <p:spPr>
          <a:xfrm flipH="1" flipV="1">
            <a:off x="9258304" y="3925701"/>
            <a:ext cx="2933696" cy="2932298"/>
          </a:xfrm>
          <a:custGeom>
            <a:avLst/>
            <a:gdLst>
              <a:gd name="connsiteX0" fmla="*/ 0 w 1556484"/>
              <a:gd name="connsiteY0" fmla="*/ 0 h 1555743"/>
              <a:gd name="connsiteX1" fmla="*/ 1556484 w 1556484"/>
              <a:gd name="connsiteY1" fmla="*/ 0 h 1555743"/>
              <a:gd name="connsiteX2" fmla="*/ 1548919 w 1556484"/>
              <a:gd name="connsiteY2" fmla="*/ 149820 h 1555743"/>
              <a:gd name="connsiteX3" fmla="*/ 150601 w 1556484"/>
              <a:gd name="connsiteY3" fmla="*/ 1548138 h 1555743"/>
              <a:gd name="connsiteX4" fmla="*/ 0 w 1556484"/>
              <a:gd name="connsiteY4" fmla="*/ 1555743 h 1555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56484" h="1555743">
                <a:moveTo>
                  <a:pt x="0" y="0"/>
                </a:moveTo>
                <a:lnTo>
                  <a:pt x="1556484" y="0"/>
                </a:lnTo>
                <a:lnTo>
                  <a:pt x="1548919" y="149820"/>
                </a:lnTo>
                <a:cubicBezTo>
                  <a:pt x="1474043" y="887113"/>
                  <a:pt x="887894" y="1473262"/>
                  <a:pt x="150601" y="1548138"/>
                </a:cubicBezTo>
                <a:lnTo>
                  <a:pt x="0" y="1555743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50000"/>
                </a:schemeClr>
              </a:gs>
              <a:gs pos="57000">
                <a:schemeClr val="accent1">
                  <a:alpha val="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11" name="矩形 10"/>
          <p:cNvSpPr/>
          <p:nvPr userDrawn="1">
            <p:custDataLst>
              <p:tags r:id="rId5"/>
            </p:custDataLst>
          </p:nvPr>
        </p:nvSpPr>
        <p:spPr>
          <a:xfrm>
            <a:off x="1" y="0"/>
            <a:ext cx="12191998" cy="6369977"/>
          </a:xfrm>
          <a:prstGeom prst="rect">
            <a:avLst/>
          </a:prstGeom>
          <a:gradFill flip="none" rotWithShape="1">
            <a:gsLst>
              <a:gs pos="39000">
                <a:schemeClr val="bg2"/>
              </a:gs>
              <a:gs pos="97000">
                <a:schemeClr val="bg1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>
              <a:latin typeface="Arial" panose="020B0604020202020204" pitchFamily="34" charset="0"/>
            </a:endParaRPr>
          </a:p>
        </p:txBody>
      </p:sp>
      <p:pic>
        <p:nvPicPr>
          <p:cNvPr id="12" name="图形 15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1252201" y="4613195"/>
            <a:ext cx="939799" cy="2244805"/>
          </a:xfrm>
          <a:prstGeom prst="rect">
            <a:avLst/>
          </a:prstGeom>
        </p:spPr>
      </p:pic>
      <p:sp>
        <p:nvSpPr>
          <p:cNvPr id="10" name="矩形 9"/>
          <p:cNvSpPr/>
          <p:nvPr userDrawn="1">
            <p:custDataLst>
              <p:tags r:id="rId9"/>
            </p:custDataLst>
          </p:nvPr>
        </p:nvSpPr>
        <p:spPr>
          <a:xfrm>
            <a:off x="1" y="-13335"/>
            <a:ext cx="12191998" cy="636997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15000"/>
                </a:schemeClr>
              </a:gs>
              <a:gs pos="53000">
                <a:schemeClr val="bg2">
                  <a:alpha val="30000"/>
                </a:schemeClr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0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1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2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rmAutofit/>
          </a:bodyPr>
          <a:lstStyle/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13" name="KSO_TEMPLATE" hidden="1"/>
          <p:cNvSpPr/>
          <p:nvPr userDrawn="1">
            <p:custDataLst>
              <p:tags r:id="rId15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83" r:id="rId2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chemeClr val="tx2"/>
          </a:solidFill>
          <a:latin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6422">
                <a:schemeClr val="accent1">
                  <a:lumMod val="20000"/>
                  <a:lumOff val="80000"/>
                </a:schemeClr>
              </a:gs>
              <a:gs pos="53000">
                <a:schemeClr val="bg2"/>
              </a:gs>
              <a:gs pos="100000">
                <a:schemeClr val="bg1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9" name="任意多边形: 形状 8"/>
          <p:cNvSpPr/>
          <p:nvPr userDrawn="1">
            <p:custDataLst>
              <p:tags r:id="rId4"/>
            </p:custDataLst>
          </p:nvPr>
        </p:nvSpPr>
        <p:spPr>
          <a:xfrm flipH="1" flipV="1">
            <a:off x="9258304" y="3925701"/>
            <a:ext cx="2933696" cy="2932298"/>
          </a:xfrm>
          <a:custGeom>
            <a:avLst/>
            <a:gdLst>
              <a:gd name="connsiteX0" fmla="*/ 0 w 1556484"/>
              <a:gd name="connsiteY0" fmla="*/ 0 h 1555743"/>
              <a:gd name="connsiteX1" fmla="*/ 1556484 w 1556484"/>
              <a:gd name="connsiteY1" fmla="*/ 0 h 1555743"/>
              <a:gd name="connsiteX2" fmla="*/ 1548919 w 1556484"/>
              <a:gd name="connsiteY2" fmla="*/ 149820 h 1555743"/>
              <a:gd name="connsiteX3" fmla="*/ 150601 w 1556484"/>
              <a:gd name="connsiteY3" fmla="*/ 1548138 h 1555743"/>
              <a:gd name="connsiteX4" fmla="*/ 0 w 1556484"/>
              <a:gd name="connsiteY4" fmla="*/ 1555743 h 1555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56484" h="1555743">
                <a:moveTo>
                  <a:pt x="0" y="0"/>
                </a:moveTo>
                <a:lnTo>
                  <a:pt x="1556484" y="0"/>
                </a:lnTo>
                <a:lnTo>
                  <a:pt x="1548919" y="149820"/>
                </a:lnTo>
                <a:cubicBezTo>
                  <a:pt x="1474043" y="887113"/>
                  <a:pt x="887894" y="1473262"/>
                  <a:pt x="150601" y="1548138"/>
                </a:cubicBezTo>
                <a:lnTo>
                  <a:pt x="0" y="1555743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50000"/>
                </a:schemeClr>
              </a:gs>
              <a:gs pos="57000">
                <a:schemeClr val="accent1">
                  <a:alpha val="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11" name="矩形 10"/>
          <p:cNvSpPr/>
          <p:nvPr userDrawn="1">
            <p:custDataLst>
              <p:tags r:id="rId5"/>
            </p:custDataLst>
          </p:nvPr>
        </p:nvSpPr>
        <p:spPr>
          <a:xfrm>
            <a:off x="1" y="0"/>
            <a:ext cx="12191998" cy="6369977"/>
          </a:xfrm>
          <a:prstGeom prst="rect">
            <a:avLst/>
          </a:prstGeom>
          <a:gradFill flip="none" rotWithShape="1">
            <a:gsLst>
              <a:gs pos="39000">
                <a:schemeClr val="bg2"/>
              </a:gs>
              <a:gs pos="97000">
                <a:schemeClr val="bg1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>
              <a:latin typeface="Arial" panose="020B0604020202020204" pitchFamily="34" charset="0"/>
            </a:endParaRPr>
          </a:p>
        </p:txBody>
      </p:sp>
      <p:pic>
        <p:nvPicPr>
          <p:cNvPr id="12" name="图形 15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1252201" y="4613195"/>
            <a:ext cx="939799" cy="2244805"/>
          </a:xfrm>
          <a:prstGeom prst="rect">
            <a:avLst/>
          </a:prstGeom>
        </p:spPr>
      </p:pic>
      <p:sp>
        <p:nvSpPr>
          <p:cNvPr id="10" name="矩形 9"/>
          <p:cNvSpPr/>
          <p:nvPr userDrawn="1">
            <p:custDataLst>
              <p:tags r:id="rId9"/>
            </p:custDataLst>
          </p:nvPr>
        </p:nvSpPr>
        <p:spPr>
          <a:xfrm>
            <a:off x="1" y="-13335"/>
            <a:ext cx="12191998" cy="636997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15000"/>
                </a:schemeClr>
              </a:gs>
              <a:gs pos="53000">
                <a:schemeClr val="bg2">
                  <a:alpha val="30000"/>
                </a:schemeClr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0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1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2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rmAutofit/>
          </a:bodyPr>
          <a:lstStyle/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13" name="KSO_TEMPLATE" hidden="1"/>
          <p:cNvSpPr/>
          <p:nvPr userDrawn="1">
            <p:custDataLst>
              <p:tags r:id="rId15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chemeClr val="tx2"/>
          </a:solidFill>
          <a:latin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6422">
                <a:schemeClr val="accent1">
                  <a:lumMod val="20000"/>
                  <a:lumOff val="80000"/>
                </a:schemeClr>
              </a:gs>
              <a:gs pos="53000">
                <a:schemeClr val="bg2"/>
              </a:gs>
              <a:gs pos="100000">
                <a:schemeClr val="bg1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9" name="任意多边形: 形状 8"/>
          <p:cNvSpPr/>
          <p:nvPr userDrawn="1">
            <p:custDataLst>
              <p:tags r:id="rId4"/>
            </p:custDataLst>
          </p:nvPr>
        </p:nvSpPr>
        <p:spPr>
          <a:xfrm flipH="1" flipV="1">
            <a:off x="9258304" y="3925701"/>
            <a:ext cx="2933696" cy="2932298"/>
          </a:xfrm>
          <a:custGeom>
            <a:avLst/>
            <a:gdLst>
              <a:gd name="connsiteX0" fmla="*/ 0 w 1556484"/>
              <a:gd name="connsiteY0" fmla="*/ 0 h 1555743"/>
              <a:gd name="connsiteX1" fmla="*/ 1556484 w 1556484"/>
              <a:gd name="connsiteY1" fmla="*/ 0 h 1555743"/>
              <a:gd name="connsiteX2" fmla="*/ 1548919 w 1556484"/>
              <a:gd name="connsiteY2" fmla="*/ 149820 h 1555743"/>
              <a:gd name="connsiteX3" fmla="*/ 150601 w 1556484"/>
              <a:gd name="connsiteY3" fmla="*/ 1548138 h 1555743"/>
              <a:gd name="connsiteX4" fmla="*/ 0 w 1556484"/>
              <a:gd name="connsiteY4" fmla="*/ 1555743 h 1555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56484" h="1555743">
                <a:moveTo>
                  <a:pt x="0" y="0"/>
                </a:moveTo>
                <a:lnTo>
                  <a:pt x="1556484" y="0"/>
                </a:lnTo>
                <a:lnTo>
                  <a:pt x="1548919" y="149820"/>
                </a:lnTo>
                <a:cubicBezTo>
                  <a:pt x="1474043" y="887113"/>
                  <a:pt x="887894" y="1473262"/>
                  <a:pt x="150601" y="1548138"/>
                </a:cubicBezTo>
                <a:lnTo>
                  <a:pt x="0" y="1555743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50000"/>
                </a:schemeClr>
              </a:gs>
              <a:gs pos="57000">
                <a:schemeClr val="accent1">
                  <a:alpha val="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11" name="矩形 10"/>
          <p:cNvSpPr/>
          <p:nvPr userDrawn="1">
            <p:custDataLst>
              <p:tags r:id="rId5"/>
            </p:custDataLst>
          </p:nvPr>
        </p:nvSpPr>
        <p:spPr>
          <a:xfrm>
            <a:off x="1" y="0"/>
            <a:ext cx="12191998" cy="6369977"/>
          </a:xfrm>
          <a:prstGeom prst="rect">
            <a:avLst/>
          </a:prstGeom>
          <a:gradFill flip="none" rotWithShape="1">
            <a:gsLst>
              <a:gs pos="39000">
                <a:schemeClr val="bg2"/>
              </a:gs>
              <a:gs pos="97000">
                <a:schemeClr val="bg1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>
              <a:latin typeface="Arial" panose="020B0604020202020204" pitchFamily="34" charset="0"/>
            </a:endParaRPr>
          </a:p>
        </p:txBody>
      </p:sp>
      <p:pic>
        <p:nvPicPr>
          <p:cNvPr id="12" name="图形 15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1252201" y="4613195"/>
            <a:ext cx="939799" cy="2244805"/>
          </a:xfrm>
          <a:prstGeom prst="rect">
            <a:avLst/>
          </a:prstGeom>
        </p:spPr>
      </p:pic>
      <p:sp>
        <p:nvSpPr>
          <p:cNvPr id="10" name="矩形 9"/>
          <p:cNvSpPr/>
          <p:nvPr userDrawn="1">
            <p:custDataLst>
              <p:tags r:id="rId9"/>
            </p:custDataLst>
          </p:nvPr>
        </p:nvSpPr>
        <p:spPr>
          <a:xfrm>
            <a:off x="1" y="-13335"/>
            <a:ext cx="12191998" cy="636997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15000"/>
                </a:schemeClr>
              </a:gs>
              <a:gs pos="53000">
                <a:schemeClr val="bg2">
                  <a:alpha val="30000"/>
                </a:schemeClr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0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1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2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rmAutofit/>
          </a:bodyPr>
          <a:lstStyle/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13" name="KSO_TEMPLATE" hidden="1"/>
          <p:cNvSpPr/>
          <p:nvPr userDrawn="1">
            <p:custDataLst>
              <p:tags r:id="rId15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chemeClr val="tx2"/>
          </a:solidFill>
          <a:latin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6422">
                <a:schemeClr val="accent1">
                  <a:lumMod val="20000"/>
                  <a:lumOff val="80000"/>
                </a:schemeClr>
              </a:gs>
              <a:gs pos="53000">
                <a:schemeClr val="bg2"/>
              </a:gs>
              <a:gs pos="100000">
                <a:schemeClr val="bg1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9" name="任意多边形: 形状 8"/>
          <p:cNvSpPr/>
          <p:nvPr userDrawn="1">
            <p:custDataLst>
              <p:tags r:id="rId4"/>
            </p:custDataLst>
          </p:nvPr>
        </p:nvSpPr>
        <p:spPr>
          <a:xfrm flipH="1" flipV="1">
            <a:off x="9258304" y="3925701"/>
            <a:ext cx="2933696" cy="2932298"/>
          </a:xfrm>
          <a:custGeom>
            <a:avLst/>
            <a:gdLst>
              <a:gd name="connsiteX0" fmla="*/ 0 w 1556484"/>
              <a:gd name="connsiteY0" fmla="*/ 0 h 1555743"/>
              <a:gd name="connsiteX1" fmla="*/ 1556484 w 1556484"/>
              <a:gd name="connsiteY1" fmla="*/ 0 h 1555743"/>
              <a:gd name="connsiteX2" fmla="*/ 1548919 w 1556484"/>
              <a:gd name="connsiteY2" fmla="*/ 149820 h 1555743"/>
              <a:gd name="connsiteX3" fmla="*/ 150601 w 1556484"/>
              <a:gd name="connsiteY3" fmla="*/ 1548138 h 1555743"/>
              <a:gd name="connsiteX4" fmla="*/ 0 w 1556484"/>
              <a:gd name="connsiteY4" fmla="*/ 1555743 h 1555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56484" h="1555743">
                <a:moveTo>
                  <a:pt x="0" y="0"/>
                </a:moveTo>
                <a:lnTo>
                  <a:pt x="1556484" y="0"/>
                </a:lnTo>
                <a:lnTo>
                  <a:pt x="1548919" y="149820"/>
                </a:lnTo>
                <a:cubicBezTo>
                  <a:pt x="1474043" y="887113"/>
                  <a:pt x="887894" y="1473262"/>
                  <a:pt x="150601" y="1548138"/>
                </a:cubicBezTo>
                <a:lnTo>
                  <a:pt x="0" y="1555743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50000"/>
                </a:schemeClr>
              </a:gs>
              <a:gs pos="57000">
                <a:schemeClr val="accent1">
                  <a:alpha val="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11" name="矩形 10"/>
          <p:cNvSpPr/>
          <p:nvPr userDrawn="1">
            <p:custDataLst>
              <p:tags r:id="rId5"/>
            </p:custDataLst>
          </p:nvPr>
        </p:nvSpPr>
        <p:spPr>
          <a:xfrm>
            <a:off x="1" y="0"/>
            <a:ext cx="12191998" cy="6369977"/>
          </a:xfrm>
          <a:prstGeom prst="rect">
            <a:avLst/>
          </a:prstGeom>
          <a:gradFill flip="none" rotWithShape="1">
            <a:gsLst>
              <a:gs pos="39000">
                <a:schemeClr val="bg2"/>
              </a:gs>
              <a:gs pos="97000">
                <a:schemeClr val="bg1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>
              <a:latin typeface="Arial" panose="020B0604020202020204" pitchFamily="34" charset="0"/>
            </a:endParaRPr>
          </a:p>
        </p:txBody>
      </p:sp>
      <p:pic>
        <p:nvPicPr>
          <p:cNvPr id="12" name="图形 15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1252201" y="4613195"/>
            <a:ext cx="939799" cy="2244805"/>
          </a:xfrm>
          <a:prstGeom prst="rect">
            <a:avLst/>
          </a:prstGeom>
        </p:spPr>
      </p:pic>
      <p:sp>
        <p:nvSpPr>
          <p:cNvPr id="10" name="矩形 9"/>
          <p:cNvSpPr/>
          <p:nvPr userDrawn="1">
            <p:custDataLst>
              <p:tags r:id="rId9"/>
            </p:custDataLst>
          </p:nvPr>
        </p:nvSpPr>
        <p:spPr>
          <a:xfrm>
            <a:off x="1" y="-13335"/>
            <a:ext cx="12191998" cy="636997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15000"/>
                </a:schemeClr>
              </a:gs>
              <a:gs pos="53000">
                <a:schemeClr val="bg2">
                  <a:alpha val="30000"/>
                </a:schemeClr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0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1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2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rmAutofit/>
          </a:bodyPr>
          <a:lstStyle/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13" name="KSO_TEMPLATE" hidden="1"/>
          <p:cNvSpPr/>
          <p:nvPr userDrawn="1">
            <p:custDataLst>
              <p:tags r:id="rId15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chemeClr val="tx2"/>
          </a:solidFill>
          <a:latin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6422">
                <a:schemeClr val="accent1">
                  <a:lumMod val="20000"/>
                  <a:lumOff val="80000"/>
                </a:schemeClr>
              </a:gs>
              <a:gs pos="53000">
                <a:schemeClr val="bg2"/>
              </a:gs>
              <a:gs pos="100000">
                <a:schemeClr val="bg1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9" name="任意多边形: 形状 8"/>
          <p:cNvSpPr/>
          <p:nvPr userDrawn="1">
            <p:custDataLst>
              <p:tags r:id="rId4"/>
            </p:custDataLst>
          </p:nvPr>
        </p:nvSpPr>
        <p:spPr>
          <a:xfrm flipH="1" flipV="1">
            <a:off x="9258304" y="3925701"/>
            <a:ext cx="2933696" cy="2932298"/>
          </a:xfrm>
          <a:custGeom>
            <a:avLst/>
            <a:gdLst>
              <a:gd name="connsiteX0" fmla="*/ 0 w 1556484"/>
              <a:gd name="connsiteY0" fmla="*/ 0 h 1555743"/>
              <a:gd name="connsiteX1" fmla="*/ 1556484 w 1556484"/>
              <a:gd name="connsiteY1" fmla="*/ 0 h 1555743"/>
              <a:gd name="connsiteX2" fmla="*/ 1548919 w 1556484"/>
              <a:gd name="connsiteY2" fmla="*/ 149820 h 1555743"/>
              <a:gd name="connsiteX3" fmla="*/ 150601 w 1556484"/>
              <a:gd name="connsiteY3" fmla="*/ 1548138 h 1555743"/>
              <a:gd name="connsiteX4" fmla="*/ 0 w 1556484"/>
              <a:gd name="connsiteY4" fmla="*/ 1555743 h 1555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56484" h="1555743">
                <a:moveTo>
                  <a:pt x="0" y="0"/>
                </a:moveTo>
                <a:lnTo>
                  <a:pt x="1556484" y="0"/>
                </a:lnTo>
                <a:lnTo>
                  <a:pt x="1548919" y="149820"/>
                </a:lnTo>
                <a:cubicBezTo>
                  <a:pt x="1474043" y="887113"/>
                  <a:pt x="887894" y="1473262"/>
                  <a:pt x="150601" y="1548138"/>
                </a:cubicBezTo>
                <a:lnTo>
                  <a:pt x="0" y="1555743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50000"/>
                </a:schemeClr>
              </a:gs>
              <a:gs pos="57000">
                <a:schemeClr val="accent1">
                  <a:alpha val="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11" name="矩形 10"/>
          <p:cNvSpPr/>
          <p:nvPr userDrawn="1">
            <p:custDataLst>
              <p:tags r:id="rId5"/>
            </p:custDataLst>
          </p:nvPr>
        </p:nvSpPr>
        <p:spPr>
          <a:xfrm>
            <a:off x="1" y="0"/>
            <a:ext cx="12191998" cy="6369977"/>
          </a:xfrm>
          <a:prstGeom prst="rect">
            <a:avLst/>
          </a:prstGeom>
          <a:gradFill flip="none" rotWithShape="1">
            <a:gsLst>
              <a:gs pos="39000">
                <a:schemeClr val="bg2"/>
              </a:gs>
              <a:gs pos="97000">
                <a:schemeClr val="bg1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>
              <a:latin typeface="Arial" panose="020B0604020202020204" pitchFamily="34" charset="0"/>
            </a:endParaRPr>
          </a:p>
        </p:txBody>
      </p:sp>
      <p:pic>
        <p:nvPicPr>
          <p:cNvPr id="12" name="图形 15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1252201" y="4613195"/>
            <a:ext cx="939799" cy="2244805"/>
          </a:xfrm>
          <a:prstGeom prst="rect">
            <a:avLst/>
          </a:prstGeom>
        </p:spPr>
      </p:pic>
      <p:sp>
        <p:nvSpPr>
          <p:cNvPr id="10" name="矩形 9"/>
          <p:cNvSpPr/>
          <p:nvPr userDrawn="1">
            <p:custDataLst>
              <p:tags r:id="rId9"/>
            </p:custDataLst>
          </p:nvPr>
        </p:nvSpPr>
        <p:spPr>
          <a:xfrm>
            <a:off x="1" y="-13335"/>
            <a:ext cx="12191998" cy="636997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15000"/>
                </a:schemeClr>
              </a:gs>
              <a:gs pos="53000">
                <a:schemeClr val="bg2">
                  <a:alpha val="30000"/>
                </a:schemeClr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0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1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2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rmAutofit/>
          </a:bodyPr>
          <a:lstStyle/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13" name="KSO_TEMPLATE" hidden="1"/>
          <p:cNvSpPr/>
          <p:nvPr userDrawn="1">
            <p:custDataLst>
              <p:tags r:id="rId15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chemeClr val="tx2"/>
          </a:solidFill>
          <a:latin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548.xml"/><Relationship Id="rId3" Type="http://schemas.openxmlformats.org/officeDocument/2006/relationships/tags" Target="../tags/tag547.xml"/><Relationship Id="rId2" Type="http://schemas.openxmlformats.org/officeDocument/2006/relationships/tags" Target="../tags/tag546.xml"/><Relationship Id="rId1" Type="http://schemas.openxmlformats.org/officeDocument/2006/relationships/tags" Target="../tags/tag54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4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5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5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ags" Target="../tags/tag55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tags" Target="../tags/tag55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tags" Target="../tags/tag55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55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tags" Target="../tags/tag55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tags" Target="../tags/tag55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tags" Target="../tags/tag55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6.xml"/><Relationship Id="rId1" Type="http://schemas.openxmlformats.org/officeDocument/2006/relationships/tags" Target="../tags/tag55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tags" Target="../tags/tag560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8.xml"/><Relationship Id="rId1" Type="http://schemas.openxmlformats.org/officeDocument/2006/relationships/tags" Target="../tags/tag56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tags" Target="../tags/tag56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56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tags" Target="../tags/tag56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0.xml"/><Relationship Id="rId1" Type="http://schemas.openxmlformats.org/officeDocument/2006/relationships/tags" Target="../tags/tag56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tags" Target="../tags/tag56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56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tags" Target="../tags/tag568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2.xml"/><Relationship Id="rId1" Type="http://schemas.openxmlformats.org/officeDocument/2006/relationships/tags" Target="../tags/tag569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tags" Target="../tags/tag570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4.xml"/><Relationship Id="rId1" Type="http://schemas.openxmlformats.org/officeDocument/2006/relationships/tags" Target="../tags/tag57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6.xml"/><Relationship Id="rId1" Type="http://schemas.openxmlformats.org/officeDocument/2006/relationships/tags" Target="../tags/tag57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8.xml"/><Relationship Id="rId1" Type="http://schemas.openxmlformats.org/officeDocument/2006/relationships/tags" Target="../tags/tag57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0.xml"/><Relationship Id="rId1" Type="http://schemas.openxmlformats.org/officeDocument/2006/relationships/tags" Target="../tags/tag57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tags" Target="../tags/tag57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2.xml"/><Relationship Id="rId1" Type="http://schemas.openxmlformats.org/officeDocument/2006/relationships/tags" Target="../tags/tag57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838200" y="2047240"/>
            <a:ext cx="6345555" cy="2763520"/>
          </a:xfrm>
        </p:spPr>
        <p:txBody>
          <a:bodyPr/>
          <a:lstStyle/>
          <a:p>
            <a:r>
              <a:rPr lang="en-US" altLang="en-US"/>
              <a:t>IF STATEMENT</a:t>
            </a:r>
            <a:endParaRPr lang="en-US" altLang="en-US"/>
          </a:p>
        </p:txBody>
      </p:sp>
      <p:sp>
        <p:nvSpPr>
          <p:cNvPr id="6" name="公司名"/>
          <p:cNvSpPr>
            <a:spLocks noGrp="1"/>
          </p:cNvSpPr>
          <p:nvPr>
            <p:ph type="body" sz="quarter" idx="13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/>
              <a:t>Click here to add text</a:t>
            </a:r>
            <a:endParaRPr lang="en-US"/>
          </a:p>
        </p:txBody>
      </p:sp>
      <p:sp>
        <p:nvSpPr>
          <p:cNvPr id="10" name="署名"/>
          <p:cNvSpPr>
            <a:spLocks noGrp="1"/>
          </p:cNvSpPr>
          <p:nvPr>
            <p:ph type="body" sz="quarter" idx="17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en-US"/>
              <a:t>ANISH A R</a:t>
            </a:r>
            <a:endParaRPr lang="en-US"/>
          </a:p>
        </p:txBody>
      </p:sp>
    </p:spTree>
    <p:custDataLst>
      <p:tags r:id="rId4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The if / else if / else</a:t>
            </a:r>
            <a:endParaRPr lang="en-US" alt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en-US" altLang="en-US"/>
              <a:t>The if statement evaluates a condition. If the condition is true (any non-zero value), the code block runs. If false (0), the program skips it or moves to the else blocks.</a:t>
            </a:r>
            <a:endParaRPr lang="en-US" altLang="en-US"/>
          </a:p>
          <a:p>
            <a:r>
              <a:rPr lang="en-US" altLang="en-US"/>
              <a:t>Structural Breakdown:</a:t>
            </a:r>
            <a:endParaRPr lang="en-US" altLang="en-US"/>
          </a:p>
          <a:p>
            <a:pPr marL="457200" indent="-457200">
              <a:buFont typeface="+mj-lt"/>
              <a:buAutoNum type="alphaLcParenR"/>
            </a:pPr>
            <a:r>
              <a:rPr lang="en-US" altLang="en-US"/>
              <a:t>if: The initial entry gate. It evaluates a boolean expression.</a:t>
            </a:r>
            <a:endParaRPr lang="en-US" altLang="en-US"/>
          </a:p>
          <a:p>
            <a:pPr marL="457200" indent="-457200">
              <a:buFont typeface="+mj-lt"/>
              <a:buAutoNum type="alphaLcParenR"/>
            </a:pPr>
            <a:r>
              <a:rPr lang="en-US" altLang="en-US"/>
              <a:t>else if: Optional checkpoints. They only evaluate if all previous conditions were false.</a:t>
            </a:r>
            <a:endParaRPr lang="en-US" altLang="en-US"/>
          </a:p>
          <a:p>
            <a:pPr marL="457200" indent="-457200">
              <a:buFont typeface="+mj-lt"/>
              <a:buAutoNum type="alphaLcParenR"/>
            </a:pPr>
            <a:r>
              <a:rPr lang="en-US" altLang="en-US"/>
              <a:t>else: The ultimate fallback option. It runs only when every single condition above it fails.</a:t>
            </a:r>
            <a:endParaRPr lang="en-US" altLang="en-US"/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Example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>
          <a:xfrm>
            <a:off x="695960" y="1301750"/>
            <a:ext cx="10800080" cy="5556885"/>
          </a:xfrm>
        </p:spPr>
        <p:txBody>
          <a:bodyPr>
            <a:noAutofit/>
          </a:bodyPr>
          <a:p>
            <a:pPr marL="0" indent="0">
              <a:buNone/>
            </a:pPr>
            <a:r>
              <a:rPr lang="en-US" altLang="en-US" sz="1200"/>
              <a:t>#include &lt;stdio.h&gt;</a:t>
            </a:r>
            <a:endParaRPr lang="en-US" altLang="en-US" sz="1200"/>
          </a:p>
          <a:p>
            <a:pPr marL="0" indent="0">
              <a:buNone/>
            </a:pPr>
            <a:endParaRPr lang="en-US" altLang="en-US" sz="1200"/>
          </a:p>
          <a:p>
            <a:pPr marL="0" indent="0">
              <a:buNone/>
            </a:pPr>
            <a:r>
              <a:rPr lang="en-US" altLang="en-US" sz="1200"/>
              <a:t>int main() {</a:t>
            </a:r>
            <a:endParaRPr lang="en-US" altLang="en-US" sz="1200"/>
          </a:p>
          <a:p>
            <a:pPr marL="0" indent="0">
              <a:buNone/>
            </a:pPr>
            <a:r>
              <a:rPr lang="en-US" altLang="en-US" sz="1200"/>
              <a:t>    int score = 85;</a:t>
            </a:r>
            <a:endParaRPr lang="en-US" altLang="en-US" sz="1200"/>
          </a:p>
          <a:p>
            <a:pPr marL="0" indent="0">
              <a:buNone/>
            </a:pPr>
            <a:r>
              <a:rPr lang="en-US" altLang="en-US" sz="1200"/>
              <a:t>    if (score &gt;= 90) {</a:t>
            </a:r>
            <a:endParaRPr lang="en-US" altLang="en-US" sz="1200"/>
          </a:p>
          <a:p>
            <a:pPr marL="0" indent="0">
              <a:buNone/>
            </a:pPr>
            <a:r>
              <a:rPr lang="en-US" altLang="en-US" sz="1200"/>
              <a:t>        printf("Grade: A\n");</a:t>
            </a:r>
            <a:endParaRPr lang="en-US" altLang="en-US" sz="1200"/>
          </a:p>
          <a:p>
            <a:pPr marL="0" indent="0">
              <a:buNone/>
            </a:pPr>
            <a:r>
              <a:rPr lang="en-US" altLang="en-US" sz="1200"/>
              <a:t>    } else if (score &gt;= 80) {</a:t>
            </a:r>
            <a:endParaRPr lang="en-US" altLang="en-US" sz="1200"/>
          </a:p>
          <a:p>
            <a:pPr marL="0" indent="0">
              <a:buNone/>
            </a:pPr>
            <a:r>
              <a:rPr lang="en-US" altLang="en-US" sz="1200"/>
              <a:t>        printf("Grade: B\n"); // This block executes, then the program jumps to the end</a:t>
            </a:r>
            <a:endParaRPr lang="en-US" altLang="en-US" sz="1200"/>
          </a:p>
          <a:p>
            <a:pPr marL="0" indent="0">
              <a:buNone/>
            </a:pPr>
            <a:r>
              <a:rPr lang="en-US" altLang="en-US" sz="1200"/>
              <a:t>    } else if (score &gt;= 70) {</a:t>
            </a:r>
            <a:endParaRPr lang="en-US" altLang="en-US" sz="1200"/>
          </a:p>
          <a:p>
            <a:pPr marL="0" indent="0">
              <a:buNone/>
            </a:pPr>
            <a:r>
              <a:rPr lang="en-US" altLang="en-US" sz="1200"/>
              <a:t>        printf("Grade: C\n"); // Skipped entirely</a:t>
            </a:r>
            <a:endParaRPr lang="en-US" altLang="en-US" sz="1200"/>
          </a:p>
          <a:p>
            <a:pPr marL="0" indent="0">
              <a:buNone/>
            </a:pPr>
            <a:r>
              <a:rPr lang="en-US" altLang="en-US" sz="1200"/>
              <a:t>    } else {</a:t>
            </a:r>
            <a:endParaRPr lang="en-US" altLang="en-US" sz="1200"/>
          </a:p>
          <a:p>
            <a:pPr marL="0" indent="0">
              <a:buNone/>
            </a:pPr>
            <a:r>
              <a:rPr lang="en-US" altLang="en-US" sz="1200"/>
              <a:t>        printf("Grade: F\n"); // Skipped entirely</a:t>
            </a:r>
            <a:endParaRPr lang="en-US" altLang="en-US" sz="1200"/>
          </a:p>
          <a:p>
            <a:pPr marL="0" indent="0">
              <a:buNone/>
            </a:pPr>
            <a:r>
              <a:rPr lang="en-US" altLang="en-US" sz="1200"/>
              <a:t>    }</a:t>
            </a:r>
            <a:endParaRPr lang="en-US" altLang="en-US" sz="1200"/>
          </a:p>
          <a:p>
            <a:pPr marL="0" indent="0">
              <a:buNone/>
            </a:pPr>
            <a:r>
              <a:rPr lang="en-US" altLang="en-US" sz="1200"/>
              <a:t>    return 0;</a:t>
            </a:r>
            <a:endParaRPr lang="en-US" altLang="en-US" sz="1200"/>
          </a:p>
          <a:p>
            <a:pPr marL="0" indent="0">
              <a:buNone/>
            </a:pPr>
            <a:r>
              <a:rPr lang="en-US" altLang="en-US" sz="1200"/>
              <a:t>}</a:t>
            </a:r>
            <a:endParaRPr lang="en-US" altLang="en-US" sz="1200"/>
          </a:p>
          <a:p>
            <a:pPr marL="0" indent="0">
              <a:buNone/>
            </a:pPr>
            <a:endParaRPr lang="en-US" altLang="en-US" sz="1200"/>
          </a:p>
        </p:txBody>
      </p: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>
                <a:sym typeface="+mn-ea"/>
              </a:rPr>
              <a:t>The if / else if / else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p>
            <a:pPr marL="0" indent="0">
              <a:buNone/>
            </a:pPr>
            <a:r>
              <a:rPr lang="en-US" altLang="en-US"/>
              <a:t>1. The Assignment Trap (= vs ==):</a:t>
            </a:r>
            <a:endParaRPr lang="en-US" altLang="en-US"/>
          </a:p>
          <a:p>
            <a:pPr marL="0" indent="457200">
              <a:buNone/>
            </a:pPr>
            <a:r>
              <a:rPr lang="en-US" altLang="en-US"/>
              <a:t>Putting a single equals sign inside a condition is perfectly valid C syntax, but it usually causes a major logical bug.</a:t>
            </a:r>
            <a:endParaRPr lang="en-US" altLang="en-US"/>
          </a:p>
          <a:p>
            <a:pPr marL="0" indent="457200">
              <a:buNone/>
            </a:pPr>
            <a:endParaRPr lang="en-US" altLang="en-US"/>
          </a:p>
        </p:txBody>
      </p:sp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The Mechanics</a:t>
            </a:r>
            <a:endParaRPr lang="en-US" alt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en-US" altLang="en-US"/>
              <a:t>When you write if (x = 5), the compiler executes the statement from the inside out:</a:t>
            </a:r>
            <a:endParaRPr lang="en-US" altLang="en-US"/>
          </a:p>
          <a:p>
            <a:r>
              <a:rPr lang="en-US" altLang="en-US"/>
              <a:t>5 is copied into the memory location of x.</a:t>
            </a:r>
            <a:endParaRPr lang="en-US" altLang="en-US"/>
          </a:p>
          <a:p>
            <a:r>
              <a:rPr lang="en-US" altLang="en-US"/>
              <a:t>The expression (x = 5) evaluates to the value 5.</a:t>
            </a:r>
            <a:endParaRPr lang="en-US" altLang="en-US"/>
          </a:p>
          <a:p>
            <a:r>
              <a:rPr lang="en-US" altLang="en-US"/>
              <a:t>The if statement evaluates 5. Since 5 != 0, it is treated as true.</a:t>
            </a:r>
            <a:endParaRPr lang="en-US" altLang="en-US"/>
          </a:p>
        </p:txBody>
      </p:sp>
    </p:spTree>
    <p:custDataLst>
      <p:tags r:id="rId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>
                <a:sym typeface="+mn-ea"/>
              </a:rPr>
              <a:t>Example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>
          <a:xfrm>
            <a:off x="695960" y="1080134"/>
            <a:ext cx="10800000" cy="4873625"/>
          </a:xfrm>
        </p:spPr>
        <p:txBody>
          <a:bodyPr>
            <a:noAutofit/>
          </a:bodyPr>
          <a:p>
            <a:pPr marL="0" indent="457200">
              <a:buNone/>
            </a:pPr>
            <a:r>
              <a:rPr lang="zh-CN" altLang="en-US" sz="2000"/>
              <a:t>// </a:t>
            </a:r>
            <a:r>
              <a:rPr lang="en-US" altLang="en-US" sz="2000"/>
              <a:t>BUGGY CODE</a:t>
            </a:r>
            <a:endParaRPr lang="en-US" altLang="en-US" sz="2000"/>
          </a:p>
          <a:p>
            <a:pPr marL="0" indent="457200">
              <a:buNone/>
            </a:pPr>
            <a:r>
              <a:rPr lang="en-US" altLang="en-US" sz="2000"/>
              <a:t>int status = 0; // 0 means idle</a:t>
            </a:r>
            <a:endParaRPr lang="en-US" altLang="en-US" sz="2000"/>
          </a:p>
          <a:p>
            <a:pPr marL="0" indent="457200">
              <a:buNone/>
            </a:pPr>
            <a:r>
              <a:rPr lang="en-US" altLang="en-US" sz="2000"/>
              <a:t>if (status = 2) { // Assigns 2 to status. Expression evaluates to 2 (True).</a:t>
            </a:r>
            <a:endParaRPr lang="en-US" altLang="en-US" sz="2000"/>
          </a:p>
          <a:p>
            <a:pPr marL="0" indent="457200">
              <a:buNone/>
            </a:pPr>
            <a:r>
              <a:rPr lang="en-US" altLang="en-US" sz="2000"/>
              <a:t>    printf("Running..."); // This always executes!</a:t>
            </a:r>
            <a:endParaRPr lang="en-US" altLang="en-US" sz="2000"/>
          </a:p>
          <a:p>
            <a:pPr marL="0" indent="457200">
              <a:buNone/>
            </a:pPr>
            <a:r>
              <a:rPr lang="en-US" altLang="en-US" sz="2000"/>
              <a:t>}</a:t>
            </a:r>
            <a:endParaRPr lang="en-US" altLang="en-US" sz="2000"/>
          </a:p>
          <a:p>
            <a:pPr marL="0" indent="457200">
              <a:buNone/>
            </a:pPr>
            <a:r>
              <a:rPr lang="zh-CN" altLang="en-US" sz="2000"/>
              <a:t>// </a:t>
            </a:r>
            <a:r>
              <a:rPr lang="en-US" altLang="en-US" sz="2000"/>
              <a:t>FIX 1: Use proper equality operator</a:t>
            </a:r>
            <a:endParaRPr lang="en-US" altLang="en-US" sz="2000"/>
          </a:p>
          <a:p>
            <a:pPr marL="0" indent="457200">
              <a:buNone/>
            </a:pPr>
            <a:r>
              <a:rPr lang="en-US" altLang="en-US" sz="2000"/>
              <a:t>if (status == 2) { ... }</a:t>
            </a:r>
            <a:endParaRPr lang="en-US" altLang="en-US" sz="2000"/>
          </a:p>
          <a:p>
            <a:pPr marL="0" indent="457200">
              <a:buNone/>
            </a:pPr>
            <a:r>
              <a:rPr lang="zh-CN" altLang="en-US" sz="2000"/>
              <a:t>//</a:t>
            </a:r>
            <a:r>
              <a:rPr lang="en-US" altLang="en-US" sz="2000"/>
              <a:t>FIX 2: Yoda Conditions (Defensive Coding)</a:t>
            </a:r>
            <a:endParaRPr lang="en-US" altLang="en-US" sz="2000"/>
          </a:p>
          <a:p>
            <a:pPr marL="0" indent="457200">
              <a:buNone/>
            </a:pPr>
            <a:r>
              <a:rPr lang="en-US" altLang="en-US" sz="2000"/>
              <a:t>if (2 == status) { ... } </a:t>
            </a:r>
            <a:endParaRPr lang="en-US" altLang="en-US" sz="2000"/>
          </a:p>
          <a:p>
            <a:pPr marL="0" indent="457200">
              <a:buNone/>
            </a:pPr>
            <a:r>
              <a:rPr lang="en-US" altLang="en-US" sz="2000"/>
              <a:t>// If you accidentally type (2 = status), the compiler aborts because </a:t>
            </a:r>
            <a:endParaRPr lang="en-US" altLang="en-US" sz="2000"/>
          </a:p>
          <a:p>
            <a:pPr marL="0" indent="457200">
              <a:buNone/>
            </a:pPr>
            <a:r>
              <a:rPr lang="en-US" altLang="en-US" sz="2000"/>
              <a:t>// you cannot assign a value to a literal constant (R-value).</a:t>
            </a:r>
            <a:endParaRPr lang="en-US" altLang="en-US" sz="2000"/>
          </a:p>
          <a:p>
            <a:pPr marL="0" indent="457200">
              <a:buNone/>
            </a:pPr>
            <a:endParaRPr lang="en-US" altLang="en-US" sz="1100"/>
          </a:p>
        </p:txBody>
      </p:sp>
    </p:spTree>
    <p:custDataLst>
      <p:tags r:id="rId1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>
                <a:sym typeface="+mn-ea"/>
              </a:rPr>
              <a:t>The if / else if / else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p>
            <a:pPr marL="0" indent="0">
              <a:buNone/>
            </a:pPr>
            <a:r>
              <a:rPr lang="en-US" altLang="en-US"/>
              <a:t> 2.The Dangling else Ambiguity:</a:t>
            </a:r>
            <a:endParaRPr lang="en-US" altLang="en-US"/>
          </a:p>
          <a:p>
            <a:pPr marL="0" indent="457200">
              <a:buNone/>
            </a:pPr>
            <a:r>
              <a:rPr lang="en-US" altLang="en-US"/>
              <a:t>If you nest an if statement inside another if without using curly braces, an else will always attach itself to the nearest un-elsed if, regardless of your indentation.</a:t>
            </a:r>
            <a:endParaRPr lang="en-US" altLang="en-US"/>
          </a:p>
        </p:txBody>
      </p:sp>
    </p:spTree>
    <p:custDataLst>
      <p:tags r:id="rId1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>
                <a:sym typeface="+mn-ea"/>
              </a:rPr>
              <a:t>Example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>
          <a:xfrm>
            <a:off x="695960" y="1080134"/>
            <a:ext cx="10800000" cy="4873625"/>
          </a:xfrm>
        </p:spPr>
        <p:txBody>
          <a:bodyPr>
            <a:noAutofit/>
          </a:bodyPr>
          <a:p>
            <a:pPr marL="0" indent="457200">
              <a:buNone/>
            </a:pPr>
            <a:r>
              <a:rPr lang="zh-CN" altLang="en-US" sz="1600"/>
              <a:t>// </a:t>
            </a:r>
            <a:r>
              <a:rPr lang="en-US" altLang="en-US" sz="1600"/>
              <a:t>HOW YOU THINK IT LOOKS</a:t>
            </a:r>
            <a:endParaRPr lang="en-US" altLang="en-US" sz="1600"/>
          </a:p>
          <a:p>
            <a:pPr marL="0" indent="457200">
              <a:buNone/>
            </a:pPr>
            <a:r>
              <a:rPr lang="en-US" altLang="en-US" sz="1600"/>
              <a:t>if (user_exists)</a:t>
            </a:r>
            <a:endParaRPr lang="en-US" altLang="en-US" sz="1600"/>
          </a:p>
          <a:p>
            <a:pPr marL="0" indent="457200">
              <a:buNone/>
            </a:pPr>
            <a:r>
              <a:rPr lang="en-US" altLang="en-US" sz="1600"/>
              <a:t>    if (is_admin) printf("Welcome Admin");</a:t>
            </a:r>
            <a:endParaRPr lang="en-US" altLang="en-US" sz="1600"/>
          </a:p>
          <a:p>
            <a:pPr marL="0" indent="457200">
              <a:buNone/>
            </a:pPr>
            <a:r>
              <a:rPr lang="en-US" altLang="en-US" sz="1600"/>
              <a:t>else</a:t>
            </a:r>
            <a:endParaRPr lang="en-US" altLang="en-US" sz="1600"/>
          </a:p>
          <a:p>
            <a:pPr marL="0" indent="457200">
              <a:buNone/>
            </a:pPr>
            <a:r>
              <a:rPr lang="en-US" altLang="en-US" sz="1600"/>
              <a:t>    printf("User does not exist!"); // WRONG: This belongs to is_admin!</a:t>
            </a:r>
            <a:endParaRPr lang="en-US" altLang="en-US" sz="1600"/>
          </a:p>
          <a:p>
            <a:pPr marL="0" indent="457200">
              <a:buNone/>
            </a:pPr>
            <a:r>
              <a:rPr lang="zh-CN" altLang="en-US" sz="1600"/>
              <a:t>// </a:t>
            </a:r>
            <a:r>
              <a:rPr lang="en-US" altLang="en-US" sz="1600"/>
              <a:t>HOW THE COMPILER ACTUALLY SEES IT</a:t>
            </a:r>
            <a:endParaRPr lang="en-US" altLang="en-US" sz="1600"/>
          </a:p>
          <a:p>
            <a:pPr marL="0" indent="457200">
              <a:buNone/>
            </a:pPr>
            <a:r>
              <a:rPr lang="en-US" altLang="en-US" sz="1600"/>
              <a:t>if (user_exists) {</a:t>
            </a:r>
            <a:endParaRPr lang="en-US" altLang="en-US" sz="1600"/>
          </a:p>
          <a:p>
            <a:pPr marL="0" indent="457200">
              <a:buNone/>
            </a:pPr>
            <a:r>
              <a:rPr lang="en-US" altLang="en-US" sz="1600"/>
              <a:t>    if (is_admin) {</a:t>
            </a:r>
            <a:endParaRPr lang="en-US" altLang="en-US" sz="1600"/>
          </a:p>
          <a:p>
            <a:pPr marL="0" indent="457200">
              <a:buNone/>
            </a:pPr>
            <a:r>
              <a:rPr lang="en-US" altLang="en-US" sz="1600"/>
              <a:t>        printf("Welcome Admin");</a:t>
            </a:r>
            <a:endParaRPr lang="en-US" altLang="en-US" sz="1600"/>
          </a:p>
          <a:p>
            <a:pPr marL="0" indent="457200">
              <a:buNone/>
            </a:pPr>
            <a:r>
              <a:rPr lang="en-US" altLang="en-US" sz="1600"/>
              <a:t>    } else {</a:t>
            </a:r>
            <a:endParaRPr lang="en-US" altLang="en-US" sz="1600"/>
          </a:p>
          <a:p>
            <a:pPr marL="0" indent="457200">
              <a:buNone/>
            </a:pPr>
            <a:r>
              <a:rPr lang="en-US" altLang="en-US" sz="1600"/>
              <a:t>        printf("User does not exist!"); // Executes if user exists but is not admin!</a:t>
            </a:r>
            <a:endParaRPr lang="en-US" altLang="en-US" sz="1600"/>
          </a:p>
          <a:p>
            <a:pPr marL="0" indent="457200">
              <a:buNone/>
            </a:pPr>
            <a:r>
              <a:rPr lang="en-US" altLang="en-US" sz="1600"/>
              <a:t>    }</a:t>
            </a:r>
            <a:endParaRPr lang="en-US" altLang="en-US" sz="1600"/>
          </a:p>
          <a:p>
            <a:pPr marL="0" indent="457200">
              <a:buNone/>
            </a:pPr>
            <a:r>
              <a:rPr lang="en-US" altLang="en-US" sz="1600"/>
              <a:t>}</a:t>
            </a:r>
            <a:endParaRPr lang="en-US" altLang="en-US" sz="1600"/>
          </a:p>
          <a:p>
            <a:pPr marL="0" indent="457200">
              <a:buNone/>
            </a:pPr>
            <a:endParaRPr lang="en-US" altLang="en-US" sz="1600"/>
          </a:p>
        </p:txBody>
      </p:sp>
    </p:spTree>
    <p:custDataLst>
      <p:tags r:id="rId1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The Fix</a:t>
            </a:r>
            <a:endParaRPr lang="en-US" alt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p>
            <a:r>
              <a:rPr lang="en-US" altLang="en-US"/>
              <a:t>Always encapsulate nested blocks. Even for single lines, explicit scopes prevent parsing mistakes.</a:t>
            </a:r>
            <a:endParaRPr lang="en-US" altLang="en-US"/>
          </a:p>
          <a:p>
            <a:pPr marL="0" indent="457200">
              <a:buNone/>
            </a:pPr>
            <a:r>
              <a:rPr lang="en-US" altLang="en-US"/>
              <a:t>if (user_exists) {</a:t>
            </a:r>
            <a:endParaRPr lang="en-US" altLang="en-US"/>
          </a:p>
          <a:p>
            <a:pPr marL="0" indent="457200">
              <a:buNone/>
            </a:pPr>
            <a:r>
              <a:rPr lang="en-US" altLang="en-US"/>
              <a:t>    if (is_admin) {</a:t>
            </a:r>
            <a:endParaRPr lang="en-US" altLang="en-US"/>
          </a:p>
          <a:p>
            <a:pPr marL="0" indent="457200">
              <a:buNone/>
            </a:pPr>
            <a:r>
              <a:rPr lang="en-US" altLang="en-US"/>
              <a:t>        printf("Welcome Admin");</a:t>
            </a:r>
            <a:endParaRPr lang="en-US" altLang="en-US"/>
          </a:p>
          <a:p>
            <a:pPr marL="0" indent="457200">
              <a:buNone/>
            </a:pPr>
            <a:r>
              <a:rPr lang="en-US" altLang="en-US"/>
              <a:t>    }</a:t>
            </a:r>
            <a:endParaRPr lang="en-US" altLang="en-US"/>
          </a:p>
          <a:p>
            <a:pPr marL="0" indent="457200">
              <a:buNone/>
            </a:pPr>
            <a:r>
              <a:rPr lang="en-US" altLang="en-US"/>
              <a:t>} else {</a:t>
            </a:r>
            <a:endParaRPr lang="en-US" altLang="en-US"/>
          </a:p>
          <a:p>
            <a:pPr marL="0" indent="457200">
              <a:buNone/>
            </a:pPr>
            <a:r>
              <a:rPr lang="en-US" altLang="en-US"/>
              <a:t>    printf("User does not exist!");</a:t>
            </a:r>
            <a:endParaRPr lang="en-US" altLang="en-US"/>
          </a:p>
          <a:p>
            <a:pPr marL="0" indent="457200">
              <a:buNone/>
            </a:pPr>
            <a:r>
              <a:rPr lang="en-US" altLang="en-US"/>
              <a:t>}</a:t>
            </a:r>
            <a:endParaRPr lang="en-US" altLang="en-US"/>
          </a:p>
          <a:p>
            <a:pPr marL="0" indent="457200">
              <a:buNone/>
            </a:pPr>
            <a:endParaRPr lang="en-US" altLang="en-US"/>
          </a:p>
        </p:txBody>
      </p:sp>
    </p:spTree>
    <p:custDataLst>
      <p:tags r:id="rId1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>
                <a:sym typeface="+mn-ea"/>
              </a:rPr>
              <a:t>The if / else if / else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p>
            <a:pPr marL="0" indent="0">
              <a:buNone/>
            </a:pPr>
            <a:r>
              <a:rPr lang="en-US" altLang="en-US"/>
              <a:t>3.Short-Circuit Evaluation:</a:t>
            </a:r>
            <a:endParaRPr lang="en-US" altLang="en-US"/>
          </a:p>
          <a:p>
            <a:pPr marL="0" indent="457200">
              <a:buNone/>
            </a:pPr>
            <a:r>
              <a:rPr lang="en-US" altLang="en-US"/>
              <a:t>Short-circuiting is an optimization built directly into the C standard for performance and safety.</a:t>
            </a:r>
            <a:endParaRPr lang="en-US" altLang="en-US"/>
          </a:p>
        </p:txBody>
      </p:sp>
    </p:spTree>
    <p:custDataLst>
      <p:tags r:id="rId1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 The Mechanics</a:t>
            </a:r>
            <a:endParaRPr lang="en-US" alt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en-US" altLang="en-US"/>
              <a:t>A &amp;&amp; B: If A is false (0), the entire expression must be false. B is never evaluated.</a:t>
            </a:r>
            <a:endParaRPr lang="en-US" altLang="en-US"/>
          </a:p>
          <a:p>
            <a:r>
              <a:rPr lang="en-US" altLang="en-US"/>
              <a:t>A || B: If A is true (non-zero), the entire expression must be true. B is never evaluated.</a:t>
            </a:r>
            <a:endParaRPr lang="en-US" altLang="en-US"/>
          </a:p>
          <a:p>
            <a:endParaRPr lang="en-US" altLang="en-US"/>
          </a:p>
        </p:txBody>
      </p:sp>
    </p:spTree>
    <p:custDataLst>
      <p:tags r:id="rId1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>
                <a:sym typeface="+mn-ea"/>
              </a:rPr>
              <a:t>Example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>
          <a:xfrm>
            <a:off x="695960" y="1080134"/>
            <a:ext cx="10800000" cy="4873625"/>
          </a:xfrm>
        </p:spPr>
        <p:txBody>
          <a:bodyPr>
            <a:noAutofit/>
          </a:bodyPr>
          <a:p>
            <a:pPr marL="0" indent="457200">
              <a:buNone/>
            </a:pPr>
            <a:r>
              <a:rPr lang="en-US" altLang="en-US" sz="1800"/>
              <a:t>#include &lt;stdio.h&gt;</a:t>
            </a:r>
            <a:endParaRPr lang="en-US" altLang="en-US" sz="1800"/>
          </a:p>
          <a:p>
            <a:pPr marL="0" indent="457200">
              <a:buNone/>
            </a:pPr>
            <a:r>
              <a:rPr lang="en-US" altLang="en-US" sz="1800"/>
              <a:t>int main() {</a:t>
            </a:r>
            <a:endParaRPr lang="en-US" altLang="en-US" sz="1800"/>
          </a:p>
          <a:p>
            <a:pPr marL="0" indent="457200">
              <a:buNone/>
            </a:pPr>
            <a:r>
              <a:rPr lang="en-US" altLang="en-US" sz="1800"/>
              <a:t>    int cookies = 0;</a:t>
            </a:r>
            <a:endParaRPr lang="en-US" altLang="en-US" sz="1800"/>
          </a:p>
          <a:p>
            <a:pPr marL="0" indent="457200">
              <a:buNone/>
            </a:pPr>
            <a:r>
              <a:rPr lang="en-US" altLang="en-US" sz="1800"/>
              <a:t>    int kids = 5;</a:t>
            </a:r>
            <a:endParaRPr lang="en-US" altLang="en-US" sz="1800"/>
          </a:p>
          <a:p>
            <a:pPr marL="0" indent="457200">
              <a:buNone/>
            </a:pPr>
            <a:r>
              <a:rPr lang="zh-CN" altLang="en-US" sz="1800"/>
              <a:t>    // </a:t>
            </a:r>
            <a:r>
              <a:rPr lang="en-US" altLang="en-US" sz="1800"/>
              <a:t>DANGER: The second condition increments 'kids'</a:t>
            </a:r>
            <a:endParaRPr lang="en-US" altLang="en-US" sz="1800"/>
          </a:p>
          <a:p>
            <a:pPr marL="0" indent="457200">
              <a:buNone/>
            </a:pPr>
            <a:r>
              <a:rPr lang="en-US" altLang="en-US" sz="1800"/>
              <a:t>    if (cookies &gt; 0 &amp;&amp; ++kids &gt; 5) {</a:t>
            </a:r>
            <a:endParaRPr lang="en-US" altLang="en-US" sz="1800"/>
          </a:p>
          <a:p>
            <a:pPr marL="0" indent="457200">
              <a:buNone/>
            </a:pPr>
            <a:r>
              <a:rPr lang="en-US" altLang="en-US" sz="1800"/>
              <a:t>        printf("Distributing cookies...\n");</a:t>
            </a:r>
            <a:endParaRPr lang="en-US" altLang="en-US" sz="1800"/>
          </a:p>
          <a:p>
            <a:pPr marL="0" indent="457200">
              <a:buNone/>
            </a:pPr>
            <a:r>
              <a:rPr lang="en-US" altLang="en-US" sz="1800"/>
              <a:t>    }</a:t>
            </a:r>
            <a:endParaRPr lang="en-US" altLang="en-US" sz="1800"/>
          </a:p>
          <a:p>
            <a:pPr marL="0" indent="457200">
              <a:buNone/>
            </a:pPr>
            <a:r>
              <a:rPr lang="en-US" altLang="en-US" sz="1800"/>
              <a:t>    // Output is 5, NOT 6! because 'cookies &gt; 0' failed, ++kids was skipped.</a:t>
            </a:r>
            <a:endParaRPr lang="en-US" altLang="en-US" sz="1800"/>
          </a:p>
          <a:p>
            <a:pPr marL="0" indent="457200">
              <a:buNone/>
            </a:pPr>
            <a:r>
              <a:rPr lang="en-US" altLang="en-US" sz="1800"/>
              <a:t>    printf("Total kids: %d\n", kids); </a:t>
            </a:r>
            <a:endParaRPr lang="en-US" altLang="en-US" sz="1800"/>
          </a:p>
          <a:p>
            <a:pPr marL="0" indent="457200">
              <a:buNone/>
            </a:pPr>
            <a:r>
              <a:rPr lang="en-US" altLang="en-US" sz="1800"/>
              <a:t>    return 0;</a:t>
            </a:r>
            <a:endParaRPr lang="en-US" altLang="en-US" sz="1800"/>
          </a:p>
          <a:p>
            <a:pPr marL="0" indent="457200">
              <a:buNone/>
            </a:pPr>
            <a:r>
              <a:rPr lang="en-US" altLang="en-US" sz="1800"/>
              <a:t>}</a:t>
            </a:r>
            <a:endParaRPr lang="en-US" altLang="en-US" sz="1800"/>
          </a:p>
          <a:p>
            <a:pPr marL="0" indent="457200">
              <a:buNone/>
            </a:pPr>
            <a:endParaRPr lang="en-US" altLang="en-US" sz="1800"/>
          </a:p>
        </p:txBody>
      </p:sp>
    </p:spTree>
    <p:custDataLst>
      <p:tags r:id="rId1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The Fix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en-US" altLang="en-US"/>
              <a:t>Perform calculations, pointer checks, or state updates before entering the conditional statement line.</a:t>
            </a:r>
            <a:endParaRPr lang="en-US" altLang="en-US"/>
          </a:p>
          <a:p>
            <a:pPr marL="0" indent="457200">
              <a:buNone/>
            </a:pPr>
            <a:r>
              <a:rPr lang="en-US" altLang="en-US"/>
              <a:t>kids++; </a:t>
            </a:r>
            <a:endParaRPr lang="en-US" altLang="en-US"/>
          </a:p>
          <a:p>
            <a:pPr marL="0" indent="457200">
              <a:buNone/>
            </a:pPr>
            <a:r>
              <a:rPr lang="en-US" altLang="en-US"/>
              <a:t>if (cookies &gt; 0 &amp;&amp; kids &gt; 5) { ... }</a:t>
            </a:r>
            <a:endParaRPr lang="en-US" altLang="en-US"/>
          </a:p>
          <a:p>
            <a:pPr marL="0" indent="457200">
              <a:buNone/>
            </a:pPr>
            <a:endParaRPr lang="en-US" altLang="en-US"/>
          </a:p>
        </p:txBody>
      </p:sp>
    </p:spTree>
    <p:custDataLst>
      <p:tags r:id="rId1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>
                <a:sym typeface="+mn-ea"/>
              </a:rPr>
              <a:t>The if / else if / else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p>
            <a:pPr marL="0" indent="0">
              <a:buNone/>
            </a:pPr>
            <a:r>
              <a:rPr lang="en-US" altLang="en-US"/>
              <a:t>4.The Single-Line Braceless Trap:</a:t>
            </a:r>
            <a:endParaRPr lang="en-US" altLang="en-US"/>
          </a:p>
          <a:p>
            <a:pPr marL="0" indent="457200">
              <a:buNone/>
            </a:pPr>
            <a:r>
              <a:rPr lang="en-US" altLang="en-US"/>
              <a:t>This error is a psychological trap caused by human visual processing vs. compiler compilation.</a:t>
            </a:r>
            <a:endParaRPr lang="en-US" altLang="en-US"/>
          </a:p>
        </p:txBody>
      </p:sp>
    </p:spTree>
    <p:custDataLst>
      <p:tags r:id="rId1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The Mechanics</a:t>
            </a:r>
            <a:endParaRPr lang="en-US" alt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en-US" altLang="en-US"/>
              <a:t>In C, an if statement controls exactly one statement block. </a:t>
            </a:r>
            <a:endParaRPr lang="en-US" altLang="en-US"/>
          </a:p>
          <a:p>
            <a:r>
              <a:rPr lang="en-US" altLang="en-US"/>
              <a:t>A statement block is either:A single statement ending with a semicolon ;.</a:t>
            </a:r>
            <a:endParaRPr lang="en-US" altLang="en-US"/>
          </a:p>
          <a:p>
            <a:r>
              <a:rPr lang="en-US" altLang="en-US"/>
              <a:t>A compound block enclosed within curly braces { ... }.</a:t>
            </a:r>
            <a:endParaRPr lang="en-US" altLang="en-US"/>
          </a:p>
        </p:txBody>
      </p:sp>
    </p:spTree>
    <p:custDataLst>
      <p:tags r:id="rId1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Famous Real-World Example (Apple's goto fail Bug)</a:t>
            </a:r>
            <a:endParaRPr lang="en-US" alt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en-US" altLang="en-US"/>
              <a:t>A real, catastrophic security vulnerability in Apple's SSL implementation happened exactly this way:</a:t>
            </a:r>
            <a:endParaRPr lang="en-US" altLang="en-US"/>
          </a:p>
          <a:p>
            <a:endParaRPr lang="en-US" altLang="en-US"/>
          </a:p>
          <a:p>
            <a:pPr marL="0" indent="0">
              <a:buNone/>
            </a:pPr>
            <a:r>
              <a:rPr lang="en-US" altLang="en-US"/>
              <a:t>// Simulated representation of the famous SSL bug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if ((err = ReadyHash(&amp;sslContext)) != 0)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   goto fail;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   goto fail; //</a:t>
            </a:r>
            <a:r>
              <a:rPr lang="zh-CN" altLang="en-US"/>
              <a:t> </a:t>
            </a:r>
            <a:r>
              <a:rPr lang="en-US" altLang="en-US"/>
              <a:t>This line runs UNCONDITIONALLY because of missing braces!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              // It completely bypassed security checks!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</p:txBody>
      </p:sp>
    </p:spTree>
    <p:custDataLst>
      <p:tags r:id="rId1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 The Fix</a:t>
            </a:r>
            <a:endParaRPr lang="en-US" alt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en-US" altLang="en-US"/>
              <a:t>Modern team coding standards (like MISRA C or Google C Style Guide) outright ban braceless if statements. Turn on compiler warnings: -Wmisleading-indentation in GCC/Clang will flag this instantly.</a:t>
            </a:r>
            <a:endParaRPr lang="en-US" altLang="en-US"/>
          </a:p>
          <a:p>
            <a:r>
              <a:rPr lang="en-US" altLang="en-US"/>
              <a:t>Or just use brace.</a:t>
            </a:r>
            <a:endParaRPr lang="en-US" altLang="en-US"/>
          </a:p>
        </p:txBody>
      </p:sp>
    </p:spTree>
    <p:custDataLst>
      <p:tags r:id="rId1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>
                <a:sym typeface="+mn-ea"/>
              </a:rPr>
              <a:t>The if / else if / else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p>
            <a:pPr marL="0" indent="0">
              <a:buNone/>
            </a:pPr>
            <a:r>
              <a:rPr lang="en-US"/>
              <a:t>5.</a:t>
            </a:r>
            <a:r>
              <a:rPr lang="en-US" altLang="en-US"/>
              <a:t>Floating-Point Precision Issues:</a:t>
            </a:r>
            <a:endParaRPr lang="en-US" altLang="en-US"/>
          </a:p>
          <a:p>
            <a:pPr marL="0" indent="457200">
              <a:buNone/>
            </a:pPr>
            <a:r>
              <a:rPr lang="en-US" altLang="en-US"/>
              <a:t>Computers use IEEE 754 standard binary formats to store floating-point numbers. Humans use base-10 (decimals), but computers use base-2 (binary fractions).</a:t>
            </a:r>
            <a:endParaRPr lang="en-US" altLang="en-US"/>
          </a:p>
        </p:txBody>
      </p:sp>
    </p:spTree>
    <p:custDataLst>
      <p:tags r:id="rId1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The Mechanics</a:t>
            </a:r>
            <a:endParaRPr lang="en-US" alt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en-US" altLang="en-US"/>
              <a:t>Just like (1/3) cannot be perfectly written in base-10 decimal (0.33333...), the fraction 1/10 (0.1) cannot be perfectly represented in base-2 binary. It becomes an infinite repeating fraction: 0.00011001100110011...</a:t>
            </a:r>
            <a:endParaRPr lang="en-US" altLang="en-US"/>
          </a:p>
          <a:p>
            <a:r>
              <a:rPr lang="en-US" altLang="en-US"/>
              <a:t>When stored in a 32-bit float, the number is cut off, introducing a tiny error.</a:t>
            </a:r>
            <a:endParaRPr lang="en-US" altLang="en-US"/>
          </a:p>
        </p:txBody>
      </p:sp>
    </p:spTree>
    <p:custDataLst>
      <p:tags r:id="rId1"/>
    </p:custData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Example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p>
            <a:pPr marL="0" indent="457200">
              <a:buNone/>
            </a:pPr>
            <a:r>
              <a:rPr lang="en-US" altLang="en-US" sz="1700"/>
              <a:t>#include &lt;stdio.h&gt;</a:t>
            </a:r>
            <a:endParaRPr lang="en-US" altLang="en-US" sz="1700"/>
          </a:p>
          <a:p>
            <a:pPr marL="0" indent="457200">
              <a:buNone/>
            </a:pPr>
            <a:r>
              <a:rPr lang="en-US" altLang="en-US" sz="1700"/>
              <a:t>int main() {</a:t>
            </a:r>
            <a:endParaRPr lang="en-US" altLang="en-US" sz="1700"/>
          </a:p>
          <a:p>
            <a:pPr marL="0" indent="457200">
              <a:buNone/>
            </a:pPr>
            <a:r>
              <a:rPr lang="en-US" altLang="en-US" sz="1700"/>
              <a:t>    double a = 0.1;</a:t>
            </a:r>
            <a:endParaRPr lang="en-US" altLang="en-US" sz="1700"/>
          </a:p>
          <a:p>
            <a:pPr marL="0" indent="457200">
              <a:buNone/>
            </a:pPr>
            <a:r>
              <a:rPr lang="en-US" altLang="en-US" sz="1700"/>
              <a:t>    double b = 0.2;</a:t>
            </a:r>
            <a:endParaRPr lang="en-US" altLang="en-US" sz="1700"/>
          </a:p>
          <a:p>
            <a:pPr marL="0" indent="457200">
              <a:buNone/>
            </a:pPr>
            <a:r>
              <a:rPr lang="en-US" altLang="en-US" sz="1700"/>
              <a:t>    if ((a + b) == 0.3) {</a:t>
            </a:r>
            <a:endParaRPr lang="en-US" altLang="en-US" sz="1700"/>
          </a:p>
          <a:p>
            <a:pPr marL="0" indent="457200">
              <a:buNone/>
            </a:pPr>
            <a:r>
              <a:rPr lang="en-US" altLang="en-US" sz="1700"/>
              <a:t>        printf("Equal\n");</a:t>
            </a:r>
            <a:endParaRPr lang="en-US" altLang="en-US" sz="1700"/>
          </a:p>
          <a:p>
            <a:pPr marL="0" indent="457200">
              <a:buNone/>
            </a:pPr>
            <a:r>
              <a:rPr lang="en-US" altLang="en-US" sz="1700"/>
              <a:t>    } else {</a:t>
            </a:r>
            <a:endParaRPr lang="en-US" altLang="en-US" sz="1700"/>
          </a:p>
          <a:p>
            <a:pPr marL="0" indent="457200">
              <a:buNone/>
            </a:pPr>
            <a:r>
              <a:rPr lang="zh-CN" altLang="en-US" sz="1700"/>
              <a:t>        // </a:t>
            </a:r>
            <a:r>
              <a:rPr lang="en-US" altLang="en-US" sz="1700"/>
              <a:t>Prints this! Because a + b actual value is 0.300000000000000044...</a:t>
            </a:r>
            <a:endParaRPr lang="en-US" altLang="en-US" sz="1700"/>
          </a:p>
          <a:p>
            <a:pPr marL="0" indent="457200">
              <a:buNone/>
            </a:pPr>
            <a:r>
              <a:rPr lang="en-US" altLang="en-US" sz="1700"/>
              <a:t>        printf("Not Equal! Value is %0.20f\n", a + b); </a:t>
            </a:r>
            <a:endParaRPr lang="en-US" altLang="en-US" sz="1700"/>
          </a:p>
          <a:p>
            <a:pPr marL="0" indent="457200">
              <a:buNone/>
            </a:pPr>
            <a:r>
              <a:rPr lang="en-US" altLang="en-US" sz="1700"/>
              <a:t>    }</a:t>
            </a:r>
            <a:endParaRPr lang="en-US" altLang="en-US" sz="1700"/>
          </a:p>
          <a:p>
            <a:pPr marL="0" indent="457200">
              <a:buNone/>
            </a:pPr>
            <a:r>
              <a:rPr lang="en-US" altLang="en-US" sz="1700"/>
              <a:t>}</a:t>
            </a:r>
            <a:endParaRPr lang="en-US" altLang="en-US" sz="1700"/>
          </a:p>
          <a:p>
            <a:pPr marL="0" indent="457200">
              <a:buNone/>
            </a:pPr>
            <a:endParaRPr lang="en-US" altLang="en-US" sz="1000"/>
          </a:p>
        </p:txBody>
      </p:sp>
    </p:spTree>
    <p:custDataLst>
      <p:tags r:id="rId1"/>
    </p:custData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The Fix</a:t>
            </a:r>
            <a:endParaRPr lang="en-US" alt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p>
            <a:r>
              <a:rPr lang="en-US" altLang="en-US"/>
              <a:t>Never look for absolute equality. Look for proximity using an epsilon value (a tiny tolerance threshold).</a:t>
            </a:r>
            <a:endParaRPr lang="en-US" altLang="en-US"/>
          </a:p>
          <a:p>
            <a:pPr marL="0" indent="457200">
              <a:buNone/>
            </a:pPr>
            <a:endParaRPr lang="en-US" altLang="en-US"/>
          </a:p>
          <a:p>
            <a:pPr marL="0" indent="457200">
              <a:buNone/>
            </a:pPr>
            <a:endParaRPr lang="en-US" altLang="en-US"/>
          </a:p>
          <a:p>
            <a:pPr marL="0" indent="457200">
              <a:buNone/>
            </a:pPr>
            <a:r>
              <a:rPr lang="en-US" altLang="en-US"/>
              <a:t>#include &lt;math.h&gt; // Required for fabs()</a:t>
            </a:r>
            <a:endParaRPr lang="en-US" altLang="en-US"/>
          </a:p>
          <a:p>
            <a:pPr marL="0" indent="457200">
              <a:buNone/>
            </a:pPr>
            <a:r>
              <a:rPr lang="en-US" altLang="en-US"/>
              <a:t>double epsilon = 0.00001;</a:t>
            </a:r>
            <a:endParaRPr lang="en-US" altLang="en-US"/>
          </a:p>
          <a:p>
            <a:pPr marL="0" indent="457200">
              <a:buNone/>
            </a:pPr>
            <a:r>
              <a:rPr lang="en-US" altLang="en-US"/>
              <a:t>if (fabs((a + b) - 0.3) &lt; epsilon) {</a:t>
            </a:r>
            <a:endParaRPr lang="en-US" altLang="en-US"/>
          </a:p>
          <a:p>
            <a:pPr marL="0" indent="457200">
              <a:buNone/>
            </a:pPr>
            <a:r>
              <a:rPr lang="en-US" altLang="en-US"/>
              <a:t>    printf("Close enough to be considered equal!\n");</a:t>
            </a:r>
            <a:endParaRPr lang="en-US" altLang="en-US"/>
          </a:p>
          <a:p>
            <a:pPr marL="0" indent="457200">
              <a:buNone/>
            </a:pPr>
            <a:r>
              <a:rPr lang="en-US" altLang="en-US"/>
              <a:t>}</a:t>
            </a:r>
            <a:endParaRPr lang="en-US" altLang="en-US"/>
          </a:p>
          <a:p>
            <a:pPr marL="0" indent="457200">
              <a:buNone/>
            </a:pPr>
            <a:endParaRPr lang="en-US" altLang="en-US"/>
          </a:p>
        </p:txBody>
      </p:sp>
    </p:spTree>
    <p:custDataLst>
      <p:tags r:id="rId1"/>
    </p:custData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>
                <a:sym typeface="+mn-ea"/>
              </a:rPr>
              <a:t>The if / else if / else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p>
            <a:pPr marL="0" indent="0">
              <a:buNone/>
            </a:pPr>
            <a:r>
              <a:rPr lang="en-US"/>
              <a:t>6.</a:t>
            </a:r>
            <a:r>
              <a:rPr lang="en-US" altLang="en-US"/>
              <a:t>Side Effects inside Conditions:</a:t>
            </a:r>
            <a:endParaRPr lang="en-US" altLang="en-US"/>
          </a:p>
          <a:p>
            <a:pPr marL="0" indent="457200">
              <a:buNone/>
            </a:pPr>
            <a:r>
              <a:rPr lang="en-US" altLang="en-US"/>
              <a:t>A "side effect" occurs when an expression alters the state of the execution environment (like modifying memory or changing a variable value).</a:t>
            </a:r>
            <a:endParaRPr lang="en-US" altLang="en-US"/>
          </a:p>
        </p:txBody>
      </p:sp>
    </p:spTree>
    <p:custDataLst>
      <p:tags r:id="rId1"/>
    </p:custData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The Mechanics</a:t>
            </a:r>
            <a:endParaRPr lang="en-US" alt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en-US" altLang="en-US"/>
              <a:t>The order of evaluation for multiple sub-expressions inside an if statement is often undefined by the C standard, unless using short-circuiting operators (&amp;&amp;, ||). The compiler is free to evaluate items left-to-right, right-to-left, or rearrange them entirely based on optimization levels (-O2, -O3).</a:t>
            </a:r>
            <a:endParaRPr lang="en-US" altLang="en-US"/>
          </a:p>
        </p:txBody>
      </p:sp>
    </p:spTree>
    <p:custDataLst>
      <p:tags r:id="rId1"/>
    </p:custData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>
                <a:sym typeface="+mn-ea"/>
              </a:rPr>
              <a:t>Example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p>
            <a:pPr marL="0" indent="457200">
              <a:buNone/>
            </a:pPr>
            <a:r>
              <a:rPr lang="en-US" altLang="en-US"/>
              <a:t>int i = 1;</a:t>
            </a:r>
            <a:endParaRPr lang="en-US" altLang="en-US"/>
          </a:p>
          <a:p>
            <a:pPr marL="0" indent="457200">
              <a:buNone/>
            </a:pPr>
            <a:r>
              <a:rPr lang="zh-CN" altLang="en-US"/>
              <a:t>// </a:t>
            </a:r>
            <a:r>
              <a:rPr lang="en-US" altLang="en-US"/>
              <a:t>UNDEFINED BEHAVIOR: Does the compiler evaluate function(i) </a:t>
            </a:r>
            <a:endParaRPr lang="en-US" altLang="en-US"/>
          </a:p>
          <a:p>
            <a:pPr marL="0" indent="457200">
              <a:buNone/>
            </a:pPr>
            <a:r>
              <a:rPr lang="en-US" altLang="en-US"/>
              <a:t>// using i = 1 or i = 2? It depends completely on your compiler brand!</a:t>
            </a:r>
            <a:endParaRPr lang="en-US" altLang="en-US"/>
          </a:p>
          <a:p>
            <a:pPr marL="0" indent="457200">
              <a:buNone/>
            </a:pPr>
            <a:r>
              <a:rPr lang="en-US" altLang="en-US"/>
              <a:t>if (i++ &gt; 0 + function(i)) { </a:t>
            </a:r>
            <a:endParaRPr lang="en-US" altLang="en-US"/>
          </a:p>
          <a:p>
            <a:pPr marL="0" indent="457200">
              <a:buNone/>
            </a:pPr>
            <a:r>
              <a:rPr lang="en-US" altLang="en-US"/>
              <a:t>    // Code behavior changes depending on optimization flags!</a:t>
            </a:r>
            <a:endParaRPr lang="en-US" altLang="en-US"/>
          </a:p>
          <a:p>
            <a:pPr marL="0" indent="457200">
              <a:buNone/>
            </a:pPr>
            <a:r>
              <a:rPr lang="en-US" altLang="en-US"/>
              <a:t>}</a:t>
            </a:r>
            <a:endParaRPr lang="en-US" altLang="en-US"/>
          </a:p>
          <a:p>
            <a:pPr marL="0" indent="457200">
              <a:buNone/>
            </a:pPr>
            <a:endParaRPr lang="en-US" altLang="en-US"/>
          </a:p>
        </p:txBody>
      </p:sp>
    </p:spTree>
    <p:custDataLst>
      <p:tags r:id="rId1"/>
    </p:custData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The Fix</a:t>
            </a:r>
            <a:endParaRPr lang="en-US" alt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en-US" altLang="en-US"/>
              <a:t>Isolate your arithmetic mutators (++, --, =, +=) completely away from your logical comparisons.</a:t>
            </a:r>
            <a:endParaRPr lang="en-US" altLang="en-US"/>
          </a:p>
          <a:p>
            <a:pPr marL="0" indent="457200">
              <a:buNone/>
            </a:pPr>
            <a:endParaRPr lang="en-US" altLang="en-US"/>
          </a:p>
          <a:p>
            <a:pPr marL="0" indent="457200">
              <a:buNone/>
            </a:pPr>
            <a:r>
              <a:rPr lang="en-US" altLang="en-US"/>
              <a:t>int current_val = i;</a:t>
            </a:r>
            <a:endParaRPr lang="en-US" altLang="en-US"/>
          </a:p>
          <a:p>
            <a:pPr marL="0" indent="457200">
              <a:buNone/>
            </a:pPr>
            <a:r>
              <a:rPr lang="en-US" altLang="en-US"/>
              <a:t>i++; // Safely incremented on its own line</a:t>
            </a:r>
            <a:endParaRPr lang="en-US" altLang="en-US"/>
          </a:p>
          <a:p>
            <a:pPr marL="0" indent="457200">
              <a:buNone/>
            </a:pPr>
            <a:r>
              <a:rPr lang="en-US" altLang="en-US"/>
              <a:t>if (current_val &gt; 0 + function(i)) {</a:t>
            </a:r>
            <a:endParaRPr lang="en-US" altLang="en-US"/>
          </a:p>
          <a:p>
            <a:pPr marL="0" indent="457200">
              <a:buNone/>
            </a:pPr>
            <a:r>
              <a:rPr lang="en-US" altLang="en-US"/>
              <a:t>    // Highly predictable and clean</a:t>
            </a:r>
            <a:endParaRPr lang="en-US" altLang="en-US"/>
          </a:p>
          <a:p>
            <a:pPr marL="0" indent="457200">
              <a:buNone/>
            </a:pPr>
            <a:r>
              <a:rPr lang="en-US" altLang="en-US"/>
              <a:t>}</a:t>
            </a:r>
            <a:endParaRPr lang="en-US" altLang="en-US"/>
          </a:p>
          <a:p>
            <a:pPr marL="0" indent="457200">
              <a:buNone/>
            </a:pPr>
            <a:endParaRPr lang="en-US" altLang="en-US"/>
          </a:p>
        </p:txBody>
      </p:sp>
    </p:spTree>
    <p:custDataLst>
      <p:tags r:id="rId1"/>
    </p:custData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>
                <a:sym typeface="+mn-ea"/>
              </a:rPr>
              <a:t>The if / else if / else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p>
            <a:pPr marL="0" indent="0">
              <a:buNone/>
            </a:pPr>
            <a:r>
              <a:rPr lang="en-US"/>
              <a:t>7.</a:t>
            </a:r>
            <a:r>
              <a:rPr lang="en-US" altLang="en-US"/>
              <a:t>Unintended Semicolon Stubs:</a:t>
            </a:r>
            <a:endParaRPr lang="en-US" altLang="en-US"/>
          </a:p>
          <a:p>
            <a:pPr marL="0" indent="457200">
              <a:buNone/>
            </a:pPr>
            <a:r>
              <a:rPr lang="en-US" altLang="en-US"/>
              <a:t>Placing a semicolon immediately after the conditional expression creates an empty "stub" statement. The compiler treats this as a perfectly valid, empty instruction.</a:t>
            </a:r>
            <a:endParaRPr lang="en-US" altLang="en-US"/>
          </a:p>
        </p:txBody>
      </p:sp>
    </p:spTree>
    <p:custDataLst>
      <p:tags r:id="rId1"/>
    </p:custData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The Mechanics</a:t>
            </a:r>
            <a:endParaRPr lang="en-US" alt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p>
            <a:pPr marL="0" indent="457200">
              <a:buNone/>
            </a:pPr>
            <a:r>
              <a:rPr lang="en-US" altLang="en-US"/>
              <a:t>int temperature = 105;</a:t>
            </a:r>
            <a:endParaRPr lang="en-US" altLang="en-US"/>
          </a:p>
          <a:p>
            <a:pPr marL="0" indent="457200">
              <a:buNone/>
            </a:pPr>
            <a:endParaRPr lang="en-US" altLang="en-US"/>
          </a:p>
          <a:p>
            <a:pPr marL="0" indent="457200">
              <a:buNone/>
            </a:pPr>
            <a:r>
              <a:rPr lang="en-US" altLang="en-US"/>
              <a:t>if (temperature &gt; 100); {  // Look closely at that semicolon!</a:t>
            </a:r>
            <a:endParaRPr lang="en-US" altLang="en-US"/>
          </a:p>
          <a:p>
            <a:pPr marL="0" indent="457200">
              <a:buNone/>
            </a:pPr>
            <a:r>
              <a:rPr lang="en-US" altLang="en-US"/>
              <a:t>    printf("System overheating!\n");</a:t>
            </a:r>
            <a:endParaRPr lang="en-US" altLang="en-US"/>
          </a:p>
          <a:p>
            <a:pPr marL="0" indent="457200">
              <a:buNone/>
            </a:pPr>
            <a:r>
              <a:rPr lang="en-US" altLang="en-US"/>
              <a:t>}</a:t>
            </a:r>
            <a:endParaRPr lang="en-US" altLang="en-US"/>
          </a:p>
          <a:p>
            <a:pPr marL="0" indent="457200">
              <a:buNone/>
            </a:pPr>
            <a:endParaRPr lang="en-US" altLang="en-US"/>
          </a:p>
        </p:txBody>
      </p:sp>
    </p:spTree>
    <p:custDataLst>
      <p:tags r:id="rId1"/>
    </p:custData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How the Compiler Sees It</a:t>
            </a:r>
            <a:endParaRPr lang="en-US" alt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p>
            <a:r>
              <a:rPr lang="en-US" altLang="en-US"/>
              <a:t>The semicolon terminates the if statement immediately. The curly braces that follow are interpreted as a completely independent, unconditional scope block.</a:t>
            </a:r>
            <a:endParaRPr lang="en-US" altLang="en-US"/>
          </a:p>
          <a:p>
            <a:pPr marL="0" indent="457200">
              <a:buNone/>
            </a:pPr>
            <a:r>
              <a:rPr lang="en-US" altLang="en-US"/>
              <a:t>if (temperature &gt; 100) {</a:t>
            </a:r>
            <a:endParaRPr lang="en-US" altLang="en-US"/>
          </a:p>
          <a:p>
            <a:pPr marL="0" indent="457200">
              <a:buNone/>
            </a:pPr>
            <a:r>
              <a:rPr lang="en-US" altLang="en-US"/>
              <a:t>    // Empty statement! Does nothing.</a:t>
            </a:r>
            <a:endParaRPr lang="en-US" altLang="en-US"/>
          </a:p>
          <a:p>
            <a:pPr marL="0" indent="457200">
              <a:buNone/>
            </a:pPr>
            <a:r>
              <a:rPr lang="en-US" altLang="en-US"/>
              <a:t>}</a:t>
            </a:r>
            <a:endParaRPr lang="en-US" altLang="en-US"/>
          </a:p>
          <a:p>
            <a:pPr marL="0" indent="457200">
              <a:buNone/>
            </a:pPr>
            <a:endParaRPr lang="en-US" altLang="en-US"/>
          </a:p>
          <a:p>
            <a:pPr marL="0" indent="457200">
              <a:buNone/>
            </a:pPr>
            <a:r>
              <a:rPr lang="en-US" altLang="en-US"/>
              <a:t>{ // Normal isolated block, runs unconditionally</a:t>
            </a:r>
            <a:endParaRPr lang="en-US" altLang="en-US"/>
          </a:p>
          <a:p>
            <a:pPr marL="0" indent="457200">
              <a:buNone/>
            </a:pPr>
            <a:r>
              <a:rPr lang="en-US" altLang="en-US"/>
              <a:t>    printf("System overheating!\n"); </a:t>
            </a:r>
            <a:endParaRPr lang="en-US" altLang="en-US"/>
          </a:p>
          <a:p>
            <a:pPr marL="0" indent="457200">
              <a:buNone/>
            </a:pPr>
            <a:r>
              <a:rPr lang="en-US" altLang="en-US"/>
              <a:t>}</a:t>
            </a:r>
            <a:endParaRPr lang="en-US" altLang="en-US"/>
          </a:p>
          <a:p>
            <a:pPr marL="0" indent="457200">
              <a:buNone/>
            </a:pPr>
            <a:endParaRPr lang="en-US" altLang="en-US"/>
          </a:p>
        </p:txBody>
      </p:sp>
    </p:spTree>
    <p:custDataLst>
      <p:tags r:id="rId1"/>
    </p:custData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>
          <a:xfrm>
            <a:off x="695960" y="992504"/>
            <a:ext cx="10800000" cy="4873625"/>
          </a:xfrm>
        </p:spPr>
        <p:txBody>
          <a:bodyPr anchor="ctr" anchorCtr="0"/>
          <a:p>
            <a:pPr marL="0" indent="0" algn="ctr">
              <a:buNone/>
            </a:pPr>
            <a:r>
              <a:rPr lang="en-US" sz="8000"/>
              <a:t>THANK YOU</a:t>
            </a:r>
            <a:endParaRPr lang="en-US" sz="8000"/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*i*1"/>
  <p:tag name="KSO_WM_UNIT_LAYERLEVEL" val="1"/>
  <p:tag name="KSO_WM_TAG_VERSION" val="3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*i*2"/>
  <p:tag name="KSO_WM_UNIT_LAYERLEVEL" val="1"/>
  <p:tag name="KSO_WM_TAG_VERSION" val="3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*i*3"/>
  <p:tag name="KSO_WM_UNIT_LAYERLEVEL" val="1"/>
  <p:tag name="KSO_WM_TAG_VERSION" val="3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*i*4"/>
  <p:tag name="KSO_WM_UNIT_LAYERLEVEL" val="1"/>
  <p:tag name="KSO_WM_TAG_VERSION" val="3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1*i*5"/>
  <p:tag name="KSO_WM_UNIT_LAYERLEVEL" val="1"/>
  <p:tag name="KSO_WM_TAG_VERSION" val="3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1*i*6"/>
  <p:tag name="KSO_WM_UNIT_LAYERLEVEL" val="1"/>
  <p:tag name="KSO_WM_TAG_VERSION" val="3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_1*i*7"/>
  <p:tag name="KSO_WM_UNIT_LAYERLEVEL" val="1"/>
  <p:tag name="KSO_WM_TAG_VERSION" val="3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_1*i*8"/>
  <p:tag name="KSO_WM_UNIT_LAYERLEVEL" val="1"/>
  <p:tag name="KSO_WM_TAG_VERSION" val="3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_1*i*9"/>
  <p:tag name="KSO_WM_UNIT_LAYERLEVEL" val="1"/>
  <p:tag name="KSO_WM_TAG_VERSION" val="3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_1*i*10"/>
  <p:tag name="KSO_WM_UNIT_LAYERLEVEL" val="1"/>
  <p:tag name="KSO_WM_TAG_VERSION" val="3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_1*i*11"/>
  <p:tag name="KSO_WM_UNIT_LAYERLEVEL" val="1"/>
  <p:tag name="KSO_WM_TAG_VERSION" val="3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_1*i*12"/>
  <p:tag name="KSO_WM_UNIT_LAYERLEVEL" val="1"/>
  <p:tag name="KSO_WM_TAG_VERSION" val="3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3"/>
  <p:tag name="KSO_WM_UNIT_ID" val="_1*i*13"/>
  <p:tag name="KSO_WM_UNIT_LAYERLEVEL" val="1"/>
  <p:tag name="KSO_WM_TAG_VERSION" val="3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4"/>
  <p:tag name="KSO_WM_UNIT_ID" val="_1*i*14"/>
  <p:tag name="KSO_WM_UNIT_LAYERLEVEL" val="1"/>
  <p:tag name="KSO_WM_TAG_VERSION" val="3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5"/>
  <p:tag name="KSO_WM_UNIT_ID" val="_1*i*15"/>
  <p:tag name="KSO_WM_UNIT_LAYERLEVEL" val="1"/>
  <p:tag name="KSO_WM_TAG_VERSION" val="3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6"/>
  <p:tag name="KSO_WM_UNIT_ID" val="_1*i*16"/>
  <p:tag name="KSO_WM_UNIT_LAYERLEVEL" val="1"/>
  <p:tag name="KSO_WM_TAG_VERSION" val="3.0"/>
  <p:tag name="KSO_WM_BEAUTIFY_FLAG" val="#wm#"/>
</p:tagLst>
</file>

<file path=ppt/tags/tag17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*a*1"/>
  <p:tag name="KSO_WM_UNIT_LAYERLEVEL" val="1"/>
  <p:tag name="KSO_WM_TAG_VERSION" val="3.0"/>
  <p:tag name="KSO_WM_BEAUTIFY_FLAG" val="#wm#"/>
</p:tagLst>
</file>

<file path=ppt/tags/tag18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80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*b*1"/>
  <p:tag name="KSO_WM_UNIT_LAYERLEVEL" val="1"/>
  <p:tag name="KSO_WM_TAG_VERSION" val="3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22.xml><?xml version="1.0" encoding="utf-8"?>
<p:tagLst xmlns:p="http://schemas.openxmlformats.org/presentationml/2006/main">
  <p:tag name="KSO_WM_UNIT_SUBTYPE" val="g"/>
  <p:tag name="KSO_WM_UNIT_PRESET_TEXT" val="公司名占位符"/>
  <p:tag name="KSO_WM_UNIT_NOCLEAR" val="0"/>
  <p:tag name="KSO_WM_UNIT_VALUE" val="11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5"/>
  <p:tag name="KSO_WM_UNIT_ID" val="_1*f*5"/>
  <p:tag name="KSO_WM_UNIT_LAYERLEVEL" val="1"/>
  <p:tag name="KSO_WM_TAG_VERSION" val="3.0"/>
  <p:tag name="KSO_WM_BEAUTIFY_FLAG" val="#wm#"/>
</p:tagLst>
</file>

<file path=ppt/tags/tag23.xml><?xml version="1.0" encoding="utf-8"?>
<p:tagLst xmlns:p="http://schemas.openxmlformats.org/presentationml/2006/main">
  <p:tag name="KSO_WM_UNIT_SUBTYPE" val="b"/>
  <p:tag name="KSO_WM_UNIT_PRESET_TEXT" val="署名占位符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4"/>
  <p:tag name="KSO_WM_UNIT_ID" val="_1*f*4"/>
  <p:tag name="KSO_WM_UNIT_LAYERLEVEL" val="1"/>
  <p:tag name="KSO_WM_TAG_VERSION" val="3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0*i*1"/>
  <p:tag name="KSO_WM_UNIT_LAYERLEVEL" val="1"/>
  <p:tag name="KSO_WM_TAG_VERSION" val="3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0*i*2"/>
  <p:tag name="KSO_WM_UNIT_LAYERLEVEL" val="1"/>
  <p:tag name="KSO_WM_TAG_VERSION" val="3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0*i*3"/>
  <p:tag name="KSO_WM_UNIT_LAYERLEVEL" val="1"/>
  <p:tag name="KSO_WM_TAG_VERSION" val="3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0*i*4"/>
  <p:tag name="KSO_WM_UNIT_LAYERLEVEL" val="1"/>
  <p:tag name="KSO_WM_TAG_VERSION" val="3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0*i*5"/>
  <p:tag name="KSO_WM_UNIT_LAYERLEVEL" val="1"/>
  <p:tag name="KSO_WM_TAG_VERSION" val="3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32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0*a*1"/>
  <p:tag name="KSO_WM_UNIT_LAYERLEVEL" val="1"/>
  <p:tag name="KSO_WM_TAG_VERSION" val="1.0"/>
  <p:tag name="KSO_WM_BEAUTIFY_FLAG" val="#wm#"/>
  <p:tag name="KSO_WM_TEMPLATE_CATEGORY" val="custom"/>
  <p:tag name="KSO_WM_TEMPLATE_INDEX" val="20238096"/>
</p:tagLst>
</file>

<file path=ppt/tags/tag33.xml><?xml version="1.0" encoding="utf-8"?>
<p:tagLst xmlns:p="http://schemas.openxmlformats.org/presentationml/2006/main">
  <p:tag name="KSO_WM_UNIT_SUBTYPE" val="a"/>
  <p:tag name="KSO_WM_UNIT_PRESET_TEXT" val="单击此处编辑母版文本样式&#10;第二级&#10;第三级&#10;第四级&#10;第五级"/>
  <p:tag name="KSO_WM_UNIT_NOCLEAR" val="0"/>
  <p:tag name="KSO_WM_UNIT_VALUE" val="34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0*f*1"/>
  <p:tag name="KSO_WM_UNIT_LAYERLEVEL" val="1"/>
  <p:tag name="KSO_WM_TAG_VERSION" val="1.0"/>
  <p:tag name="KSO_WM_BEAUTIFY_FLAG" val="#wm#"/>
  <p:tag name="KSO_WM_TEMPLATE_CATEGORY" val="custom"/>
  <p:tag name="KSO_WM_TEMPLATE_INDEX" val="20238096"/>
</p:tagLst>
</file>

<file path=ppt/tags/tag34.xml><?xml version="1.0" encoding="utf-8"?>
<p:tagLst xmlns:p="http://schemas.openxmlformats.org/presentationml/2006/main">
  <p:tag name="KSO_WM_TEMPLATE_THUMBS_INDEX" val="1、9"/>
  <p:tag name="KSO_WM_SPECIAL_SOURCE" val="bdnull"/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8096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*i*1"/>
  <p:tag name="KSO_WM_UNIT_LAYERLEVEL" val="1"/>
  <p:tag name="KSO_WM_TAG_VERSION" val="3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*i*2"/>
  <p:tag name="KSO_WM_UNIT_LAYERLEVEL" val="1"/>
  <p:tag name="KSO_WM_TAG_VERSION" val="3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*i*3"/>
  <p:tag name="KSO_WM_UNIT_LAYERLEVEL" val="1"/>
  <p:tag name="KSO_WM_TAG_VERSION" val="3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*i*4"/>
  <p:tag name="KSO_WM_UNIT_LAYERLEVEL" val="1"/>
  <p:tag name="KSO_WM_TAG_VERSION" val="3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1*i*5"/>
  <p:tag name="KSO_WM_UNIT_LAYERLEVEL" val="1"/>
  <p:tag name="KSO_WM_TAG_VERSION" val="3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1*i*6"/>
  <p:tag name="KSO_WM_UNIT_LAYERLEVEL" val="1"/>
  <p:tag name="KSO_WM_TAG_VERSION" val="3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_1*i*7"/>
  <p:tag name="KSO_WM_UNIT_LAYERLEVEL" val="1"/>
  <p:tag name="KSO_WM_TAG_VERSION" val="3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_1*i*8"/>
  <p:tag name="KSO_WM_UNIT_LAYERLEVEL" val="1"/>
  <p:tag name="KSO_WM_TAG_VERSION" val="3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_1*i*9"/>
  <p:tag name="KSO_WM_UNIT_LAYERLEVEL" val="1"/>
  <p:tag name="KSO_WM_TAG_VERSION" val="3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_1*i*10"/>
  <p:tag name="KSO_WM_UNIT_LAYERLEVEL" val="1"/>
  <p:tag name="KSO_WM_TAG_VERSION" val="3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_1*i*11"/>
  <p:tag name="KSO_WM_UNIT_LAYERLEVEL" val="1"/>
  <p:tag name="KSO_WM_TAG_VERSION" val="3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_1*i*12"/>
  <p:tag name="KSO_WM_UNIT_LAYERLEVEL" val="1"/>
  <p:tag name="KSO_WM_TAG_VERSION" val="3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3"/>
  <p:tag name="KSO_WM_UNIT_ID" val="_1*i*13"/>
  <p:tag name="KSO_WM_UNIT_LAYERLEVEL" val="1"/>
  <p:tag name="KSO_WM_TAG_VERSION" val="3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4"/>
  <p:tag name="KSO_WM_UNIT_ID" val="_1*i*14"/>
  <p:tag name="KSO_WM_UNIT_LAYERLEVEL" val="1"/>
  <p:tag name="KSO_WM_TAG_VERSION" val="3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5"/>
  <p:tag name="KSO_WM_UNIT_ID" val="_1*i*15"/>
  <p:tag name="KSO_WM_UNIT_LAYERLEVEL" val="1"/>
  <p:tag name="KSO_WM_TAG_VERSION" val="3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6"/>
  <p:tag name="KSO_WM_UNIT_ID" val="_1*i*16"/>
  <p:tag name="KSO_WM_UNIT_LAYERLEVEL" val="1"/>
  <p:tag name="KSO_WM_TAG_VERSION" val="3.0"/>
  <p:tag name="KSO_WM_BEAUTIFY_FLAG" val="#wm#"/>
</p:tagLst>
</file>

<file path=ppt/tags/tag51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*a*1"/>
  <p:tag name="KSO_WM_UNIT_LAYERLEVEL" val="1"/>
  <p:tag name="KSO_WM_TAG_VERSION" val="3.0"/>
  <p:tag name="KSO_WM_BEAUTIFY_FLAG" val="#wm#"/>
</p:tagLst>
</file>

<file path=ppt/tags/tag52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80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*b*1"/>
  <p:tag name="KSO_WM_UNIT_LAYERLEVEL" val="1"/>
  <p:tag name="KSO_WM_TAG_VERSION" val="3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56.xml><?xml version="1.0" encoding="utf-8"?>
<p:tagLst xmlns:p="http://schemas.openxmlformats.org/presentationml/2006/main">
  <p:tag name="KSO_WM_UNIT_SUBTYPE" val="g"/>
  <p:tag name="KSO_WM_UNIT_PRESET_TEXT" val="公司名占位符"/>
  <p:tag name="KSO_WM_UNIT_NOCLEAR" val="0"/>
  <p:tag name="KSO_WM_UNIT_VALUE" val="11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5"/>
  <p:tag name="KSO_WM_UNIT_ID" val="_1*f*5"/>
  <p:tag name="KSO_WM_UNIT_LAYERLEVEL" val="1"/>
  <p:tag name="KSO_WM_TAG_VERSION" val="3.0"/>
  <p:tag name="KSO_WM_BEAUTIFY_FLAG" val="#wm#"/>
</p:tagLst>
</file>

<file path=ppt/tags/tag57.xml><?xml version="1.0" encoding="utf-8"?>
<p:tagLst xmlns:p="http://schemas.openxmlformats.org/presentationml/2006/main">
  <p:tag name="KSO_WM_UNIT_SUBTYPE" val="b"/>
  <p:tag name="KSO_WM_UNIT_PRESET_TEXT" val="署名占位符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4"/>
  <p:tag name="KSO_WM_UNIT_ID" val="_1*f*4"/>
  <p:tag name="KSO_WM_UNIT_LAYERLEVEL" val="1"/>
  <p:tag name="KSO_WM_TAG_VERSION" val="3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0*i*1"/>
  <p:tag name="KSO_WM_UNIT_LAYERLEVEL" val="1"/>
  <p:tag name="KSO_WM_TAG_VERSION" val="3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0*i*2"/>
  <p:tag name="KSO_WM_UNIT_LAYERLEVEL" val="1"/>
  <p:tag name="KSO_WM_TAG_VERSION" val="3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0*i*3"/>
  <p:tag name="KSO_WM_UNIT_LAYERLEVEL" val="1"/>
  <p:tag name="KSO_WM_TAG_VERSION" val="3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0*i*4"/>
  <p:tag name="KSO_WM_UNIT_LAYERLEVEL" val="1"/>
  <p:tag name="KSO_WM_TAG_VERSION" val="3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0*i*5"/>
  <p:tag name="KSO_WM_UNIT_LAYERLEVEL" val="1"/>
  <p:tag name="KSO_WM_TAG_VERSION" val="3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66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0*a*1"/>
  <p:tag name="KSO_WM_UNIT_LAYERLEVEL" val="1"/>
  <p:tag name="KSO_WM_TAG_VERSION" val="1.0"/>
  <p:tag name="KSO_WM_BEAUTIFY_FLAG" val="#wm#"/>
  <p:tag name="KSO_WM_TEMPLATE_CATEGORY" val="custom"/>
  <p:tag name="KSO_WM_TEMPLATE_INDEX" val="20238096"/>
</p:tagLst>
</file>

<file path=ppt/tags/tag67.xml><?xml version="1.0" encoding="utf-8"?>
<p:tagLst xmlns:p="http://schemas.openxmlformats.org/presentationml/2006/main">
  <p:tag name="KSO_WM_UNIT_SUBTYPE" val="a"/>
  <p:tag name="KSO_WM_UNIT_PRESET_TEXT" val="单击此处编辑母版文本样式&#10;第二级&#10;第三级&#10;第四级&#10;第五级"/>
  <p:tag name="KSO_WM_UNIT_NOCLEAR" val="0"/>
  <p:tag name="KSO_WM_UNIT_VALUE" val="34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0*f*1"/>
  <p:tag name="KSO_WM_UNIT_LAYERLEVEL" val="1"/>
  <p:tag name="KSO_WM_TAG_VERSION" val="1.0"/>
  <p:tag name="KSO_WM_BEAUTIFY_FLAG" val="#wm#"/>
  <p:tag name="KSO_WM_TEMPLATE_CATEGORY" val="custom"/>
  <p:tag name="KSO_WM_TEMPLATE_INDEX" val="20238096"/>
</p:tagLst>
</file>

<file path=ppt/tags/tag68.xml><?xml version="1.0" encoding="utf-8"?>
<p:tagLst xmlns:p="http://schemas.openxmlformats.org/presentationml/2006/main">
  <p:tag name="KSO_WM_TEMPLATE_THUMBS_INDEX" val="1、9"/>
  <p:tag name="KSO_WM_SPECIAL_SOURCE" val="bdnull"/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8096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*i*1"/>
  <p:tag name="KSO_WM_UNIT_LAYERLEVEL" val="1"/>
  <p:tag name="KSO_WM_TAG_VERSION" val="3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*i*2"/>
  <p:tag name="KSO_WM_UNIT_LAYERLEVEL" val="1"/>
  <p:tag name="KSO_WM_TAG_VERSION" val="3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*i*3"/>
  <p:tag name="KSO_WM_UNIT_LAYERLEVEL" val="1"/>
  <p:tag name="KSO_WM_TAG_VERSION" val="3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*i*4"/>
  <p:tag name="KSO_WM_UNIT_LAYERLEVEL" val="1"/>
  <p:tag name="KSO_WM_TAG_VERSION" val="3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1*i*5"/>
  <p:tag name="KSO_WM_UNIT_LAYERLEVEL" val="1"/>
  <p:tag name="KSO_WM_TAG_VERSION" val="3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1*i*6"/>
  <p:tag name="KSO_WM_UNIT_LAYERLEVEL" val="1"/>
  <p:tag name="KSO_WM_TAG_VERSION" val="3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_1*i*7"/>
  <p:tag name="KSO_WM_UNIT_LAYERLEVEL" val="1"/>
  <p:tag name="KSO_WM_TAG_VERSION" val="3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_1*i*8"/>
  <p:tag name="KSO_WM_UNIT_LAYERLEVEL" val="1"/>
  <p:tag name="KSO_WM_TAG_VERSION" val="3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_1*i*9"/>
  <p:tag name="KSO_WM_UNIT_LAYERLEVEL" val="1"/>
  <p:tag name="KSO_WM_TAG_VERSION" val="3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_1*i*10"/>
  <p:tag name="KSO_WM_UNIT_LAYERLEVEL" val="1"/>
  <p:tag name="KSO_WM_TAG_VERSION" val="3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_1*i*11"/>
  <p:tag name="KSO_WM_UNIT_LAYERLEVEL" val="1"/>
  <p:tag name="KSO_WM_TAG_VERSION" val="3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_1*i*12"/>
  <p:tag name="KSO_WM_UNIT_LAYERLEVEL" val="1"/>
  <p:tag name="KSO_WM_TAG_VERSION" val="3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3"/>
  <p:tag name="KSO_WM_UNIT_ID" val="_1*i*13"/>
  <p:tag name="KSO_WM_UNIT_LAYERLEVEL" val="1"/>
  <p:tag name="KSO_WM_TAG_VERSION" val="3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4"/>
  <p:tag name="KSO_WM_UNIT_ID" val="_1*i*14"/>
  <p:tag name="KSO_WM_UNIT_LAYERLEVEL" val="1"/>
  <p:tag name="KSO_WM_TAG_VERSION" val="3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5"/>
  <p:tag name="KSO_WM_UNIT_ID" val="_1*i*15"/>
  <p:tag name="KSO_WM_UNIT_LAYERLEVEL" val="1"/>
  <p:tag name="KSO_WM_TAG_VERSION" val="3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6"/>
  <p:tag name="KSO_WM_UNIT_ID" val="_1*i*16"/>
  <p:tag name="KSO_WM_UNIT_LAYERLEVEL" val="1"/>
  <p:tag name="KSO_WM_TAG_VERSION" val="3.0"/>
  <p:tag name="KSO_WM_BEAUTIFY_FLAG" val="#wm#"/>
</p:tagLst>
</file>

<file path=ppt/tags/tag85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*a*1"/>
  <p:tag name="KSO_WM_UNIT_LAYERLEVEL" val="1"/>
  <p:tag name="KSO_WM_TAG_VERSION" val="3.0"/>
  <p:tag name="KSO_WM_BEAUTIFY_FLAG" val="#wm#"/>
</p:tagLst>
</file>

<file path=ppt/tags/tag86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80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*b*1"/>
  <p:tag name="KSO_WM_UNIT_LAYERLEVEL" val="1"/>
  <p:tag name="KSO_WM_TAG_VERSION" val="3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90.xml><?xml version="1.0" encoding="utf-8"?>
<p:tagLst xmlns:p="http://schemas.openxmlformats.org/presentationml/2006/main">
  <p:tag name="KSO_WM_UNIT_SUBTYPE" val="g"/>
  <p:tag name="KSO_WM_UNIT_PRESET_TEXT" val="公司名占位符"/>
  <p:tag name="KSO_WM_UNIT_NOCLEAR" val="0"/>
  <p:tag name="KSO_WM_UNIT_VALUE" val="11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5"/>
  <p:tag name="KSO_WM_UNIT_ID" val="_1*f*5"/>
  <p:tag name="KSO_WM_UNIT_LAYERLEVEL" val="1"/>
  <p:tag name="KSO_WM_TAG_VERSION" val="3.0"/>
  <p:tag name="KSO_WM_BEAUTIFY_FLAG" val="#wm#"/>
</p:tagLst>
</file>

<file path=ppt/tags/tag91.xml><?xml version="1.0" encoding="utf-8"?>
<p:tagLst xmlns:p="http://schemas.openxmlformats.org/presentationml/2006/main">
  <p:tag name="KSO_WM_UNIT_SUBTYPE" val="b"/>
  <p:tag name="KSO_WM_UNIT_PRESET_TEXT" val="署名占位符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4"/>
  <p:tag name="KSO_WM_UNIT_ID" val="_1*f*4"/>
  <p:tag name="KSO_WM_UNIT_LAYERLEVEL" val="1"/>
  <p:tag name="KSO_WM_TAG_VERSION" val="3.0"/>
  <p:tag name="KSO_WM_BEAUTIFY_FLAG" val="#wm#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0*i*1"/>
  <p:tag name="KSO_WM_UNIT_LAYERLEVEL" val="1"/>
  <p:tag name="KSO_WM_TAG_VERSION" val="3.0"/>
  <p:tag name="KSO_WM_BEAUTIFY_FLAG" val="#wm#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0*i*2"/>
  <p:tag name="KSO_WM_UNIT_LAYERLEVEL" val="1"/>
  <p:tag name="KSO_WM_TAG_VERSION" val="3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0*i*3"/>
  <p:tag name="KSO_WM_UNIT_LAYERLEVEL" val="1"/>
  <p:tag name="KSO_WM_TAG_VERSION" val="3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0*i*4"/>
  <p:tag name="KSO_WM_UNIT_LAYERLEVEL" val="1"/>
  <p:tag name="KSO_WM_TAG_VERSION" val="3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0*i*5"/>
  <p:tag name="KSO_WM_UNIT_LAYERLEVEL" val="1"/>
  <p:tag name="KSO_WM_TAG_VERSION" val="3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00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0*a*1"/>
  <p:tag name="KSO_WM_UNIT_LAYERLEVEL" val="1"/>
  <p:tag name="KSO_WM_TAG_VERSION" val="1.0"/>
  <p:tag name="KSO_WM_BEAUTIFY_FLAG" val="#wm#"/>
  <p:tag name="KSO_WM_TEMPLATE_CATEGORY" val="custom"/>
  <p:tag name="KSO_WM_TEMPLATE_INDEX" val="20238096"/>
</p:tagLst>
</file>

<file path=ppt/tags/tag101.xml><?xml version="1.0" encoding="utf-8"?>
<p:tagLst xmlns:p="http://schemas.openxmlformats.org/presentationml/2006/main">
  <p:tag name="KSO_WM_UNIT_SUBTYPE" val="a"/>
  <p:tag name="KSO_WM_UNIT_PRESET_TEXT" val="单击此处编辑母版文本样式&#10;第二级&#10;第三级&#10;第四级&#10;第五级"/>
  <p:tag name="KSO_WM_UNIT_NOCLEAR" val="0"/>
  <p:tag name="KSO_WM_UNIT_VALUE" val="34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0*f*1"/>
  <p:tag name="KSO_WM_UNIT_LAYERLEVEL" val="1"/>
  <p:tag name="KSO_WM_TAG_VERSION" val="1.0"/>
  <p:tag name="KSO_WM_BEAUTIFY_FLAG" val="#wm#"/>
  <p:tag name="KSO_WM_TEMPLATE_CATEGORY" val="custom"/>
  <p:tag name="KSO_WM_TEMPLATE_INDEX" val="20238096"/>
</p:tagLst>
</file>

<file path=ppt/tags/tag102.xml><?xml version="1.0" encoding="utf-8"?>
<p:tagLst xmlns:p="http://schemas.openxmlformats.org/presentationml/2006/main">
  <p:tag name="KSO_WM_TEMPLATE_THUMBS_INDEX" val="1、9"/>
  <p:tag name="KSO_WM_SPECIAL_SOURCE" val="bdnull"/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8096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*i*1"/>
  <p:tag name="KSO_WM_UNIT_LAYERLEVEL" val="1"/>
  <p:tag name="KSO_WM_TAG_VERSION" val="3.0"/>
  <p:tag name="KSO_WM_BEAUTIFY_FLAG" val="#wm#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*i*2"/>
  <p:tag name="KSO_WM_UNIT_LAYERLEVEL" val="1"/>
  <p:tag name="KSO_WM_TAG_VERSION" val="3.0"/>
  <p:tag name="KSO_WM_BEAUTIFY_FLAG" val="#wm#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*i*3"/>
  <p:tag name="KSO_WM_UNIT_LAYERLEVEL" val="1"/>
  <p:tag name="KSO_WM_TAG_VERSION" val="3.0"/>
  <p:tag name="KSO_WM_BEAUTIFY_FLAG" val="#wm#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*i*4"/>
  <p:tag name="KSO_WM_UNIT_LAYERLEVEL" val="1"/>
  <p:tag name="KSO_WM_TAG_VERSION" val="3.0"/>
  <p:tag name="KSO_WM_BEAUTIFY_FLAG" val="#wm#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1*i*5"/>
  <p:tag name="KSO_WM_UNIT_LAYERLEVEL" val="1"/>
  <p:tag name="KSO_WM_TAG_VERSION" val="3.0"/>
  <p:tag name="KSO_WM_BEAUTIFY_FLAG" val="#wm#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1*i*6"/>
  <p:tag name="KSO_WM_UNIT_LAYERLEVEL" val="1"/>
  <p:tag name="KSO_WM_TAG_VERSION" val="3.0"/>
  <p:tag name="KSO_WM_BEAUTIFY_FLAG" val="#wm#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_1*i*7"/>
  <p:tag name="KSO_WM_UNIT_LAYERLEVEL" val="1"/>
  <p:tag name="KSO_WM_TAG_VERSION" val="3.0"/>
  <p:tag name="KSO_WM_BEAUTIFY_FLAG" val="#wm#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_1*i*8"/>
  <p:tag name="KSO_WM_UNIT_LAYERLEVEL" val="1"/>
  <p:tag name="KSO_WM_TAG_VERSION" val="3.0"/>
  <p:tag name="KSO_WM_BEAUTIFY_FLAG" val="#wm#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_1*i*9"/>
  <p:tag name="KSO_WM_UNIT_LAYERLEVEL" val="1"/>
  <p:tag name="KSO_WM_TAG_VERSION" val="3.0"/>
  <p:tag name="KSO_WM_BEAUTIFY_FLAG" val="#wm#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_1*i*10"/>
  <p:tag name="KSO_WM_UNIT_LAYERLEVEL" val="1"/>
  <p:tag name="KSO_WM_TAG_VERSION" val="3.0"/>
  <p:tag name="KSO_WM_BEAUTIFY_FLAG" val="#wm#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_1*i*11"/>
  <p:tag name="KSO_WM_UNIT_LAYERLEVEL" val="1"/>
  <p:tag name="KSO_WM_TAG_VERSION" val="3.0"/>
  <p:tag name="KSO_WM_BEAUTIFY_FLAG" val="#wm#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_1*i*12"/>
  <p:tag name="KSO_WM_UNIT_LAYERLEVEL" val="1"/>
  <p:tag name="KSO_WM_TAG_VERSION" val="3.0"/>
  <p:tag name="KSO_WM_BEAUTIFY_FLAG" val="#wm#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3"/>
  <p:tag name="KSO_WM_UNIT_ID" val="_1*i*13"/>
  <p:tag name="KSO_WM_UNIT_LAYERLEVEL" val="1"/>
  <p:tag name="KSO_WM_TAG_VERSION" val="3.0"/>
  <p:tag name="KSO_WM_BEAUTIFY_FLAG" val="#wm#"/>
</p:tagLst>
</file>

<file path=ppt/tags/tag1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4"/>
  <p:tag name="KSO_WM_UNIT_ID" val="_1*i*14"/>
  <p:tag name="KSO_WM_UNIT_LAYERLEVEL" val="1"/>
  <p:tag name="KSO_WM_TAG_VERSION" val="3.0"/>
  <p:tag name="KSO_WM_BEAUTIFY_FLAG" val="#wm#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5"/>
  <p:tag name="KSO_WM_UNIT_ID" val="_1*i*15"/>
  <p:tag name="KSO_WM_UNIT_LAYERLEVEL" val="1"/>
  <p:tag name="KSO_WM_TAG_VERSION" val="3.0"/>
  <p:tag name="KSO_WM_BEAUTIFY_FLAG" val="#wm#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6"/>
  <p:tag name="KSO_WM_UNIT_ID" val="_1*i*16"/>
  <p:tag name="KSO_WM_UNIT_LAYERLEVEL" val="1"/>
  <p:tag name="KSO_WM_TAG_VERSION" val="3.0"/>
  <p:tag name="KSO_WM_BEAUTIFY_FLAG" val="#wm#"/>
</p:tagLst>
</file>

<file path=ppt/tags/tag119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*a*1"/>
  <p:tag name="KSO_WM_UNIT_LAYERLEVEL" val="1"/>
  <p:tag name="KSO_WM_TAG_VERSION" val="3.0"/>
  <p:tag name="KSO_WM_BEAUTIFY_FLAG" val="#wm#"/>
</p:tagLst>
</file>

<file path=ppt/tags/tag120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80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*b*1"/>
  <p:tag name="KSO_WM_UNIT_LAYERLEVEL" val="1"/>
  <p:tag name="KSO_WM_TAG_VERSION" val="3.0"/>
  <p:tag name="KSO_WM_BEAUTIFY_FLAG" val="#wm#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24.xml><?xml version="1.0" encoding="utf-8"?>
<p:tagLst xmlns:p="http://schemas.openxmlformats.org/presentationml/2006/main">
  <p:tag name="KSO_WM_UNIT_SUBTYPE" val="g"/>
  <p:tag name="KSO_WM_UNIT_PRESET_TEXT" val="公司名占位符"/>
  <p:tag name="KSO_WM_UNIT_NOCLEAR" val="0"/>
  <p:tag name="KSO_WM_UNIT_VALUE" val="11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5"/>
  <p:tag name="KSO_WM_UNIT_ID" val="_1*f*5"/>
  <p:tag name="KSO_WM_UNIT_LAYERLEVEL" val="1"/>
  <p:tag name="KSO_WM_TAG_VERSION" val="3.0"/>
  <p:tag name="KSO_WM_BEAUTIFY_FLAG" val="#wm#"/>
</p:tagLst>
</file>

<file path=ppt/tags/tag125.xml><?xml version="1.0" encoding="utf-8"?>
<p:tagLst xmlns:p="http://schemas.openxmlformats.org/presentationml/2006/main">
  <p:tag name="KSO_WM_UNIT_SUBTYPE" val="b"/>
  <p:tag name="KSO_WM_UNIT_PRESET_TEXT" val="署名占位符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4"/>
  <p:tag name="KSO_WM_UNIT_ID" val="_1*f*4"/>
  <p:tag name="KSO_WM_UNIT_LAYERLEVEL" val="1"/>
  <p:tag name="KSO_WM_TAG_VERSION" val="3.0"/>
  <p:tag name="KSO_WM_BEAUTIFY_FLAG" val="#wm#"/>
</p:tagLst>
</file>

<file path=ppt/tags/tag1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0*i*1"/>
  <p:tag name="KSO_WM_UNIT_LAYERLEVEL" val="1"/>
  <p:tag name="KSO_WM_TAG_VERSION" val="3.0"/>
  <p:tag name="KSO_WM_BEAUTIFY_FLAG" val="#wm#"/>
</p:tagLst>
</file>

<file path=ppt/tags/tag1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0*i*2"/>
  <p:tag name="KSO_WM_UNIT_LAYERLEVEL" val="1"/>
  <p:tag name="KSO_WM_TAG_VERSION" val="3.0"/>
  <p:tag name="KSO_WM_BEAUTIFY_FLAG" val="#wm#"/>
</p:tagLst>
</file>

<file path=ppt/tags/tag1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0*i*3"/>
  <p:tag name="KSO_WM_UNIT_LAYERLEVEL" val="1"/>
  <p:tag name="KSO_WM_TAG_VERSION" val="3.0"/>
  <p:tag name="KSO_WM_BEAUTIFY_FLAG" val="#wm#"/>
</p:tagLst>
</file>

<file path=ppt/tags/tag1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0*i*4"/>
  <p:tag name="KSO_WM_UNIT_LAYERLEVEL" val="1"/>
  <p:tag name="KSO_WM_TAG_VERSION" val="3.0"/>
  <p:tag name="KSO_WM_BEAUTIFY_FLAG" val="#wm#"/>
</p:tagLst>
</file>

<file path=ppt/tags/tag1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0*i*5"/>
  <p:tag name="KSO_WM_UNIT_LAYERLEVEL" val="1"/>
  <p:tag name="KSO_WM_TAG_VERSION" val="3.0"/>
  <p:tag name="KSO_WM_BEAUTIFY_FLAG" val="#wm#"/>
</p:tagLst>
</file>

<file path=ppt/tags/tag1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34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0*a*1"/>
  <p:tag name="KSO_WM_UNIT_LAYERLEVEL" val="1"/>
  <p:tag name="KSO_WM_TAG_VERSION" val="1.0"/>
  <p:tag name="KSO_WM_BEAUTIFY_FLAG" val="#wm#"/>
  <p:tag name="KSO_WM_TEMPLATE_CATEGORY" val="custom"/>
  <p:tag name="KSO_WM_TEMPLATE_INDEX" val="20238096"/>
</p:tagLst>
</file>

<file path=ppt/tags/tag135.xml><?xml version="1.0" encoding="utf-8"?>
<p:tagLst xmlns:p="http://schemas.openxmlformats.org/presentationml/2006/main">
  <p:tag name="KSO_WM_UNIT_SUBTYPE" val="a"/>
  <p:tag name="KSO_WM_UNIT_PRESET_TEXT" val="单击此处编辑母版文本样式&#10;第二级&#10;第三级&#10;第四级&#10;第五级"/>
  <p:tag name="KSO_WM_UNIT_NOCLEAR" val="0"/>
  <p:tag name="KSO_WM_UNIT_VALUE" val="34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0*f*1"/>
  <p:tag name="KSO_WM_UNIT_LAYERLEVEL" val="1"/>
  <p:tag name="KSO_WM_TAG_VERSION" val="1.0"/>
  <p:tag name="KSO_WM_BEAUTIFY_FLAG" val="#wm#"/>
  <p:tag name="KSO_WM_TEMPLATE_CATEGORY" val="custom"/>
  <p:tag name="KSO_WM_TEMPLATE_INDEX" val="20238096"/>
</p:tagLst>
</file>

<file path=ppt/tags/tag136.xml><?xml version="1.0" encoding="utf-8"?>
<p:tagLst xmlns:p="http://schemas.openxmlformats.org/presentationml/2006/main">
  <p:tag name="KSO_WM_TEMPLATE_THUMBS_INDEX" val="1、9"/>
  <p:tag name="KSO_WM_SPECIAL_SOURCE" val="bdnull"/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8096"/>
</p:tagLst>
</file>

<file path=ppt/tags/tag1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*i*1"/>
  <p:tag name="KSO_WM_UNIT_LAYERLEVEL" val="1"/>
  <p:tag name="KSO_WM_TAG_VERSION" val="3.0"/>
  <p:tag name="KSO_WM_BEAUTIFY_FLAG" val="#wm#"/>
</p:tagLst>
</file>

<file path=ppt/tags/tag1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*i*2"/>
  <p:tag name="KSO_WM_UNIT_LAYERLEVEL" val="1"/>
  <p:tag name="KSO_WM_TAG_VERSION" val="3.0"/>
  <p:tag name="KSO_WM_BEAUTIFY_FLAG" val="#wm#"/>
</p:tagLst>
</file>

<file path=ppt/tags/tag1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*i*3"/>
  <p:tag name="KSO_WM_UNIT_LAYERLEVEL" val="1"/>
  <p:tag name="KSO_WM_TAG_VERSION" val="3.0"/>
  <p:tag name="KSO_WM_BEAUTIFY_FLAG" val="#wm#"/>
</p:tagLst>
</file>

<file path=ppt/tags/tag1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*i*4"/>
  <p:tag name="KSO_WM_UNIT_LAYERLEVEL" val="1"/>
  <p:tag name="KSO_WM_TAG_VERSION" val="3.0"/>
  <p:tag name="KSO_WM_BEAUTIFY_FLAG" val="#wm#"/>
</p:tagLst>
</file>

<file path=ppt/tags/tag1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1*i*5"/>
  <p:tag name="KSO_WM_UNIT_LAYERLEVEL" val="1"/>
  <p:tag name="KSO_WM_TAG_VERSION" val="3.0"/>
  <p:tag name="KSO_WM_BEAUTIFY_FLAG" val="#wm#"/>
</p:tagLst>
</file>

<file path=ppt/tags/tag1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1*i*6"/>
  <p:tag name="KSO_WM_UNIT_LAYERLEVEL" val="1"/>
  <p:tag name="KSO_WM_TAG_VERSION" val="3.0"/>
  <p:tag name="KSO_WM_BEAUTIFY_FLAG" val="#wm#"/>
</p:tagLst>
</file>

<file path=ppt/tags/tag1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_1*i*7"/>
  <p:tag name="KSO_WM_UNIT_LAYERLEVEL" val="1"/>
  <p:tag name="KSO_WM_TAG_VERSION" val="3.0"/>
  <p:tag name="KSO_WM_BEAUTIFY_FLAG" val="#wm#"/>
</p:tagLst>
</file>

<file path=ppt/tags/tag1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_1*i*8"/>
  <p:tag name="KSO_WM_UNIT_LAYERLEVEL" val="1"/>
  <p:tag name="KSO_WM_TAG_VERSION" val="3.0"/>
  <p:tag name="KSO_WM_BEAUTIFY_FLAG" val="#wm#"/>
</p:tagLst>
</file>

<file path=ppt/tags/tag1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_1*i*9"/>
  <p:tag name="KSO_WM_UNIT_LAYERLEVEL" val="1"/>
  <p:tag name="KSO_WM_TAG_VERSION" val="3.0"/>
  <p:tag name="KSO_WM_BEAUTIFY_FLAG" val="#wm#"/>
</p:tagLst>
</file>

<file path=ppt/tags/tag1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_1*i*10"/>
  <p:tag name="KSO_WM_UNIT_LAYERLEVEL" val="1"/>
  <p:tag name="KSO_WM_TAG_VERSION" val="3.0"/>
  <p:tag name="KSO_WM_BEAUTIFY_FLAG" val="#wm#"/>
</p:tagLst>
</file>

<file path=ppt/tags/tag1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_1*i*11"/>
  <p:tag name="KSO_WM_UNIT_LAYERLEVEL" val="1"/>
  <p:tag name="KSO_WM_TAG_VERSION" val="3.0"/>
  <p:tag name="KSO_WM_BEAUTIFY_FLAG" val="#wm#"/>
</p:tagLst>
</file>

<file path=ppt/tags/tag1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_1*i*12"/>
  <p:tag name="KSO_WM_UNIT_LAYERLEVEL" val="1"/>
  <p:tag name="KSO_WM_TAG_VERSION" val="3.0"/>
  <p:tag name="KSO_WM_BEAUTIFY_FLAG" val="#wm#"/>
</p:tagLst>
</file>

<file path=ppt/tags/tag1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3"/>
  <p:tag name="KSO_WM_UNIT_ID" val="_1*i*13"/>
  <p:tag name="KSO_WM_UNIT_LAYERLEVEL" val="1"/>
  <p:tag name="KSO_WM_TAG_VERSION" val="3.0"/>
  <p:tag name="KSO_WM_BEAUTIFY_FLAG" val="#wm#"/>
</p:tagLst>
</file>

<file path=ppt/tags/tag1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4"/>
  <p:tag name="KSO_WM_UNIT_ID" val="_1*i*14"/>
  <p:tag name="KSO_WM_UNIT_LAYERLEVEL" val="1"/>
  <p:tag name="KSO_WM_TAG_VERSION" val="3.0"/>
  <p:tag name="KSO_WM_BEAUTIFY_FLAG" val="#wm#"/>
</p:tagLst>
</file>

<file path=ppt/tags/tag1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5"/>
  <p:tag name="KSO_WM_UNIT_ID" val="_1*i*15"/>
  <p:tag name="KSO_WM_UNIT_LAYERLEVEL" val="1"/>
  <p:tag name="KSO_WM_TAG_VERSION" val="3.0"/>
  <p:tag name="KSO_WM_BEAUTIFY_FLAG" val="#wm#"/>
</p:tagLst>
</file>

<file path=ppt/tags/tag1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6"/>
  <p:tag name="KSO_WM_UNIT_ID" val="_1*i*16"/>
  <p:tag name="KSO_WM_UNIT_LAYERLEVEL" val="1"/>
  <p:tag name="KSO_WM_TAG_VERSION" val="3.0"/>
  <p:tag name="KSO_WM_BEAUTIFY_FLAG" val="#wm#"/>
</p:tagLst>
</file>

<file path=ppt/tags/tag153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*a*1"/>
  <p:tag name="KSO_WM_UNIT_LAYERLEVEL" val="1"/>
  <p:tag name="KSO_WM_TAG_VERSION" val="3.0"/>
  <p:tag name="KSO_WM_BEAUTIFY_FLAG" val="#wm#"/>
</p:tagLst>
</file>

<file path=ppt/tags/tag154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80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*b*1"/>
  <p:tag name="KSO_WM_UNIT_LAYERLEVEL" val="1"/>
  <p:tag name="KSO_WM_TAG_VERSION" val="3.0"/>
  <p:tag name="KSO_WM_BEAUTIFY_FLAG" val="#wm#"/>
</p:tagLst>
</file>

<file path=ppt/tags/tag1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58.xml><?xml version="1.0" encoding="utf-8"?>
<p:tagLst xmlns:p="http://schemas.openxmlformats.org/presentationml/2006/main">
  <p:tag name="KSO_WM_UNIT_SUBTYPE" val="g"/>
  <p:tag name="KSO_WM_UNIT_PRESET_TEXT" val="公司名占位符"/>
  <p:tag name="KSO_WM_UNIT_NOCLEAR" val="0"/>
  <p:tag name="KSO_WM_UNIT_VALUE" val="11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5"/>
  <p:tag name="KSO_WM_UNIT_ID" val="_1*f*5"/>
  <p:tag name="KSO_WM_UNIT_LAYERLEVEL" val="1"/>
  <p:tag name="KSO_WM_TAG_VERSION" val="3.0"/>
  <p:tag name="KSO_WM_BEAUTIFY_FLAG" val="#wm#"/>
</p:tagLst>
</file>

<file path=ppt/tags/tag159.xml><?xml version="1.0" encoding="utf-8"?>
<p:tagLst xmlns:p="http://schemas.openxmlformats.org/presentationml/2006/main">
  <p:tag name="KSO_WM_UNIT_SUBTYPE" val="b"/>
  <p:tag name="KSO_WM_UNIT_PRESET_TEXT" val="署名占位符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4"/>
  <p:tag name="KSO_WM_UNIT_ID" val="_1*f*4"/>
  <p:tag name="KSO_WM_UNIT_LAYERLEVEL" val="1"/>
  <p:tag name="KSO_WM_TAG_VERSION" val="3.0"/>
  <p:tag name="KSO_WM_BEAUTIFY_FLAG" val="#wm#"/>
</p:tagLst>
</file>

<file path=ppt/tags/tag1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0*i*1"/>
  <p:tag name="KSO_WM_UNIT_LAYERLEVEL" val="1"/>
  <p:tag name="KSO_WM_TAG_VERSION" val="3.0"/>
  <p:tag name="KSO_WM_BEAUTIFY_FLAG" val="#wm#"/>
</p:tagLst>
</file>

<file path=ppt/tags/tag1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0*i*2"/>
  <p:tag name="KSO_WM_UNIT_LAYERLEVEL" val="1"/>
  <p:tag name="KSO_WM_TAG_VERSION" val="3.0"/>
  <p:tag name="KSO_WM_BEAUTIFY_FLAG" val="#wm#"/>
</p:tagLst>
</file>

<file path=ppt/tags/tag1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0*i*3"/>
  <p:tag name="KSO_WM_UNIT_LAYERLEVEL" val="1"/>
  <p:tag name="KSO_WM_TAG_VERSION" val="3.0"/>
  <p:tag name="KSO_WM_BEAUTIFY_FLAG" val="#wm#"/>
</p:tagLst>
</file>

<file path=ppt/tags/tag1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0*i*4"/>
  <p:tag name="KSO_WM_UNIT_LAYERLEVEL" val="1"/>
  <p:tag name="KSO_WM_TAG_VERSION" val="3.0"/>
  <p:tag name="KSO_WM_BEAUTIFY_FLAG" val="#wm#"/>
</p:tagLst>
</file>

<file path=ppt/tags/tag1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0*i*5"/>
  <p:tag name="KSO_WM_UNIT_LAYERLEVEL" val="1"/>
  <p:tag name="KSO_WM_TAG_VERSION" val="3.0"/>
  <p:tag name="KSO_WM_BEAUTIFY_FLAG" val="#wm#"/>
</p:tagLst>
</file>

<file path=ppt/tags/tag1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68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0*a*1"/>
  <p:tag name="KSO_WM_UNIT_LAYERLEVEL" val="1"/>
  <p:tag name="KSO_WM_TAG_VERSION" val="1.0"/>
  <p:tag name="KSO_WM_BEAUTIFY_FLAG" val="#wm#"/>
  <p:tag name="KSO_WM_TEMPLATE_CATEGORY" val="custom"/>
  <p:tag name="KSO_WM_TEMPLATE_INDEX" val="20238096"/>
</p:tagLst>
</file>

<file path=ppt/tags/tag169.xml><?xml version="1.0" encoding="utf-8"?>
<p:tagLst xmlns:p="http://schemas.openxmlformats.org/presentationml/2006/main">
  <p:tag name="KSO_WM_UNIT_SUBTYPE" val="a"/>
  <p:tag name="KSO_WM_UNIT_PRESET_TEXT" val="单击此处编辑母版文本样式&#10;第二级&#10;第三级&#10;第四级&#10;第五级"/>
  <p:tag name="KSO_WM_UNIT_NOCLEAR" val="0"/>
  <p:tag name="KSO_WM_UNIT_VALUE" val="34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0*f*1"/>
  <p:tag name="KSO_WM_UNIT_LAYERLEVEL" val="1"/>
  <p:tag name="KSO_WM_TAG_VERSION" val="1.0"/>
  <p:tag name="KSO_WM_BEAUTIFY_FLAG" val="#wm#"/>
  <p:tag name="KSO_WM_TEMPLATE_CATEGORY" val="custom"/>
  <p:tag name="KSO_WM_TEMPLATE_INDEX" val="20238096"/>
</p:tagLst>
</file>

<file path=ppt/tags/tag170.xml><?xml version="1.0" encoding="utf-8"?>
<p:tagLst xmlns:p="http://schemas.openxmlformats.org/presentationml/2006/main">
  <p:tag name="KSO_WM_TEMPLATE_THUMBS_INDEX" val="1、9"/>
  <p:tag name="KSO_WM_SPECIAL_SOURCE" val="bdnull"/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8096"/>
</p:tagLst>
</file>

<file path=ppt/tags/tag1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*i*1"/>
  <p:tag name="KSO_WM_UNIT_LAYERLEVEL" val="1"/>
  <p:tag name="KSO_WM_TAG_VERSION" val="3.0"/>
  <p:tag name="KSO_WM_BEAUTIFY_FLAG" val="#wm#"/>
</p:tagLst>
</file>

<file path=ppt/tags/tag1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*i*2"/>
  <p:tag name="KSO_WM_UNIT_LAYERLEVEL" val="1"/>
  <p:tag name="KSO_WM_TAG_VERSION" val="3.0"/>
  <p:tag name="KSO_WM_BEAUTIFY_FLAG" val="#wm#"/>
</p:tagLst>
</file>

<file path=ppt/tags/tag1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*i*3"/>
  <p:tag name="KSO_WM_UNIT_LAYERLEVEL" val="1"/>
  <p:tag name="KSO_WM_TAG_VERSION" val="3.0"/>
  <p:tag name="KSO_WM_BEAUTIFY_FLAG" val="#wm#"/>
</p:tagLst>
</file>

<file path=ppt/tags/tag1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*i*4"/>
  <p:tag name="KSO_WM_UNIT_LAYERLEVEL" val="1"/>
  <p:tag name="KSO_WM_TAG_VERSION" val="3.0"/>
  <p:tag name="KSO_WM_BEAUTIFY_FLAG" val="#wm#"/>
</p:tagLst>
</file>

<file path=ppt/tags/tag1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1*i*5"/>
  <p:tag name="KSO_WM_UNIT_LAYERLEVEL" val="1"/>
  <p:tag name="KSO_WM_TAG_VERSION" val="3.0"/>
  <p:tag name="KSO_WM_BEAUTIFY_FLAG" val="#wm#"/>
</p:tagLst>
</file>

<file path=ppt/tags/tag1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1*i*6"/>
  <p:tag name="KSO_WM_UNIT_LAYERLEVEL" val="1"/>
  <p:tag name="KSO_WM_TAG_VERSION" val="3.0"/>
  <p:tag name="KSO_WM_BEAUTIFY_FLAG" val="#wm#"/>
</p:tagLst>
</file>

<file path=ppt/tags/tag1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_1*i*7"/>
  <p:tag name="KSO_WM_UNIT_LAYERLEVEL" val="1"/>
  <p:tag name="KSO_WM_TAG_VERSION" val="3.0"/>
  <p:tag name="KSO_WM_BEAUTIFY_FLAG" val="#wm#"/>
</p:tagLst>
</file>

<file path=ppt/tags/tag1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_1*i*8"/>
  <p:tag name="KSO_WM_UNIT_LAYERLEVEL" val="1"/>
  <p:tag name="KSO_WM_TAG_VERSION" val="3.0"/>
  <p:tag name="KSO_WM_BEAUTIFY_FLAG" val="#wm#"/>
</p:tagLst>
</file>

<file path=ppt/tags/tag1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_1*i*9"/>
  <p:tag name="KSO_WM_UNIT_LAYERLEVEL" val="1"/>
  <p:tag name="KSO_WM_TAG_VERSION" val="3.0"/>
  <p:tag name="KSO_WM_BEAUTIFY_FLAG" val="#wm#"/>
</p:tagLst>
</file>

<file path=ppt/tags/tag1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_1*i*10"/>
  <p:tag name="KSO_WM_UNIT_LAYERLEVEL" val="1"/>
  <p:tag name="KSO_WM_TAG_VERSION" val="3.0"/>
  <p:tag name="KSO_WM_BEAUTIFY_FLAG" val="#wm#"/>
</p:tagLst>
</file>

<file path=ppt/tags/tag1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_1*i*11"/>
  <p:tag name="KSO_WM_UNIT_LAYERLEVEL" val="1"/>
  <p:tag name="KSO_WM_TAG_VERSION" val="3.0"/>
  <p:tag name="KSO_WM_BEAUTIFY_FLAG" val="#wm#"/>
</p:tagLst>
</file>

<file path=ppt/tags/tag1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_1*i*12"/>
  <p:tag name="KSO_WM_UNIT_LAYERLEVEL" val="1"/>
  <p:tag name="KSO_WM_TAG_VERSION" val="3.0"/>
  <p:tag name="KSO_WM_BEAUTIFY_FLAG" val="#wm#"/>
</p:tagLst>
</file>

<file path=ppt/tags/tag1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3"/>
  <p:tag name="KSO_WM_UNIT_ID" val="_1*i*13"/>
  <p:tag name="KSO_WM_UNIT_LAYERLEVEL" val="1"/>
  <p:tag name="KSO_WM_TAG_VERSION" val="3.0"/>
  <p:tag name="KSO_WM_BEAUTIFY_FLAG" val="#wm#"/>
</p:tagLst>
</file>

<file path=ppt/tags/tag1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4"/>
  <p:tag name="KSO_WM_UNIT_ID" val="_1*i*14"/>
  <p:tag name="KSO_WM_UNIT_LAYERLEVEL" val="1"/>
  <p:tag name="KSO_WM_TAG_VERSION" val="3.0"/>
  <p:tag name="KSO_WM_BEAUTIFY_FLAG" val="#wm#"/>
</p:tagLst>
</file>

<file path=ppt/tags/tag1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5"/>
  <p:tag name="KSO_WM_UNIT_ID" val="_1*i*15"/>
  <p:tag name="KSO_WM_UNIT_LAYERLEVEL" val="1"/>
  <p:tag name="KSO_WM_TAG_VERSION" val="3.0"/>
  <p:tag name="KSO_WM_BEAUTIFY_FLAG" val="#wm#"/>
</p:tagLst>
</file>

<file path=ppt/tags/tag1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6"/>
  <p:tag name="KSO_WM_UNIT_ID" val="_1*i*16"/>
  <p:tag name="KSO_WM_UNIT_LAYERLEVEL" val="1"/>
  <p:tag name="KSO_WM_TAG_VERSION" val="3.0"/>
  <p:tag name="KSO_WM_BEAUTIFY_FLAG" val="#wm#"/>
</p:tagLst>
</file>

<file path=ppt/tags/tag187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*a*1"/>
  <p:tag name="KSO_WM_UNIT_LAYERLEVEL" val="1"/>
  <p:tag name="KSO_WM_TAG_VERSION" val="3.0"/>
  <p:tag name="KSO_WM_BEAUTIFY_FLAG" val="#wm#"/>
</p:tagLst>
</file>

<file path=ppt/tags/tag188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80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*b*1"/>
  <p:tag name="KSO_WM_UNIT_LAYERLEVEL" val="1"/>
  <p:tag name="KSO_WM_TAG_VERSION" val="3.0"/>
  <p:tag name="KSO_WM_BEAUTIFY_FLAG" val="#wm#"/>
</p:tagLst>
</file>

<file path=ppt/tags/tag1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92.xml><?xml version="1.0" encoding="utf-8"?>
<p:tagLst xmlns:p="http://schemas.openxmlformats.org/presentationml/2006/main">
  <p:tag name="KSO_WM_UNIT_SUBTYPE" val="g"/>
  <p:tag name="KSO_WM_UNIT_PRESET_TEXT" val="公司名占位符"/>
  <p:tag name="KSO_WM_UNIT_NOCLEAR" val="0"/>
  <p:tag name="KSO_WM_UNIT_VALUE" val="11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5"/>
  <p:tag name="KSO_WM_UNIT_ID" val="_1*f*5"/>
  <p:tag name="KSO_WM_UNIT_LAYERLEVEL" val="1"/>
  <p:tag name="KSO_WM_TAG_VERSION" val="3.0"/>
  <p:tag name="KSO_WM_BEAUTIFY_FLAG" val="#wm#"/>
</p:tagLst>
</file>

<file path=ppt/tags/tag193.xml><?xml version="1.0" encoding="utf-8"?>
<p:tagLst xmlns:p="http://schemas.openxmlformats.org/presentationml/2006/main">
  <p:tag name="KSO_WM_UNIT_SUBTYPE" val="b"/>
  <p:tag name="KSO_WM_UNIT_PRESET_TEXT" val="署名占位符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4"/>
  <p:tag name="KSO_WM_UNIT_ID" val="_1*f*4"/>
  <p:tag name="KSO_WM_UNIT_LAYERLEVEL" val="1"/>
  <p:tag name="KSO_WM_TAG_VERSION" val="3.0"/>
  <p:tag name="KSO_WM_BEAUTIFY_FLAG" val="#wm#"/>
</p:tagLst>
</file>

<file path=ppt/tags/tag1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0*i*1"/>
  <p:tag name="KSO_WM_UNIT_LAYERLEVEL" val="1"/>
  <p:tag name="KSO_WM_TAG_VERSION" val="3.0"/>
  <p:tag name="KSO_WM_BEAUTIFY_FLAG" val="#wm#"/>
</p:tagLst>
</file>

<file path=ppt/tags/tag1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0*i*2"/>
  <p:tag name="KSO_WM_UNIT_LAYERLEVEL" val="1"/>
  <p:tag name="KSO_WM_TAG_VERSION" val="3.0"/>
  <p:tag name="KSO_WM_BEAUTIFY_FLAG" val="#wm#"/>
</p:tagLst>
</file>

<file path=ppt/tags/tag1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0*i*3"/>
  <p:tag name="KSO_WM_UNIT_LAYERLEVEL" val="1"/>
  <p:tag name="KSO_WM_TAG_VERSION" val="3.0"/>
  <p:tag name="KSO_WM_BEAUTIFY_FLAG" val="#wm#"/>
</p:tagLst>
</file>

<file path=ppt/tags/tag1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0*i*4"/>
  <p:tag name="KSO_WM_UNIT_LAYERLEVEL" val="1"/>
  <p:tag name="KSO_WM_TAG_VERSION" val="3.0"/>
  <p:tag name="KSO_WM_BEAUTIFY_FLAG" val="#wm#"/>
</p:tagLst>
</file>

<file path=ppt/tags/tag1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0*i*5"/>
  <p:tag name="KSO_WM_UNIT_LAYERLEVEL" val="1"/>
  <p:tag name="KSO_WM_TAG_VERSION" val="3.0"/>
  <p:tag name="KSO_WM_BEAUTIFY_FLAG" val="#wm#"/>
</p:tagLst>
</file>

<file path=ppt/tags/tag1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2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2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202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0*a*1"/>
  <p:tag name="KSO_WM_UNIT_LAYERLEVEL" val="1"/>
  <p:tag name="KSO_WM_TAG_VERSION" val="1.0"/>
  <p:tag name="KSO_WM_BEAUTIFY_FLAG" val="#wm#"/>
  <p:tag name="KSO_WM_TEMPLATE_CATEGORY" val="custom"/>
  <p:tag name="KSO_WM_TEMPLATE_INDEX" val="20238096"/>
</p:tagLst>
</file>

<file path=ppt/tags/tag203.xml><?xml version="1.0" encoding="utf-8"?>
<p:tagLst xmlns:p="http://schemas.openxmlformats.org/presentationml/2006/main">
  <p:tag name="KSO_WM_UNIT_SUBTYPE" val="a"/>
  <p:tag name="KSO_WM_UNIT_PRESET_TEXT" val="单击此处编辑母版文本样式&#10;第二级&#10;第三级&#10;第四级&#10;第五级"/>
  <p:tag name="KSO_WM_UNIT_NOCLEAR" val="0"/>
  <p:tag name="KSO_WM_UNIT_VALUE" val="34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0*f*1"/>
  <p:tag name="KSO_WM_UNIT_LAYERLEVEL" val="1"/>
  <p:tag name="KSO_WM_TAG_VERSION" val="1.0"/>
  <p:tag name="KSO_WM_BEAUTIFY_FLAG" val="#wm#"/>
  <p:tag name="KSO_WM_TEMPLATE_CATEGORY" val="custom"/>
  <p:tag name="KSO_WM_TEMPLATE_INDEX" val="20238096"/>
</p:tagLst>
</file>

<file path=ppt/tags/tag204.xml><?xml version="1.0" encoding="utf-8"?>
<p:tagLst xmlns:p="http://schemas.openxmlformats.org/presentationml/2006/main">
  <p:tag name="KSO_WM_TEMPLATE_THUMBS_INDEX" val="1、9"/>
  <p:tag name="KSO_WM_SPECIAL_SOURCE" val="bdnull"/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8096"/>
</p:tagLst>
</file>

<file path=ppt/tags/tag2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*i*1"/>
  <p:tag name="KSO_WM_UNIT_LAYERLEVEL" val="1"/>
  <p:tag name="KSO_WM_TAG_VERSION" val="3.0"/>
  <p:tag name="KSO_WM_BEAUTIFY_FLAG" val="#wm#"/>
</p:tagLst>
</file>

<file path=ppt/tags/tag2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*i*2"/>
  <p:tag name="KSO_WM_UNIT_LAYERLEVEL" val="1"/>
  <p:tag name="KSO_WM_TAG_VERSION" val="3.0"/>
  <p:tag name="KSO_WM_BEAUTIFY_FLAG" val="#wm#"/>
</p:tagLst>
</file>

<file path=ppt/tags/tag2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*i*3"/>
  <p:tag name="KSO_WM_UNIT_LAYERLEVEL" val="1"/>
  <p:tag name="KSO_WM_TAG_VERSION" val="3.0"/>
  <p:tag name="KSO_WM_BEAUTIFY_FLAG" val="#wm#"/>
</p:tagLst>
</file>

<file path=ppt/tags/tag2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*i*4"/>
  <p:tag name="KSO_WM_UNIT_LAYERLEVEL" val="1"/>
  <p:tag name="KSO_WM_TAG_VERSION" val="3.0"/>
  <p:tag name="KSO_WM_BEAUTIFY_FLAG" val="#wm#"/>
</p:tagLst>
</file>

<file path=ppt/tags/tag2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1*i*5"/>
  <p:tag name="KSO_WM_UNIT_LAYERLEVEL" val="1"/>
  <p:tag name="KSO_WM_TAG_VERSION" val="3.0"/>
  <p:tag name="KSO_WM_BEAUTIFY_FLAG" val="#wm#"/>
</p:tagLst>
</file>

<file path=ppt/tags/tag2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1*i*6"/>
  <p:tag name="KSO_WM_UNIT_LAYERLEVEL" val="1"/>
  <p:tag name="KSO_WM_TAG_VERSION" val="3.0"/>
  <p:tag name="KSO_WM_BEAUTIFY_FLAG" val="#wm#"/>
</p:tagLst>
</file>

<file path=ppt/tags/tag2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_1*i*7"/>
  <p:tag name="KSO_WM_UNIT_LAYERLEVEL" val="1"/>
  <p:tag name="KSO_WM_TAG_VERSION" val="3.0"/>
  <p:tag name="KSO_WM_BEAUTIFY_FLAG" val="#wm#"/>
</p:tagLst>
</file>

<file path=ppt/tags/tag2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_1*i*8"/>
  <p:tag name="KSO_WM_UNIT_LAYERLEVEL" val="1"/>
  <p:tag name="KSO_WM_TAG_VERSION" val="3.0"/>
  <p:tag name="KSO_WM_BEAUTIFY_FLAG" val="#wm#"/>
</p:tagLst>
</file>

<file path=ppt/tags/tag2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_1*i*9"/>
  <p:tag name="KSO_WM_UNIT_LAYERLEVEL" val="1"/>
  <p:tag name="KSO_WM_TAG_VERSION" val="3.0"/>
  <p:tag name="KSO_WM_BEAUTIFY_FLAG" val="#wm#"/>
</p:tagLst>
</file>

<file path=ppt/tags/tag2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_1*i*10"/>
  <p:tag name="KSO_WM_UNIT_LAYERLEVEL" val="1"/>
  <p:tag name="KSO_WM_TAG_VERSION" val="3.0"/>
  <p:tag name="KSO_WM_BEAUTIFY_FLAG" val="#wm#"/>
</p:tagLst>
</file>

<file path=ppt/tags/tag2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_1*i*11"/>
  <p:tag name="KSO_WM_UNIT_LAYERLEVEL" val="1"/>
  <p:tag name="KSO_WM_TAG_VERSION" val="3.0"/>
  <p:tag name="KSO_WM_BEAUTIFY_FLAG" val="#wm#"/>
</p:tagLst>
</file>

<file path=ppt/tags/tag2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_1*i*12"/>
  <p:tag name="KSO_WM_UNIT_LAYERLEVEL" val="1"/>
  <p:tag name="KSO_WM_TAG_VERSION" val="3.0"/>
  <p:tag name="KSO_WM_BEAUTIFY_FLAG" val="#wm#"/>
</p:tagLst>
</file>

<file path=ppt/tags/tag2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3"/>
  <p:tag name="KSO_WM_UNIT_ID" val="_1*i*13"/>
  <p:tag name="KSO_WM_UNIT_LAYERLEVEL" val="1"/>
  <p:tag name="KSO_WM_TAG_VERSION" val="3.0"/>
  <p:tag name="KSO_WM_BEAUTIFY_FLAG" val="#wm#"/>
</p:tagLst>
</file>

<file path=ppt/tags/tag2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4"/>
  <p:tag name="KSO_WM_UNIT_ID" val="_1*i*14"/>
  <p:tag name="KSO_WM_UNIT_LAYERLEVEL" val="1"/>
  <p:tag name="KSO_WM_TAG_VERSION" val="3.0"/>
  <p:tag name="KSO_WM_BEAUTIFY_FLAG" val="#wm#"/>
</p:tagLst>
</file>

<file path=ppt/tags/tag2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5"/>
  <p:tag name="KSO_WM_UNIT_ID" val="_1*i*15"/>
  <p:tag name="KSO_WM_UNIT_LAYERLEVEL" val="1"/>
  <p:tag name="KSO_WM_TAG_VERSION" val="3.0"/>
  <p:tag name="KSO_WM_BEAUTIFY_FLAG" val="#wm#"/>
</p:tagLst>
</file>

<file path=ppt/tags/tag2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6"/>
  <p:tag name="KSO_WM_UNIT_ID" val="_1*i*16"/>
  <p:tag name="KSO_WM_UNIT_LAYERLEVEL" val="1"/>
  <p:tag name="KSO_WM_TAG_VERSION" val="3.0"/>
  <p:tag name="KSO_WM_BEAUTIFY_FLAG" val="#wm#"/>
</p:tagLst>
</file>

<file path=ppt/tags/tag221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*a*1"/>
  <p:tag name="KSO_WM_UNIT_LAYERLEVEL" val="1"/>
  <p:tag name="KSO_WM_TAG_VERSION" val="3.0"/>
  <p:tag name="KSO_WM_BEAUTIFY_FLAG" val="#wm#"/>
</p:tagLst>
</file>

<file path=ppt/tags/tag222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80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*b*1"/>
  <p:tag name="KSO_WM_UNIT_LAYERLEVEL" val="1"/>
  <p:tag name="KSO_WM_TAG_VERSION" val="3.0"/>
  <p:tag name="KSO_WM_BEAUTIFY_FLAG" val="#wm#"/>
</p:tagLst>
</file>

<file path=ppt/tags/tag2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2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2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226.xml><?xml version="1.0" encoding="utf-8"?>
<p:tagLst xmlns:p="http://schemas.openxmlformats.org/presentationml/2006/main">
  <p:tag name="KSO_WM_UNIT_SUBTYPE" val="g"/>
  <p:tag name="KSO_WM_UNIT_PRESET_TEXT" val="公司名占位符"/>
  <p:tag name="KSO_WM_UNIT_NOCLEAR" val="0"/>
  <p:tag name="KSO_WM_UNIT_VALUE" val="11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5"/>
  <p:tag name="KSO_WM_UNIT_ID" val="_1*f*5"/>
  <p:tag name="KSO_WM_UNIT_LAYERLEVEL" val="1"/>
  <p:tag name="KSO_WM_TAG_VERSION" val="3.0"/>
  <p:tag name="KSO_WM_BEAUTIFY_FLAG" val="#wm#"/>
</p:tagLst>
</file>

<file path=ppt/tags/tag227.xml><?xml version="1.0" encoding="utf-8"?>
<p:tagLst xmlns:p="http://schemas.openxmlformats.org/presentationml/2006/main">
  <p:tag name="KSO_WM_UNIT_SUBTYPE" val="b"/>
  <p:tag name="KSO_WM_UNIT_PRESET_TEXT" val="署名占位符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4"/>
  <p:tag name="KSO_WM_UNIT_ID" val="_1*f*4"/>
  <p:tag name="KSO_WM_UNIT_LAYERLEVEL" val="1"/>
  <p:tag name="KSO_WM_TAG_VERSION" val="3.0"/>
  <p:tag name="KSO_WM_BEAUTIFY_FLAG" val="#wm#"/>
</p:tagLst>
</file>

<file path=ppt/tags/tag2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0*i*1"/>
  <p:tag name="KSO_WM_UNIT_LAYERLEVEL" val="1"/>
  <p:tag name="KSO_WM_TAG_VERSION" val="3.0"/>
  <p:tag name="KSO_WM_BEAUTIFY_FLAG" val="#wm#"/>
</p:tagLst>
</file>

<file path=ppt/tags/tag2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0*i*2"/>
  <p:tag name="KSO_WM_UNIT_LAYERLEVEL" val="1"/>
  <p:tag name="KSO_WM_TAG_VERSION" val="3.0"/>
  <p:tag name="KSO_WM_BEAUTIFY_FLAG" val="#wm#"/>
</p:tagLst>
</file>

<file path=ppt/tags/tag2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0*i*3"/>
  <p:tag name="KSO_WM_UNIT_LAYERLEVEL" val="1"/>
  <p:tag name="KSO_WM_TAG_VERSION" val="3.0"/>
  <p:tag name="KSO_WM_BEAUTIFY_FLAG" val="#wm#"/>
</p:tagLst>
</file>

<file path=ppt/tags/tag2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0*i*4"/>
  <p:tag name="KSO_WM_UNIT_LAYERLEVEL" val="1"/>
  <p:tag name="KSO_WM_TAG_VERSION" val="3.0"/>
  <p:tag name="KSO_WM_BEAUTIFY_FLAG" val="#wm#"/>
</p:tagLst>
</file>

<file path=ppt/tags/tag2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0*i*5"/>
  <p:tag name="KSO_WM_UNIT_LAYERLEVEL" val="1"/>
  <p:tag name="KSO_WM_TAG_VERSION" val="3.0"/>
  <p:tag name="KSO_WM_BEAUTIFY_FLAG" val="#wm#"/>
</p:tagLst>
</file>

<file path=ppt/tags/tag2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2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2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236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0*a*1"/>
  <p:tag name="KSO_WM_UNIT_LAYERLEVEL" val="1"/>
  <p:tag name="KSO_WM_TAG_VERSION" val="1.0"/>
  <p:tag name="KSO_WM_BEAUTIFY_FLAG" val="#wm#"/>
  <p:tag name="KSO_WM_TEMPLATE_CATEGORY" val="custom"/>
  <p:tag name="KSO_WM_TEMPLATE_INDEX" val="20238096"/>
</p:tagLst>
</file>

<file path=ppt/tags/tag237.xml><?xml version="1.0" encoding="utf-8"?>
<p:tagLst xmlns:p="http://schemas.openxmlformats.org/presentationml/2006/main">
  <p:tag name="KSO_WM_UNIT_SUBTYPE" val="a"/>
  <p:tag name="KSO_WM_UNIT_PRESET_TEXT" val="单击此处编辑母版文本样式&#10;第二级&#10;第三级&#10;第四级&#10;第五级"/>
  <p:tag name="KSO_WM_UNIT_NOCLEAR" val="0"/>
  <p:tag name="KSO_WM_UNIT_VALUE" val="34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0*f*1"/>
  <p:tag name="KSO_WM_UNIT_LAYERLEVEL" val="1"/>
  <p:tag name="KSO_WM_TAG_VERSION" val="1.0"/>
  <p:tag name="KSO_WM_BEAUTIFY_FLAG" val="#wm#"/>
  <p:tag name="KSO_WM_TEMPLATE_CATEGORY" val="custom"/>
  <p:tag name="KSO_WM_TEMPLATE_INDEX" val="20238096"/>
</p:tagLst>
</file>

<file path=ppt/tags/tag238.xml><?xml version="1.0" encoding="utf-8"?>
<p:tagLst xmlns:p="http://schemas.openxmlformats.org/presentationml/2006/main">
  <p:tag name="KSO_WM_TEMPLATE_THUMBS_INDEX" val="1、9"/>
  <p:tag name="KSO_WM_SPECIAL_SOURCE" val="bdnull"/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8096"/>
</p:tagLst>
</file>

<file path=ppt/tags/tag2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*i*1"/>
  <p:tag name="KSO_WM_UNIT_LAYERLEVEL" val="1"/>
  <p:tag name="KSO_WM_TAG_VERSION" val="3.0"/>
  <p:tag name="KSO_WM_BEAUTIFY_FLAG" val="#wm#"/>
</p:tagLst>
</file>

<file path=ppt/tags/tag2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*i*2"/>
  <p:tag name="KSO_WM_UNIT_LAYERLEVEL" val="1"/>
  <p:tag name="KSO_WM_TAG_VERSION" val="3.0"/>
  <p:tag name="KSO_WM_BEAUTIFY_FLAG" val="#wm#"/>
</p:tagLst>
</file>

<file path=ppt/tags/tag2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*i*3"/>
  <p:tag name="KSO_WM_UNIT_LAYERLEVEL" val="1"/>
  <p:tag name="KSO_WM_TAG_VERSION" val="3.0"/>
  <p:tag name="KSO_WM_BEAUTIFY_FLAG" val="#wm#"/>
</p:tagLst>
</file>

<file path=ppt/tags/tag2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*i*4"/>
  <p:tag name="KSO_WM_UNIT_LAYERLEVEL" val="1"/>
  <p:tag name="KSO_WM_TAG_VERSION" val="3.0"/>
  <p:tag name="KSO_WM_BEAUTIFY_FLAG" val="#wm#"/>
</p:tagLst>
</file>

<file path=ppt/tags/tag2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1*i*5"/>
  <p:tag name="KSO_WM_UNIT_LAYERLEVEL" val="1"/>
  <p:tag name="KSO_WM_TAG_VERSION" val="3.0"/>
  <p:tag name="KSO_WM_BEAUTIFY_FLAG" val="#wm#"/>
</p:tagLst>
</file>

<file path=ppt/tags/tag2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1*i*6"/>
  <p:tag name="KSO_WM_UNIT_LAYERLEVEL" val="1"/>
  <p:tag name="KSO_WM_TAG_VERSION" val="3.0"/>
  <p:tag name="KSO_WM_BEAUTIFY_FLAG" val="#wm#"/>
</p:tagLst>
</file>

<file path=ppt/tags/tag2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_1*i*7"/>
  <p:tag name="KSO_WM_UNIT_LAYERLEVEL" val="1"/>
  <p:tag name="KSO_WM_TAG_VERSION" val="3.0"/>
  <p:tag name="KSO_WM_BEAUTIFY_FLAG" val="#wm#"/>
</p:tagLst>
</file>

<file path=ppt/tags/tag2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_1*i*8"/>
  <p:tag name="KSO_WM_UNIT_LAYERLEVEL" val="1"/>
  <p:tag name="KSO_WM_TAG_VERSION" val="3.0"/>
  <p:tag name="KSO_WM_BEAUTIFY_FLAG" val="#wm#"/>
</p:tagLst>
</file>

<file path=ppt/tags/tag2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_1*i*9"/>
  <p:tag name="KSO_WM_UNIT_LAYERLEVEL" val="1"/>
  <p:tag name="KSO_WM_TAG_VERSION" val="3.0"/>
  <p:tag name="KSO_WM_BEAUTIFY_FLAG" val="#wm#"/>
</p:tagLst>
</file>

<file path=ppt/tags/tag2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_1*i*10"/>
  <p:tag name="KSO_WM_UNIT_LAYERLEVEL" val="1"/>
  <p:tag name="KSO_WM_TAG_VERSION" val="3.0"/>
  <p:tag name="KSO_WM_BEAUTIFY_FLAG" val="#wm#"/>
</p:tagLst>
</file>

<file path=ppt/tags/tag2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_1*i*11"/>
  <p:tag name="KSO_WM_UNIT_LAYERLEVEL" val="1"/>
  <p:tag name="KSO_WM_TAG_VERSION" val="3.0"/>
  <p:tag name="KSO_WM_BEAUTIFY_FLAG" val="#wm#"/>
</p:tagLst>
</file>

<file path=ppt/tags/tag2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_1*i*12"/>
  <p:tag name="KSO_WM_UNIT_LAYERLEVEL" val="1"/>
  <p:tag name="KSO_WM_TAG_VERSION" val="3.0"/>
  <p:tag name="KSO_WM_BEAUTIFY_FLAG" val="#wm#"/>
</p:tagLst>
</file>

<file path=ppt/tags/tag2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3"/>
  <p:tag name="KSO_WM_UNIT_ID" val="_1*i*13"/>
  <p:tag name="KSO_WM_UNIT_LAYERLEVEL" val="1"/>
  <p:tag name="KSO_WM_TAG_VERSION" val="3.0"/>
  <p:tag name="KSO_WM_BEAUTIFY_FLAG" val="#wm#"/>
</p:tagLst>
</file>

<file path=ppt/tags/tag2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4"/>
  <p:tag name="KSO_WM_UNIT_ID" val="_1*i*14"/>
  <p:tag name="KSO_WM_UNIT_LAYERLEVEL" val="1"/>
  <p:tag name="KSO_WM_TAG_VERSION" val="3.0"/>
  <p:tag name="KSO_WM_BEAUTIFY_FLAG" val="#wm#"/>
</p:tagLst>
</file>

<file path=ppt/tags/tag2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5"/>
  <p:tag name="KSO_WM_UNIT_ID" val="_1*i*15"/>
  <p:tag name="KSO_WM_UNIT_LAYERLEVEL" val="1"/>
  <p:tag name="KSO_WM_TAG_VERSION" val="3.0"/>
  <p:tag name="KSO_WM_BEAUTIFY_FLAG" val="#wm#"/>
</p:tagLst>
</file>

<file path=ppt/tags/tag2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6"/>
  <p:tag name="KSO_WM_UNIT_ID" val="_1*i*16"/>
  <p:tag name="KSO_WM_UNIT_LAYERLEVEL" val="1"/>
  <p:tag name="KSO_WM_TAG_VERSION" val="3.0"/>
  <p:tag name="KSO_WM_BEAUTIFY_FLAG" val="#wm#"/>
</p:tagLst>
</file>

<file path=ppt/tags/tag255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*a*1"/>
  <p:tag name="KSO_WM_UNIT_LAYERLEVEL" val="1"/>
  <p:tag name="KSO_WM_TAG_VERSION" val="3.0"/>
  <p:tag name="KSO_WM_BEAUTIFY_FLAG" val="#wm#"/>
</p:tagLst>
</file>

<file path=ppt/tags/tag256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80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*b*1"/>
  <p:tag name="KSO_WM_UNIT_LAYERLEVEL" val="1"/>
  <p:tag name="KSO_WM_TAG_VERSION" val="3.0"/>
  <p:tag name="KSO_WM_BEAUTIFY_FLAG" val="#wm#"/>
</p:tagLst>
</file>

<file path=ppt/tags/tag2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2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2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260.xml><?xml version="1.0" encoding="utf-8"?>
<p:tagLst xmlns:p="http://schemas.openxmlformats.org/presentationml/2006/main">
  <p:tag name="KSO_WM_UNIT_SUBTYPE" val="g"/>
  <p:tag name="KSO_WM_UNIT_PRESET_TEXT" val="公司名占位符"/>
  <p:tag name="KSO_WM_UNIT_NOCLEAR" val="0"/>
  <p:tag name="KSO_WM_UNIT_VALUE" val="11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5"/>
  <p:tag name="KSO_WM_UNIT_ID" val="_1*f*5"/>
  <p:tag name="KSO_WM_UNIT_LAYERLEVEL" val="1"/>
  <p:tag name="KSO_WM_TAG_VERSION" val="3.0"/>
  <p:tag name="KSO_WM_BEAUTIFY_FLAG" val="#wm#"/>
</p:tagLst>
</file>

<file path=ppt/tags/tag261.xml><?xml version="1.0" encoding="utf-8"?>
<p:tagLst xmlns:p="http://schemas.openxmlformats.org/presentationml/2006/main">
  <p:tag name="KSO_WM_UNIT_SUBTYPE" val="b"/>
  <p:tag name="KSO_WM_UNIT_PRESET_TEXT" val="署名占位符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4"/>
  <p:tag name="KSO_WM_UNIT_ID" val="_1*f*4"/>
  <p:tag name="KSO_WM_UNIT_LAYERLEVEL" val="1"/>
  <p:tag name="KSO_WM_TAG_VERSION" val="3.0"/>
  <p:tag name="KSO_WM_BEAUTIFY_FLAG" val="#wm#"/>
</p:tagLst>
</file>

<file path=ppt/tags/tag2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0*i*1"/>
  <p:tag name="KSO_WM_UNIT_LAYERLEVEL" val="1"/>
  <p:tag name="KSO_WM_TAG_VERSION" val="3.0"/>
  <p:tag name="KSO_WM_BEAUTIFY_FLAG" val="#wm#"/>
</p:tagLst>
</file>

<file path=ppt/tags/tag2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0*i*2"/>
  <p:tag name="KSO_WM_UNIT_LAYERLEVEL" val="1"/>
  <p:tag name="KSO_WM_TAG_VERSION" val="3.0"/>
  <p:tag name="KSO_WM_BEAUTIFY_FLAG" val="#wm#"/>
</p:tagLst>
</file>

<file path=ppt/tags/tag2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0*i*3"/>
  <p:tag name="KSO_WM_UNIT_LAYERLEVEL" val="1"/>
  <p:tag name="KSO_WM_TAG_VERSION" val="3.0"/>
  <p:tag name="KSO_WM_BEAUTIFY_FLAG" val="#wm#"/>
</p:tagLst>
</file>

<file path=ppt/tags/tag2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0*i*4"/>
  <p:tag name="KSO_WM_UNIT_LAYERLEVEL" val="1"/>
  <p:tag name="KSO_WM_TAG_VERSION" val="3.0"/>
  <p:tag name="KSO_WM_BEAUTIFY_FLAG" val="#wm#"/>
</p:tagLst>
</file>

<file path=ppt/tags/tag2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0*i*5"/>
  <p:tag name="KSO_WM_UNIT_LAYERLEVEL" val="1"/>
  <p:tag name="KSO_WM_TAG_VERSION" val="3.0"/>
  <p:tag name="KSO_WM_BEAUTIFY_FLAG" val="#wm#"/>
</p:tagLst>
</file>

<file path=ppt/tags/tag2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2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2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270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0*a*1"/>
  <p:tag name="KSO_WM_UNIT_LAYERLEVEL" val="1"/>
  <p:tag name="KSO_WM_TAG_VERSION" val="1.0"/>
  <p:tag name="KSO_WM_BEAUTIFY_FLAG" val="#wm#"/>
  <p:tag name="KSO_WM_TEMPLATE_CATEGORY" val="custom"/>
  <p:tag name="KSO_WM_TEMPLATE_INDEX" val="20238096"/>
</p:tagLst>
</file>

<file path=ppt/tags/tag271.xml><?xml version="1.0" encoding="utf-8"?>
<p:tagLst xmlns:p="http://schemas.openxmlformats.org/presentationml/2006/main">
  <p:tag name="KSO_WM_UNIT_SUBTYPE" val="a"/>
  <p:tag name="KSO_WM_UNIT_PRESET_TEXT" val="单击此处编辑母版文本样式&#10;第二级&#10;第三级&#10;第四级&#10;第五级"/>
  <p:tag name="KSO_WM_UNIT_NOCLEAR" val="0"/>
  <p:tag name="KSO_WM_UNIT_VALUE" val="34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0*f*1"/>
  <p:tag name="KSO_WM_UNIT_LAYERLEVEL" val="1"/>
  <p:tag name="KSO_WM_TAG_VERSION" val="1.0"/>
  <p:tag name="KSO_WM_BEAUTIFY_FLAG" val="#wm#"/>
  <p:tag name="KSO_WM_TEMPLATE_CATEGORY" val="custom"/>
  <p:tag name="KSO_WM_TEMPLATE_INDEX" val="20238096"/>
</p:tagLst>
</file>

<file path=ppt/tags/tag272.xml><?xml version="1.0" encoding="utf-8"?>
<p:tagLst xmlns:p="http://schemas.openxmlformats.org/presentationml/2006/main">
  <p:tag name="KSO_WM_TEMPLATE_THUMBS_INDEX" val="1、9"/>
  <p:tag name="KSO_WM_SPECIAL_SOURCE" val="bdnull"/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8096"/>
</p:tagLst>
</file>

<file path=ppt/tags/tag2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*i*1"/>
  <p:tag name="KSO_WM_UNIT_LAYERLEVEL" val="1"/>
  <p:tag name="KSO_WM_TAG_VERSION" val="3.0"/>
  <p:tag name="KSO_WM_BEAUTIFY_FLAG" val="#wm#"/>
</p:tagLst>
</file>

<file path=ppt/tags/tag2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*i*2"/>
  <p:tag name="KSO_WM_UNIT_LAYERLEVEL" val="1"/>
  <p:tag name="KSO_WM_TAG_VERSION" val="3.0"/>
  <p:tag name="KSO_WM_BEAUTIFY_FLAG" val="#wm#"/>
</p:tagLst>
</file>

<file path=ppt/tags/tag2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*i*3"/>
  <p:tag name="KSO_WM_UNIT_LAYERLEVEL" val="1"/>
  <p:tag name="KSO_WM_TAG_VERSION" val="3.0"/>
  <p:tag name="KSO_WM_BEAUTIFY_FLAG" val="#wm#"/>
</p:tagLst>
</file>

<file path=ppt/tags/tag2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*i*4"/>
  <p:tag name="KSO_WM_UNIT_LAYERLEVEL" val="1"/>
  <p:tag name="KSO_WM_TAG_VERSION" val="3.0"/>
  <p:tag name="KSO_WM_BEAUTIFY_FLAG" val="#wm#"/>
</p:tagLst>
</file>

<file path=ppt/tags/tag2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1*i*5"/>
  <p:tag name="KSO_WM_UNIT_LAYERLEVEL" val="1"/>
  <p:tag name="KSO_WM_TAG_VERSION" val="3.0"/>
  <p:tag name="KSO_WM_BEAUTIFY_FLAG" val="#wm#"/>
</p:tagLst>
</file>

<file path=ppt/tags/tag2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1*i*6"/>
  <p:tag name="KSO_WM_UNIT_LAYERLEVEL" val="1"/>
  <p:tag name="KSO_WM_TAG_VERSION" val="3.0"/>
  <p:tag name="KSO_WM_BEAUTIFY_FLAG" val="#wm#"/>
</p:tagLst>
</file>

<file path=ppt/tags/tag2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_1*i*7"/>
  <p:tag name="KSO_WM_UNIT_LAYERLEVEL" val="1"/>
  <p:tag name="KSO_WM_TAG_VERSION" val="3.0"/>
  <p:tag name="KSO_WM_BEAUTIFY_FLAG" val="#wm#"/>
</p:tagLst>
</file>

<file path=ppt/tags/tag2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_1*i*8"/>
  <p:tag name="KSO_WM_UNIT_LAYERLEVEL" val="1"/>
  <p:tag name="KSO_WM_TAG_VERSION" val="3.0"/>
  <p:tag name="KSO_WM_BEAUTIFY_FLAG" val="#wm#"/>
</p:tagLst>
</file>

<file path=ppt/tags/tag2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_1*i*9"/>
  <p:tag name="KSO_WM_UNIT_LAYERLEVEL" val="1"/>
  <p:tag name="KSO_WM_TAG_VERSION" val="3.0"/>
  <p:tag name="KSO_WM_BEAUTIFY_FLAG" val="#wm#"/>
</p:tagLst>
</file>

<file path=ppt/tags/tag2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_1*i*10"/>
  <p:tag name="KSO_WM_UNIT_LAYERLEVEL" val="1"/>
  <p:tag name="KSO_WM_TAG_VERSION" val="3.0"/>
  <p:tag name="KSO_WM_BEAUTIFY_FLAG" val="#wm#"/>
</p:tagLst>
</file>

<file path=ppt/tags/tag2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_1*i*11"/>
  <p:tag name="KSO_WM_UNIT_LAYERLEVEL" val="1"/>
  <p:tag name="KSO_WM_TAG_VERSION" val="3.0"/>
  <p:tag name="KSO_WM_BEAUTIFY_FLAG" val="#wm#"/>
</p:tagLst>
</file>

<file path=ppt/tags/tag2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_1*i*12"/>
  <p:tag name="KSO_WM_UNIT_LAYERLEVEL" val="1"/>
  <p:tag name="KSO_WM_TAG_VERSION" val="3.0"/>
  <p:tag name="KSO_WM_BEAUTIFY_FLAG" val="#wm#"/>
</p:tagLst>
</file>

<file path=ppt/tags/tag2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3"/>
  <p:tag name="KSO_WM_UNIT_ID" val="_1*i*13"/>
  <p:tag name="KSO_WM_UNIT_LAYERLEVEL" val="1"/>
  <p:tag name="KSO_WM_TAG_VERSION" val="3.0"/>
  <p:tag name="KSO_WM_BEAUTIFY_FLAG" val="#wm#"/>
</p:tagLst>
</file>

<file path=ppt/tags/tag2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4"/>
  <p:tag name="KSO_WM_UNIT_ID" val="_1*i*14"/>
  <p:tag name="KSO_WM_UNIT_LAYERLEVEL" val="1"/>
  <p:tag name="KSO_WM_TAG_VERSION" val="3.0"/>
  <p:tag name="KSO_WM_BEAUTIFY_FLAG" val="#wm#"/>
</p:tagLst>
</file>

<file path=ppt/tags/tag2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5"/>
  <p:tag name="KSO_WM_UNIT_ID" val="_1*i*15"/>
  <p:tag name="KSO_WM_UNIT_LAYERLEVEL" val="1"/>
  <p:tag name="KSO_WM_TAG_VERSION" val="3.0"/>
  <p:tag name="KSO_WM_BEAUTIFY_FLAG" val="#wm#"/>
</p:tagLst>
</file>

<file path=ppt/tags/tag2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6"/>
  <p:tag name="KSO_WM_UNIT_ID" val="_1*i*16"/>
  <p:tag name="KSO_WM_UNIT_LAYERLEVEL" val="1"/>
  <p:tag name="KSO_WM_TAG_VERSION" val="3.0"/>
  <p:tag name="KSO_WM_BEAUTIFY_FLAG" val="#wm#"/>
</p:tagLst>
</file>

<file path=ppt/tags/tag289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*a*1"/>
  <p:tag name="KSO_WM_UNIT_LAYERLEVEL" val="1"/>
  <p:tag name="KSO_WM_TAG_VERSION" val="3.0"/>
  <p:tag name="KSO_WM_BEAUTIFY_FLAG" val="#wm#"/>
</p:tagLst>
</file>

<file path=ppt/tags/tag290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80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*b*1"/>
  <p:tag name="KSO_WM_UNIT_LAYERLEVEL" val="1"/>
  <p:tag name="KSO_WM_TAG_VERSION" val="3.0"/>
  <p:tag name="KSO_WM_BEAUTIFY_FLAG" val="#wm#"/>
</p:tagLst>
</file>

<file path=ppt/tags/tag2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2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2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294.xml><?xml version="1.0" encoding="utf-8"?>
<p:tagLst xmlns:p="http://schemas.openxmlformats.org/presentationml/2006/main">
  <p:tag name="KSO_WM_UNIT_SUBTYPE" val="g"/>
  <p:tag name="KSO_WM_UNIT_PRESET_TEXT" val="公司名占位符"/>
  <p:tag name="KSO_WM_UNIT_NOCLEAR" val="0"/>
  <p:tag name="KSO_WM_UNIT_VALUE" val="11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5"/>
  <p:tag name="KSO_WM_UNIT_ID" val="_1*f*5"/>
  <p:tag name="KSO_WM_UNIT_LAYERLEVEL" val="1"/>
  <p:tag name="KSO_WM_TAG_VERSION" val="3.0"/>
  <p:tag name="KSO_WM_BEAUTIFY_FLAG" val="#wm#"/>
</p:tagLst>
</file>

<file path=ppt/tags/tag295.xml><?xml version="1.0" encoding="utf-8"?>
<p:tagLst xmlns:p="http://schemas.openxmlformats.org/presentationml/2006/main">
  <p:tag name="KSO_WM_UNIT_SUBTYPE" val="b"/>
  <p:tag name="KSO_WM_UNIT_PRESET_TEXT" val="署名占位符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4"/>
  <p:tag name="KSO_WM_UNIT_ID" val="_1*f*4"/>
  <p:tag name="KSO_WM_UNIT_LAYERLEVEL" val="1"/>
  <p:tag name="KSO_WM_TAG_VERSION" val="3.0"/>
  <p:tag name="KSO_WM_BEAUTIFY_FLAG" val="#wm#"/>
</p:tagLst>
</file>

<file path=ppt/tags/tag2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0*i*1"/>
  <p:tag name="KSO_WM_UNIT_LAYERLEVEL" val="1"/>
  <p:tag name="KSO_WM_TAG_VERSION" val="3.0"/>
  <p:tag name="KSO_WM_BEAUTIFY_FLAG" val="#wm#"/>
</p:tagLst>
</file>

<file path=ppt/tags/tag2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0*i*2"/>
  <p:tag name="KSO_WM_UNIT_LAYERLEVEL" val="1"/>
  <p:tag name="KSO_WM_TAG_VERSION" val="3.0"/>
  <p:tag name="KSO_WM_BEAUTIFY_FLAG" val="#wm#"/>
</p:tagLst>
</file>

<file path=ppt/tags/tag2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0*i*3"/>
  <p:tag name="KSO_WM_UNIT_LAYERLEVEL" val="1"/>
  <p:tag name="KSO_WM_TAG_VERSION" val="3.0"/>
  <p:tag name="KSO_WM_BEAUTIFY_FLAG" val="#wm#"/>
</p:tagLst>
</file>

<file path=ppt/tags/tag2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0*i*4"/>
  <p:tag name="KSO_WM_UNIT_LAYERLEVEL" val="1"/>
  <p:tag name="KSO_WM_TAG_VERSION" val="3.0"/>
  <p:tag name="KSO_WM_BEAUTIFY_FLAG" val="#wm#"/>
</p:tagLst>
</file>

<file path=ppt/tags/tag3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0*i*5"/>
  <p:tag name="KSO_WM_UNIT_LAYERLEVEL" val="1"/>
  <p:tag name="KSO_WM_TAG_VERSION" val="3.0"/>
  <p:tag name="KSO_WM_BEAUTIFY_FLAG" val="#wm#"/>
</p:tagLst>
</file>

<file path=ppt/tags/tag3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3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3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304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0*a*1"/>
  <p:tag name="KSO_WM_UNIT_LAYERLEVEL" val="1"/>
  <p:tag name="KSO_WM_TAG_VERSION" val="1.0"/>
  <p:tag name="KSO_WM_BEAUTIFY_FLAG" val="#wm#"/>
  <p:tag name="KSO_WM_TEMPLATE_CATEGORY" val="custom"/>
  <p:tag name="KSO_WM_TEMPLATE_INDEX" val="20238096"/>
</p:tagLst>
</file>

<file path=ppt/tags/tag305.xml><?xml version="1.0" encoding="utf-8"?>
<p:tagLst xmlns:p="http://schemas.openxmlformats.org/presentationml/2006/main">
  <p:tag name="KSO_WM_UNIT_SUBTYPE" val="a"/>
  <p:tag name="KSO_WM_UNIT_PRESET_TEXT" val="单击此处编辑母版文本样式&#10;第二级&#10;第三级&#10;第四级&#10;第五级"/>
  <p:tag name="KSO_WM_UNIT_NOCLEAR" val="0"/>
  <p:tag name="KSO_WM_UNIT_VALUE" val="34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0*f*1"/>
  <p:tag name="KSO_WM_UNIT_LAYERLEVEL" val="1"/>
  <p:tag name="KSO_WM_TAG_VERSION" val="1.0"/>
  <p:tag name="KSO_WM_BEAUTIFY_FLAG" val="#wm#"/>
  <p:tag name="KSO_WM_TEMPLATE_CATEGORY" val="custom"/>
  <p:tag name="KSO_WM_TEMPLATE_INDEX" val="20238096"/>
</p:tagLst>
</file>

<file path=ppt/tags/tag306.xml><?xml version="1.0" encoding="utf-8"?>
<p:tagLst xmlns:p="http://schemas.openxmlformats.org/presentationml/2006/main">
  <p:tag name="KSO_WM_TEMPLATE_THUMBS_INDEX" val="1、9"/>
  <p:tag name="KSO_WM_SPECIAL_SOURCE" val="bdnull"/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8096"/>
</p:tagLst>
</file>

<file path=ppt/tags/tag3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*i*1"/>
  <p:tag name="KSO_WM_UNIT_LAYERLEVEL" val="1"/>
  <p:tag name="KSO_WM_TAG_VERSION" val="3.0"/>
  <p:tag name="KSO_WM_BEAUTIFY_FLAG" val="#wm#"/>
</p:tagLst>
</file>

<file path=ppt/tags/tag3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*i*2"/>
  <p:tag name="KSO_WM_UNIT_LAYERLEVEL" val="1"/>
  <p:tag name="KSO_WM_TAG_VERSION" val="3.0"/>
  <p:tag name="KSO_WM_BEAUTIFY_FLAG" val="#wm#"/>
</p:tagLst>
</file>

<file path=ppt/tags/tag3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*i*3"/>
  <p:tag name="KSO_WM_UNIT_LAYERLEVEL" val="1"/>
  <p:tag name="KSO_WM_TAG_VERSION" val="3.0"/>
  <p:tag name="KSO_WM_BEAUTIFY_FLAG" val="#wm#"/>
</p:tagLst>
</file>

<file path=ppt/tags/tag3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*i*4"/>
  <p:tag name="KSO_WM_UNIT_LAYERLEVEL" val="1"/>
  <p:tag name="KSO_WM_TAG_VERSION" val="3.0"/>
  <p:tag name="KSO_WM_BEAUTIFY_FLAG" val="#wm#"/>
</p:tagLst>
</file>

<file path=ppt/tags/tag3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1*i*5"/>
  <p:tag name="KSO_WM_UNIT_LAYERLEVEL" val="1"/>
  <p:tag name="KSO_WM_TAG_VERSION" val="3.0"/>
  <p:tag name="KSO_WM_BEAUTIFY_FLAG" val="#wm#"/>
</p:tagLst>
</file>

<file path=ppt/tags/tag3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1*i*6"/>
  <p:tag name="KSO_WM_UNIT_LAYERLEVEL" val="1"/>
  <p:tag name="KSO_WM_TAG_VERSION" val="3.0"/>
  <p:tag name="KSO_WM_BEAUTIFY_FLAG" val="#wm#"/>
</p:tagLst>
</file>

<file path=ppt/tags/tag3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_1*i*7"/>
  <p:tag name="KSO_WM_UNIT_LAYERLEVEL" val="1"/>
  <p:tag name="KSO_WM_TAG_VERSION" val="3.0"/>
  <p:tag name="KSO_WM_BEAUTIFY_FLAG" val="#wm#"/>
</p:tagLst>
</file>

<file path=ppt/tags/tag3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_1*i*8"/>
  <p:tag name="KSO_WM_UNIT_LAYERLEVEL" val="1"/>
  <p:tag name="KSO_WM_TAG_VERSION" val="3.0"/>
  <p:tag name="KSO_WM_BEAUTIFY_FLAG" val="#wm#"/>
</p:tagLst>
</file>

<file path=ppt/tags/tag3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_1*i*9"/>
  <p:tag name="KSO_WM_UNIT_LAYERLEVEL" val="1"/>
  <p:tag name="KSO_WM_TAG_VERSION" val="3.0"/>
  <p:tag name="KSO_WM_BEAUTIFY_FLAG" val="#wm#"/>
</p:tagLst>
</file>

<file path=ppt/tags/tag3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_1*i*10"/>
  <p:tag name="KSO_WM_UNIT_LAYERLEVEL" val="1"/>
  <p:tag name="KSO_WM_TAG_VERSION" val="3.0"/>
  <p:tag name="KSO_WM_BEAUTIFY_FLAG" val="#wm#"/>
</p:tagLst>
</file>

<file path=ppt/tags/tag3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_1*i*11"/>
  <p:tag name="KSO_WM_UNIT_LAYERLEVEL" val="1"/>
  <p:tag name="KSO_WM_TAG_VERSION" val="3.0"/>
  <p:tag name="KSO_WM_BEAUTIFY_FLAG" val="#wm#"/>
</p:tagLst>
</file>

<file path=ppt/tags/tag3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_1*i*12"/>
  <p:tag name="KSO_WM_UNIT_LAYERLEVEL" val="1"/>
  <p:tag name="KSO_WM_TAG_VERSION" val="3.0"/>
  <p:tag name="KSO_WM_BEAUTIFY_FLAG" val="#wm#"/>
</p:tagLst>
</file>

<file path=ppt/tags/tag3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3"/>
  <p:tag name="KSO_WM_UNIT_ID" val="_1*i*13"/>
  <p:tag name="KSO_WM_UNIT_LAYERLEVEL" val="1"/>
  <p:tag name="KSO_WM_TAG_VERSION" val="3.0"/>
  <p:tag name="KSO_WM_BEAUTIFY_FLAG" val="#wm#"/>
</p:tagLst>
</file>

<file path=ppt/tags/tag3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4"/>
  <p:tag name="KSO_WM_UNIT_ID" val="_1*i*14"/>
  <p:tag name="KSO_WM_UNIT_LAYERLEVEL" val="1"/>
  <p:tag name="KSO_WM_TAG_VERSION" val="3.0"/>
  <p:tag name="KSO_WM_BEAUTIFY_FLAG" val="#wm#"/>
</p:tagLst>
</file>

<file path=ppt/tags/tag3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5"/>
  <p:tag name="KSO_WM_UNIT_ID" val="_1*i*15"/>
  <p:tag name="KSO_WM_UNIT_LAYERLEVEL" val="1"/>
  <p:tag name="KSO_WM_TAG_VERSION" val="3.0"/>
  <p:tag name="KSO_WM_BEAUTIFY_FLAG" val="#wm#"/>
</p:tagLst>
</file>

<file path=ppt/tags/tag3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6"/>
  <p:tag name="KSO_WM_UNIT_ID" val="_1*i*16"/>
  <p:tag name="KSO_WM_UNIT_LAYERLEVEL" val="1"/>
  <p:tag name="KSO_WM_TAG_VERSION" val="3.0"/>
  <p:tag name="KSO_WM_BEAUTIFY_FLAG" val="#wm#"/>
</p:tagLst>
</file>

<file path=ppt/tags/tag323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*a*1"/>
  <p:tag name="KSO_WM_UNIT_LAYERLEVEL" val="1"/>
  <p:tag name="KSO_WM_TAG_VERSION" val="3.0"/>
  <p:tag name="KSO_WM_BEAUTIFY_FLAG" val="#wm#"/>
</p:tagLst>
</file>

<file path=ppt/tags/tag324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80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*b*1"/>
  <p:tag name="KSO_WM_UNIT_LAYERLEVEL" val="1"/>
  <p:tag name="KSO_WM_TAG_VERSION" val="3.0"/>
  <p:tag name="KSO_WM_BEAUTIFY_FLAG" val="#wm#"/>
</p:tagLst>
</file>

<file path=ppt/tags/tag3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3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3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328.xml><?xml version="1.0" encoding="utf-8"?>
<p:tagLst xmlns:p="http://schemas.openxmlformats.org/presentationml/2006/main">
  <p:tag name="KSO_WM_UNIT_SUBTYPE" val="g"/>
  <p:tag name="KSO_WM_UNIT_PRESET_TEXT" val="公司名占位符"/>
  <p:tag name="KSO_WM_UNIT_NOCLEAR" val="0"/>
  <p:tag name="KSO_WM_UNIT_VALUE" val="11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5"/>
  <p:tag name="KSO_WM_UNIT_ID" val="_1*f*5"/>
  <p:tag name="KSO_WM_UNIT_LAYERLEVEL" val="1"/>
  <p:tag name="KSO_WM_TAG_VERSION" val="3.0"/>
  <p:tag name="KSO_WM_BEAUTIFY_FLAG" val="#wm#"/>
</p:tagLst>
</file>

<file path=ppt/tags/tag329.xml><?xml version="1.0" encoding="utf-8"?>
<p:tagLst xmlns:p="http://schemas.openxmlformats.org/presentationml/2006/main">
  <p:tag name="KSO_WM_UNIT_SUBTYPE" val="b"/>
  <p:tag name="KSO_WM_UNIT_PRESET_TEXT" val="署名占位符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4"/>
  <p:tag name="KSO_WM_UNIT_ID" val="_1*f*4"/>
  <p:tag name="KSO_WM_UNIT_LAYERLEVEL" val="1"/>
  <p:tag name="KSO_WM_TAG_VERSION" val="3.0"/>
  <p:tag name="KSO_WM_BEAUTIFY_FLAG" val="#wm#"/>
</p:tagLst>
</file>

<file path=ppt/tags/tag3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0*i*1"/>
  <p:tag name="KSO_WM_UNIT_LAYERLEVEL" val="1"/>
  <p:tag name="KSO_WM_TAG_VERSION" val="3.0"/>
  <p:tag name="KSO_WM_BEAUTIFY_FLAG" val="#wm#"/>
</p:tagLst>
</file>

<file path=ppt/tags/tag3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0*i*2"/>
  <p:tag name="KSO_WM_UNIT_LAYERLEVEL" val="1"/>
  <p:tag name="KSO_WM_TAG_VERSION" val="3.0"/>
  <p:tag name="KSO_WM_BEAUTIFY_FLAG" val="#wm#"/>
</p:tagLst>
</file>

<file path=ppt/tags/tag3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0*i*3"/>
  <p:tag name="KSO_WM_UNIT_LAYERLEVEL" val="1"/>
  <p:tag name="KSO_WM_TAG_VERSION" val="3.0"/>
  <p:tag name="KSO_WM_BEAUTIFY_FLAG" val="#wm#"/>
</p:tagLst>
</file>

<file path=ppt/tags/tag3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0*i*4"/>
  <p:tag name="KSO_WM_UNIT_LAYERLEVEL" val="1"/>
  <p:tag name="KSO_WM_TAG_VERSION" val="3.0"/>
  <p:tag name="KSO_WM_BEAUTIFY_FLAG" val="#wm#"/>
</p:tagLst>
</file>

<file path=ppt/tags/tag3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0*i*5"/>
  <p:tag name="KSO_WM_UNIT_LAYERLEVEL" val="1"/>
  <p:tag name="KSO_WM_TAG_VERSION" val="3.0"/>
  <p:tag name="KSO_WM_BEAUTIFY_FLAG" val="#wm#"/>
</p:tagLst>
</file>

<file path=ppt/tags/tag3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3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3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338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0*a*1"/>
  <p:tag name="KSO_WM_UNIT_LAYERLEVEL" val="1"/>
  <p:tag name="KSO_WM_TAG_VERSION" val="1.0"/>
  <p:tag name="KSO_WM_BEAUTIFY_FLAG" val="#wm#"/>
  <p:tag name="KSO_WM_TEMPLATE_CATEGORY" val="custom"/>
  <p:tag name="KSO_WM_TEMPLATE_INDEX" val="20238096"/>
</p:tagLst>
</file>

<file path=ppt/tags/tag339.xml><?xml version="1.0" encoding="utf-8"?>
<p:tagLst xmlns:p="http://schemas.openxmlformats.org/presentationml/2006/main">
  <p:tag name="KSO_WM_UNIT_SUBTYPE" val="a"/>
  <p:tag name="KSO_WM_UNIT_PRESET_TEXT" val="单击此处编辑母版文本样式&#10;第二级&#10;第三级&#10;第四级&#10;第五级"/>
  <p:tag name="KSO_WM_UNIT_NOCLEAR" val="0"/>
  <p:tag name="KSO_WM_UNIT_VALUE" val="34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0*f*1"/>
  <p:tag name="KSO_WM_UNIT_LAYERLEVEL" val="1"/>
  <p:tag name="KSO_WM_TAG_VERSION" val="1.0"/>
  <p:tag name="KSO_WM_BEAUTIFY_FLAG" val="#wm#"/>
  <p:tag name="KSO_WM_TEMPLATE_CATEGORY" val="custom"/>
  <p:tag name="KSO_WM_TEMPLATE_INDEX" val="20238096"/>
</p:tagLst>
</file>

<file path=ppt/tags/tag340.xml><?xml version="1.0" encoding="utf-8"?>
<p:tagLst xmlns:p="http://schemas.openxmlformats.org/presentationml/2006/main">
  <p:tag name="KSO_WM_TEMPLATE_THUMBS_INDEX" val="1、9"/>
  <p:tag name="KSO_WM_SPECIAL_SOURCE" val="bdnull"/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8096"/>
</p:tagLst>
</file>

<file path=ppt/tags/tag3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*i*1"/>
  <p:tag name="KSO_WM_UNIT_LAYERLEVEL" val="1"/>
  <p:tag name="KSO_WM_TAG_VERSION" val="3.0"/>
  <p:tag name="KSO_WM_BEAUTIFY_FLAG" val="#wm#"/>
</p:tagLst>
</file>

<file path=ppt/tags/tag3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*i*2"/>
  <p:tag name="KSO_WM_UNIT_LAYERLEVEL" val="1"/>
  <p:tag name="KSO_WM_TAG_VERSION" val="3.0"/>
  <p:tag name="KSO_WM_BEAUTIFY_FLAG" val="#wm#"/>
</p:tagLst>
</file>

<file path=ppt/tags/tag3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*i*3"/>
  <p:tag name="KSO_WM_UNIT_LAYERLEVEL" val="1"/>
  <p:tag name="KSO_WM_TAG_VERSION" val="3.0"/>
  <p:tag name="KSO_WM_BEAUTIFY_FLAG" val="#wm#"/>
</p:tagLst>
</file>

<file path=ppt/tags/tag3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*i*4"/>
  <p:tag name="KSO_WM_UNIT_LAYERLEVEL" val="1"/>
  <p:tag name="KSO_WM_TAG_VERSION" val="3.0"/>
  <p:tag name="KSO_WM_BEAUTIFY_FLAG" val="#wm#"/>
</p:tagLst>
</file>

<file path=ppt/tags/tag3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1*i*5"/>
  <p:tag name="KSO_WM_UNIT_LAYERLEVEL" val="1"/>
  <p:tag name="KSO_WM_TAG_VERSION" val="3.0"/>
  <p:tag name="KSO_WM_BEAUTIFY_FLAG" val="#wm#"/>
</p:tagLst>
</file>

<file path=ppt/tags/tag3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1*i*6"/>
  <p:tag name="KSO_WM_UNIT_LAYERLEVEL" val="1"/>
  <p:tag name="KSO_WM_TAG_VERSION" val="3.0"/>
  <p:tag name="KSO_WM_BEAUTIFY_FLAG" val="#wm#"/>
</p:tagLst>
</file>

<file path=ppt/tags/tag3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_1*i*7"/>
  <p:tag name="KSO_WM_UNIT_LAYERLEVEL" val="1"/>
  <p:tag name="KSO_WM_TAG_VERSION" val="3.0"/>
  <p:tag name="KSO_WM_BEAUTIFY_FLAG" val="#wm#"/>
</p:tagLst>
</file>

<file path=ppt/tags/tag3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_1*i*8"/>
  <p:tag name="KSO_WM_UNIT_LAYERLEVEL" val="1"/>
  <p:tag name="KSO_WM_TAG_VERSION" val="3.0"/>
  <p:tag name="KSO_WM_BEAUTIFY_FLAG" val="#wm#"/>
</p:tagLst>
</file>

<file path=ppt/tags/tag3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_1*i*9"/>
  <p:tag name="KSO_WM_UNIT_LAYERLEVEL" val="1"/>
  <p:tag name="KSO_WM_TAG_VERSION" val="3.0"/>
  <p:tag name="KSO_WM_BEAUTIFY_FLAG" val="#wm#"/>
</p:tagLst>
</file>

<file path=ppt/tags/tag3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_1*i*10"/>
  <p:tag name="KSO_WM_UNIT_LAYERLEVEL" val="1"/>
  <p:tag name="KSO_WM_TAG_VERSION" val="3.0"/>
  <p:tag name="KSO_WM_BEAUTIFY_FLAG" val="#wm#"/>
</p:tagLst>
</file>

<file path=ppt/tags/tag3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_1*i*11"/>
  <p:tag name="KSO_WM_UNIT_LAYERLEVEL" val="1"/>
  <p:tag name="KSO_WM_TAG_VERSION" val="3.0"/>
  <p:tag name="KSO_WM_BEAUTIFY_FLAG" val="#wm#"/>
</p:tagLst>
</file>

<file path=ppt/tags/tag3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_1*i*12"/>
  <p:tag name="KSO_WM_UNIT_LAYERLEVEL" val="1"/>
  <p:tag name="KSO_WM_TAG_VERSION" val="3.0"/>
  <p:tag name="KSO_WM_BEAUTIFY_FLAG" val="#wm#"/>
</p:tagLst>
</file>

<file path=ppt/tags/tag3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3"/>
  <p:tag name="KSO_WM_UNIT_ID" val="_1*i*13"/>
  <p:tag name="KSO_WM_UNIT_LAYERLEVEL" val="1"/>
  <p:tag name="KSO_WM_TAG_VERSION" val="3.0"/>
  <p:tag name="KSO_WM_BEAUTIFY_FLAG" val="#wm#"/>
</p:tagLst>
</file>

<file path=ppt/tags/tag3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4"/>
  <p:tag name="KSO_WM_UNIT_ID" val="_1*i*14"/>
  <p:tag name="KSO_WM_UNIT_LAYERLEVEL" val="1"/>
  <p:tag name="KSO_WM_TAG_VERSION" val="3.0"/>
  <p:tag name="KSO_WM_BEAUTIFY_FLAG" val="#wm#"/>
</p:tagLst>
</file>

<file path=ppt/tags/tag3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5"/>
  <p:tag name="KSO_WM_UNIT_ID" val="_1*i*15"/>
  <p:tag name="KSO_WM_UNIT_LAYERLEVEL" val="1"/>
  <p:tag name="KSO_WM_TAG_VERSION" val="3.0"/>
  <p:tag name="KSO_WM_BEAUTIFY_FLAG" val="#wm#"/>
</p:tagLst>
</file>

<file path=ppt/tags/tag3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6"/>
  <p:tag name="KSO_WM_UNIT_ID" val="_1*i*16"/>
  <p:tag name="KSO_WM_UNIT_LAYERLEVEL" val="1"/>
  <p:tag name="KSO_WM_TAG_VERSION" val="3.0"/>
  <p:tag name="KSO_WM_BEAUTIFY_FLAG" val="#wm#"/>
</p:tagLst>
</file>

<file path=ppt/tags/tag357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*a*1"/>
  <p:tag name="KSO_WM_UNIT_LAYERLEVEL" val="1"/>
  <p:tag name="KSO_WM_TAG_VERSION" val="3.0"/>
  <p:tag name="KSO_WM_BEAUTIFY_FLAG" val="#wm#"/>
</p:tagLst>
</file>

<file path=ppt/tags/tag358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80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*b*1"/>
  <p:tag name="KSO_WM_UNIT_LAYERLEVEL" val="1"/>
  <p:tag name="KSO_WM_TAG_VERSION" val="3.0"/>
  <p:tag name="KSO_WM_BEAUTIFY_FLAG" val="#wm#"/>
</p:tagLst>
</file>

<file path=ppt/tags/tag3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3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3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362.xml><?xml version="1.0" encoding="utf-8"?>
<p:tagLst xmlns:p="http://schemas.openxmlformats.org/presentationml/2006/main">
  <p:tag name="KSO_WM_UNIT_SUBTYPE" val="g"/>
  <p:tag name="KSO_WM_UNIT_PRESET_TEXT" val="公司名占位符"/>
  <p:tag name="KSO_WM_UNIT_NOCLEAR" val="0"/>
  <p:tag name="KSO_WM_UNIT_VALUE" val="11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5"/>
  <p:tag name="KSO_WM_UNIT_ID" val="_1*f*5"/>
  <p:tag name="KSO_WM_UNIT_LAYERLEVEL" val="1"/>
  <p:tag name="KSO_WM_TAG_VERSION" val="3.0"/>
  <p:tag name="KSO_WM_BEAUTIFY_FLAG" val="#wm#"/>
</p:tagLst>
</file>

<file path=ppt/tags/tag363.xml><?xml version="1.0" encoding="utf-8"?>
<p:tagLst xmlns:p="http://schemas.openxmlformats.org/presentationml/2006/main">
  <p:tag name="KSO_WM_UNIT_SUBTYPE" val="b"/>
  <p:tag name="KSO_WM_UNIT_PRESET_TEXT" val="署名占位符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4"/>
  <p:tag name="KSO_WM_UNIT_ID" val="_1*f*4"/>
  <p:tag name="KSO_WM_UNIT_LAYERLEVEL" val="1"/>
  <p:tag name="KSO_WM_TAG_VERSION" val="3.0"/>
  <p:tag name="KSO_WM_BEAUTIFY_FLAG" val="#wm#"/>
</p:tagLst>
</file>

<file path=ppt/tags/tag3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0*i*1"/>
  <p:tag name="KSO_WM_UNIT_LAYERLEVEL" val="1"/>
  <p:tag name="KSO_WM_TAG_VERSION" val="3.0"/>
  <p:tag name="KSO_WM_BEAUTIFY_FLAG" val="#wm#"/>
</p:tagLst>
</file>

<file path=ppt/tags/tag3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0*i*2"/>
  <p:tag name="KSO_WM_UNIT_LAYERLEVEL" val="1"/>
  <p:tag name="KSO_WM_TAG_VERSION" val="3.0"/>
  <p:tag name="KSO_WM_BEAUTIFY_FLAG" val="#wm#"/>
</p:tagLst>
</file>

<file path=ppt/tags/tag3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0*i*3"/>
  <p:tag name="KSO_WM_UNIT_LAYERLEVEL" val="1"/>
  <p:tag name="KSO_WM_TAG_VERSION" val="3.0"/>
  <p:tag name="KSO_WM_BEAUTIFY_FLAG" val="#wm#"/>
</p:tagLst>
</file>

<file path=ppt/tags/tag3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0*i*4"/>
  <p:tag name="KSO_WM_UNIT_LAYERLEVEL" val="1"/>
  <p:tag name="KSO_WM_TAG_VERSION" val="3.0"/>
  <p:tag name="KSO_WM_BEAUTIFY_FLAG" val="#wm#"/>
</p:tagLst>
</file>

<file path=ppt/tags/tag3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0*i*5"/>
  <p:tag name="KSO_WM_UNIT_LAYERLEVEL" val="1"/>
  <p:tag name="KSO_WM_TAG_VERSION" val="3.0"/>
  <p:tag name="KSO_WM_BEAUTIFY_FLAG" val="#wm#"/>
</p:tagLst>
</file>

<file path=ppt/tags/tag3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3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3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372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0*a*1"/>
  <p:tag name="KSO_WM_UNIT_LAYERLEVEL" val="1"/>
  <p:tag name="KSO_WM_TAG_VERSION" val="1.0"/>
  <p:tag name="KSO_WM_BEAUTIFY_FLAG" val="#wm#"/>
  <p:tag name="KSO_WM_TEMPLATE_CATEGORY" val="custom"/>
  <p:tag name="KSO_WM_TEMPLATE_INDEX" val="20238096"/>
</p:tagLst>
</file>

<file path=ppt/tags/tag373.xml><?xml version="1.0" encoding="utf-8"?>
<p:tagLst xmlns:p="http://schemas.openxmlformats.org/presentationml/2006/main">
  <p:tag name="KSO_WM_UNIT_SUBTYPE" val="a"/>
  <p:tag name="KSO_WM_UNIT_PRESET_TEXT" val="单击此处编辑母版文本样式&#10;第二级&#10;第三级&#10;第四级&#10;第五级"/>
  <p:tag name="KSO_WM_UNIT_NOCLEAR" val="0"/>
  <p:tag name="KSO_WM_UNIT_VALUE" val="34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0*f*1"/>
  <p:tag name="KSO_WM_UNIT_LAYERLEVEL" val="1"/>
  <p:tag name="KSO_WM_TAG_VERSION" val="1.0"/>
  <p:tag name="KSO_WM_BEAUTIFY_FLAG" val="#wm#"/>
  <p:tag name="KSO_WM_TEMPLATE_CATEGORY" val="custom"/>
  <p:tag name="KSO_WM_TEMPLATE_INDEX" val="20238096"/>
</p:tagLst>
</file>

<file path=ppt/tags/tag374.xml><?xml version="1.0" encoding="utf-8"?>
<p:tagLst xmlns:p="http://schemas.openxmlformats.org/presentationml/2006/main">
  <p:tag name="KSO_WM_TEMPLATE_THUMBS_INDEX" val="1、9"/>
  <p:tag name="KSO_WM_SPECIAL_SOURCE" val="bdnull"/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8096"/>
</p:tagLst>
</file>

<file path=ppt/tags/tag3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*i*1"/>
  <p:tag name="KSO_WM_UNIT_LAYERLEVEL" val="1"/>
  <p:tag name="KSO_WM_TAG_VERSION" val="3.0"/>
  <p:tag name="KSO_WM_BEAUTIFY_FLAG" val="#wm#"/>
</p:tagLst>
</file>

<file path=ppt/tags/tag3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*i*2"/>
  <p:tag name="KSO_WM_UNIT_LAYERLEVEL" val="1"/>
  <p:tag name="KSO_WM_TAG_VERSION" val="3.0"/>
  <p:tag name="KSO_WM_BEAUTIFY_FLAG" val="#wm#"/>
</p:tagLst>
</file>

<file path=ppt/tags/tag3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*i*3"/>
  <p:tag name="KSO_WM_UNIT_LAYERLEVEL" val="1"/>
  <p:tag name="KSO_WM_TAG_VERSION" val="3.0"/>
  <p:tag name="KSO_WM_BEAUTIFY_FLAG" val="#wm#"/>
</p:tagLst>
</file>

<file path=ppt/tags/tag3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*i*4"/>
  <p:tag name="KSO_WM_UNIT_LAYERLEVEL" val="1"/>
  <p:tag name="KSO_WM_TAG_VERSION" val="3.0"/>
  <p:tag name="KSO_WM_BEAUTIFY_FLAG" val="#wm#"/>
</p:tagLst>
</file>

<file path=ppt/tags/tag3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1*i*5"/>
  <p:tag name="KSO_WM_UNIT_LAYERLEVEL" val="1"/>
  <p:tag name="KSO_WM_TAG_VERSION" val="3.0"/>
  <p:tag name="KSO_WM_BEAUTIFY_FLAG" val="#wm#"/>
</p:tagLst>
</file>

<file path=ppt/tags/tag3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1*i*6"/>
  <p:tag name="KSO_WM_UNIT_LAYERLEVEL" val="1"/>
  <p:tag name="KSO_WM_TAG_VERSION" val="3.0"/>
  <p:tag name="KSO_WM_BEAUTIFY_FLAG" val="#wm#"/>
</p:tagLst>
</file>

<file path=ppt/tags/tag3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_1*i*7"/>
  <p:tag name="KSO_WM_UNIT_LAYERLEVEL" val="1"/>
  <p:tag name="KSO_WM_TAG_VERSION" val="3.0"/>
  <p:tag name="KSO_WM_BEAUTIFY_FLAG" val="#wm#"/>
</p:tagLst>
</file>

<file path=ppt/tags/tag3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_1*i*8"/>
  <p:tag name="KSO_WM_UNIT_LAYERLEVEL" val="1"/>
  <p:tag name="KSO_WM_TAG_VERSION" val="3.0"/>
  <p:tag name="KSO_WM_BEAUTIFY_FLAG" val="#wm#"/>
</p:tagLst>
</file>

<file path=ppt/tags/tag3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_1*i*9"/>
  <p:tag name="KSO_WM_UNIT_LAYERLEVEL" val="1"/>
  <p:tag name="KSO_WM_TAG_VERSION" val="3.0"/>
  <p:tag name="KSO_WM_BEAUTIFY_FLAG" val="#wm#"/>
</p:tagLst>
</file>

<file path=ppt/tags/tag3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_1*i*10"/>
  <p:tag name="KSO_WM_UNIT_LAYERLEVEL" val="1"/>
  <p:tag name="KSO_WM_TAG_VERSION" val="3.0"/>
  <p:tag name="KSO_WM_BEAUTIFY_FLAG" val="#wm#"/>
</p:tagLst>
</file>

<file path=ppt/tags/tag3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_1*i*11"/>
  <p:tag name="KSO_WM_UNIT_LAYERLEVEL" val="1"/>
  <p:tag name="KSO_WM_TAG_VERSION" val="3.0"/>
  <p:tag name="KSO_WM_BEAUTIFY_FLAG" val="#wm#"/>
</p:tagLst>
</file>

<file path=ppt/tags/tag3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_1*i*12"/>
  <p:tag name="KSO_WM_UNIT_LAYERLEVEL" val="1"/>
  <p:tag name="KSO_WM_TAG_VERSION" val="3.0"/>
  <p:tag name="KSO_WM_BEAUTIFY_FLAG" val="#wm#"/>
</p:tagLst>
</file>

<file path=ppt/tags/tag3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3"/>
  <p:tag name="KSO_WM_UNIT_ID" val="_1*i*13"/>
  <p:tag name="KSO_WM_UNIT_LAYERLEVEL" val="1"/>
  <p:tag name="KSO_WM_TAG_VERSION" val="3.0"/>
  <p:tag name="KSO_WM_BEAUTIFY_FLAG" val="#wm#"/>
</p:tagLst>
</file>

<file path=ppt/tags/tag3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4"/>
  <p:tag name="KSO_WM_UNIT_ID" val="_1*i*14"/>
  <p:tag name="KSO_WM_UNIT_LAYERLEVEL" val="1"/>
  <p:tag name="KSO_WM_TAG_VERSION" val="3.0"/>
  <p:tag name="KSO_WM_BEAUTIFY_FLAG" val="#wm#"/>
</p:tagLst>
</file>

<file path=ppt/tags/tag3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5"/>
  <p:tag name="KSO_WM_UNIT_ID" val="_1*i*15"/>
  <p:tag name="KSO_WM_UNIT_LAYERLEVEL" val="1"/>
  <p:tag name="KSO_WM_TAG_VERSION" val="3.0"/>
  <p:tag name="KSO_WM_BEAUTIFY_FLAG" val="#wm#"/>
</p:tagLst>
</file>

<file path=ppt/tags/tag3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6"/>
  <p:tag name="KSO_WM_UNIT_ID" val="_1*i*16"/>
  <p:tag name="KSO_WM_UNIT_LAYERLEVEL" val="1"/>
  <p:tag name="KSO_WM_TAG_VERSION" val="3.0"/>
  <p:tag name="KSO_WM_BEAUTIFY_FLAG" val="#wm#"/>
</p:tagLst>
</file>

<file path=ppt/tags/tag391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*a*1"/>
  <p:tag name="KSO_WM_UNIT_LAYERLEVEL" val="1"/>
  <p:tag name="KSO_WM_TAG_VERSION" val="3.0"/>
  <p:tag name="KSO_WM_BEAUTIFY_FLAG" val="#wm#"/>
</p:tagLst>
</file>

<file path=ppt/tags/tag392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80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*b*1"/>
  <p:tag name="KSO_WM_UNIT_LAYERLEVEL" val="1"/>
  <p:tag name="KSO_WM_TAG_VERSION" val="3.0"/>
  <p:tag name="KSO_WM_BEAUTIFY_FLAG" val="#wm#"/>
</p:tagLst>
</file>

<file path=ppt/tags/tag3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3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3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396.xml><?xml version="1.0" encoding="utf-8"?>
<p:tagLst xmlns:p="http://schemas.openxmlformats.org/presentationml/2006/main">
  <p:tag name="KSO_WM_UNIT_SUBTYPE" val="g"/>
  <p:tag name="KSO_WM_UNIT_PRESET_TEXT" val="公司名占位符"/>
  <p:tag name="KSO_WM_UNIT_NOCLEAR" val="0"/>
  <p:tag name="KSO_WM_UNIT_VALUE" val="11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5"/>
  <p:tag name="KSO_WM_UNIT_ID" val="_1*f*5"/>
  <p:tag name="KSO_WM_UNIT_LAYERLEVEL" val="1"/>
  <p:tag name="KSO_WM_TAG_VERSION" val="3.0"/>
  <p:tag name="KSO_WM_BEAUTIFY_FLAG" val="#wm#"/>
</p:tagLst>
</file>

<file path=ppt/tags/tag397.xml><?xml version="1.0" encoding="utf-8"?>
<p:tagLst xmlns:p="http://schemas.openxmlformats.org/presentationml/2006/main">
  <p:tag name="KSO_WM_UNIT_SUBTYPE" val="b"/>
  <p:tag name="KSO_WM_UNIT_PRESET_TEXT" val="署名占位符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4"/>
  <p:tag name="KSO_WM_UNIT_ID" val="_1*f*4"/>
  <p:tag name="KSO_WM_UNIT_LAYERLEVEL" val="1"/>
  <p:tag name="KSO_WM_TAG_VERSION" val="3.0"/>
  <p:tag name="KSO_WM_BEAUTIFY_FLAG" val="#wm#"/>
</p:tagLst>
</file>

<file path=ppt/tags/tag3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0*i*1"/>
  <p:tag name="KSO_WM_UNIT_LAYERLEVEL" val="1"/>
  <p:tag name="KSO_WM_TAG_VERSION" val="3.0"/>
  <p:tag name="KSO_WM_BEAUTIFY_FLAG" val="#wm#"/>
</p:tagLst>
</file>

<file path=ppt/tags/tag3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0*i*2"/>
  <p:tag name="KSO_WM_UNIT_LAYERLEVEL" val="1"/>
  <p:tag name="KSO_WM_TAG_VERSION" val="3.0"/>
  <p:tag name="KSO_WM_BEAUTIFY_FLAG" val="#wm#"/>
</p:tagLst>
</file>

<file path=ppt/tags/tag4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0*i*3"/>
  <p:tag name="KSO_WM_UNIT_LAYERLEVEL" val="1"/>
  <p:tag name="KSO_WM_TAG_VERSION" val="3.0"/>
  <p:tag name="KSO_WM_BEAUTIFY_FLAG" val="#wm#"/>
</p:tagLst>
</file>

<file path=ppt/tags/tag4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0*i*4"/>
  <p:tag name="KSO_WM_UNIT_LAYERLEVEL" val="1"/>
  <p:tag name="KSO_WM_TAG_VERSION" val="3.0"/>
  <p:tag name="KSO_WM_BEAUTIFY_FLAG" val="#wm#"/>
</p:tagLst>
</file>

<file path=ppt/tags/tag4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0*i*5"/>
  <p:tag name="KSO_WM_UNIT_LAYERLEVEL" val="1"/>
  <p:tag name="KSO_WM_TAG_VERSION" val="3.0"/>
  <p:tag name="KSO_WM_BEAUTIFY_FLAG" val="#wm#"/>
</p:tagLst>
</file>

<file path=ppt/tags/tag4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4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4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406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0*a*1"/>
  <p:tag name="KSO_WM_UNIT_LAYERLEVEL" val="1"/>
  <p:tag name="KSO_WM_TAG_VERSION" val="1.0"/>
  <p:tag name="KSO_WM_BEAUTIFY_FLAG" val="#wm#"/>
  <p:tag name="KSO_WM_TEMPLATE_CATEGORY" val="custom"/>
  <p:tag name="KSO_WM_TEMPLATE_INDEX" val="20238096"/>
</p:tagLst>
</file>

<file path=ppt/tags/tag407.xml><?xml version="1.0" encoding="utf-8"?>
<p:tagLst xmlns:p="http://schemas.openxmlformats.org/presentationml/2006/main">
  <p:tag name="KSO_WM_UNIT_SUBTYPE" val="a"/>
  <p:tag name="KSO_WM_UNIT_PRESET_TEXT" val="单击此处编辑母版文本样式&#10;第二级&#10;第三级&#10;第四级&#10;第五级"/>
  <p:tag name="KSO_WM_UNIT_NOCLEAR" val="0"/>
  <p:tag name="KSO_WM_UNIT_VALUE" val="34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0*f*1"/>
  <p:tag name="KSO_WM_UNIT_LAYERLEVEL" val="1"/>
  <p:tag name="KSO_WM_TAG_VERSION" val="1.0"/>
  <p:tag name="KSO_WM_BEAUTIFY_FLAG" val="#wm#"/>
  <p:tag name="KSO_WM_TEMPLATE_CATEGORY" val="custom"/>
  <p:tag name="KSO_WM_TEMPLATE_INDEX" val="20238096"/>
</p:tagLst>
</file>

<file path=ppt/tags/tag408.xml><?xml version="1.0" encoding="utf-8"?>
<p:tagLst xmlns:p="http://schemas.openxmlformats.org/presentationml/2006/main">
  <p:tag name="KSO_WM_TEMPLATE_THUMBS_INDEX" val="1、9"/>
  <p:tag name="KSO_WM_SPECIAL_SOURCE" val="bdnull"/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8096"/>
</p:tagLst>
</file>

<file path=ppt/tags/tag4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*i*1"/>
  <p:tag name="KSO_WM_UNIT_LAYERLEVEL" val="1"/>
  <p:tag name="KSO_WM_TAG_VERSION" val="3.0"/>
  <p:tag name="KSO_WM_BEAUTIFY_FLAG" val="#wm#"/>
</p:tagLst>
</file>

<file path=ppt/tags/tag4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*i*2"/>
  <p:tag name="KSO_WM_UNIT_LAYERLEVEL" val="1"/>
  <p:tag name="KSO_WM_TAG_VERSION" val="3.0"/>
  <p:tag name="KSO_WM_BEAUTIFY_FLAG" val="#wm#"/>
</p:tagLst>
</file>

<file path=ppt/tags/tag4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*i*3"/>
  <p:tag name="KSO_WM_UNIT_LAYERLEVEL" val="1"/>
  <p:tag name="KSO_WM_TAG_VERSION" val="3.0"/>
  <p:tag name="KSO_WM_BEAUTIFY_FLAG" val="#wm#"/>
</p:tagLst>
</file>

<file path=ppt/tags/tag4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*i*4"/>
  <p:tag name="KSO_WM_UNIT_LAYERLEVEL" val="1"/>
  <p:tag name="KSO_WM_TAG_VERSION" val="3.0"/>
  <p:tag name="KSO_WM_BEAUTIFY_FLAG" val="#wm#"/>
</p:tagLst>
</file>

<file path=ppt/tags/tag4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1*i*5"/>
  <p:tag name="KSO_WM_UNIT_LAYERLEVEL" val="1"/>
  <p:tag name="KSO_WM_TAG_VERSION" val="3.0"/>
  <p:tag name="KSO_WM_BEAUTIFY_FLAG" val="#wm#"/>
</p:tagLst>
</file>

<file path=ppt/tags/tag4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1*i*6"/>
  <p:tag name="KSO_WM_UNIT_LAYERLEVEL" val="1"/>
  <p:tag name="KSO_WM_TAG_VERSION" val="3.0"/>
  <p:tag name="KSO_WM_BEAUTIFY_FLAG" val="#wm#"/>
</p:tagLst>
</file>

<file path=ppt/tags/tag4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_1*i*7"/>
  <p:tag name="KSO_WM_UNIT_LAYERLEVEL" val="1"/>
  <p:tag name="KSO_WM_TAG_VERSION" val="3.0"/>
  <p:tag name="KSO_WM_BEAUTIFY_FLAG" val="#wm#"/>
</p:tagLst>
</file>

<file path=ppt/tags/tag4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_1*i*8"/>
  <p:tag name="KSO_WM_UNIT_LAYERLEVEL" val="1"/>
  <p:tag name="KSO_WM_TAG_VERSION" val="3.0"/>
  <p:tag name="KSO_WM_BEAUTIFY_FLAG" val="#wm#"/>
</p:tagLst>
</file>

<file path=ppt/tags/tag4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_1*i*9"/>
  <p:tag name="KSO_WM_UNIT_LAYERLEVEL" val="1"/>
  <p:tag name="KSO_WM_TAG_VERSION" val="3.0"/>
  <p:tag name="KSO_WM_BEAUTIFY_FLAG" val="#wm#"/>
</p:tagLst>
</file>

<file path=ppt/tags/tag4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_1*i*10"/>
  <p:tag name="KSO_WM_UNIT_LAYERLEVEL" val="1"/>
  <p:tag name="KSO_WM_TAG_VERSION" val="3.0"/>
  <p:tag name="KSO_WM_BEAUTIFY_FLAG" val="#wm#"/>
</p:tagLst>
</file>

<file path=ppt/tags/tag4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_1*i*11"/>
  <p:tag name="KSO_WM_UNIT_LAYERLEVEL" val="1"/>
  <p:tag name="KSO_WM_TAG_VERSION" val="3.0"/>
  <p:tag name="KSO_WM_BEAUTIFY_FLAG" val="#wm#"/>
</p:tagLst>
</file>

<file path=ppt/tags/tag4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_1*i*12"/>
  <p:tag name="KSO_WM_UNIT_LAYERLEVEL" val="1"/>
  <p:tag name="KSO_WM_TAG_VERSION" val="3.0"/>
  <p:tag name="KSO_WM_BEAUTIFY_FLAG" val="#wm#"/>
</p:tagLst>
</file>

<file path=ppt/tags/tag4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3"/>
  <p:tag name="KSO_WM_UNIT_ID" val="_1*i*13"/>
  <p:tag name="KSO_WM_UNIT_LAYERLEVEL" val="1"/>
  <p:tag name="KSO_WM_TAG_VERSION" val="3.0"/>
  <p:tag name="KSO_WM_BEAUTIFY_FLAG" val="#wm#"/>
</p:tagLst>
</file>

<file path=ppt/tags/tag4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4"/>
  <p:tag name="KSO_WM_UNIT_ID" val="_1*i*14"/>
  <p:tag name="KSO_WM_UNIT_LAYERLEVEL" val="1"/>
  <p:tag name="KSO_WM_TAG_VERSION" val="3.0"/>
  <p:tag name="KSO_WM_BEAUTIFY_FLAG" val="#wm#"/>
</p:tagLst>
</file>

<file path=ppt/tags/tag4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5"/>
  <p:tag name="KSO_WM_UNIT_ID" val="_1*i*15"/>
  <p:tag name="KSO_WM_UNIT_LAYERLEVEL" val="1"/>
  <p:tag name="KSO_WM_TAG_VERSION" val="3.0"/>
  <p:tag name="KSO_WM_BEAUTIFY_FLAG" val="#wm#"/>
</p:tagLst>
</file>

<file path=ppt/tags/tag4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6"/>
  <p:tag name="KSO_WM_UNIT_ID" val="_1*i*16"/>
  <p:tag name="KSO_WM_UNIT_LAYERLEVEL" val="1"/>
  <p:tag name="KSO_WM_TAG_VERSION" val="3.0"/>
  <p:tag name="KSO_WM_BEAUTIFY_FLAG" val="#wm#"/>
</p:tagLst>
</file>

<file path=ppt/tags/tag425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*a*1"/>
  <p:tag name="KSO_WM_UNIT_LAYERLEVEL" val="1"/>
  <p:tag name="KSO_WM_TAG_VERSION" val="3.0"/>
  <p:tag name="KSO_WM_BEAUTIFY_FLAG" val="#wm#"/>
</p:tagLst>
</file>

<file path=ppt/tags/tag426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80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*b*1"/>
  <p:tag name="KSO_WM_UNIT_LAYERLEVEL" val="1"/>
  <p:tag name="KSO_WM_TAG_VERSION" val="3.0"/>
  <p:tag name="KSO_WM_BEAUTIFY_FLAG" val="#wm#"/>
</p:tagLst>
</file>

<file path=ppt/tags/tag4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4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4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430.xml><?xml version="1.0" encoding="utf-8"?>
<p:tagLst xmlns:p="http://schemas.openxmlformats.org/presentationml/2006/main">
  <p:tag name="KSO_WM_UNIT_SUBTYPE" val="g"/>
  <p:tag name="KSO_WM_UNIT_PRESET_TEXT" val="公司名占位符"/>
  <p:tag name="KSO_WM_UNIT_NOCLEAR" val="0"/>
  <p:tag name="KSO_WM_UNIT_VALUE" val="11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5"/>
  <p:tag name="KSO_WM_UNIT_ID" val="_1*f*5"/>
  <p:tag name="KSO_WM_UNIT_LAYERLEVEL" val="1"/>
  <p:tag name="KSO_WM_TAG_VERSION" val="3.0"/>
  <p:tag name="KSO_WM_BEAUTIFY_FLAG" val="#wm#"/>
</p:tagLst>
</file>

<file path=ppt/tags/tag431.xml><?xml version="1.0" encoding="utf-8"?>
<p:tagLst xmlns:p="http://schemas.openxmlformats.org/presentationml/2006/main">
  <p:tag name="KSO_WM_UNIT_SUBTYPE" val="b"/>
  <p:tag name="KSO_WM_UNIT_PRESET_TEXT" val="署名占位符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4"/>
  <p:tag name="KSO_WM_UNIT_ID" val="_1*f*4"/>
  <p:tag name="KSO_WM_UNIT_LAYERLEVEL" val="1"/>
  <p:tag name="KSO_WM_TAG_VERSION" val="3.0"/>
  <p:tag name="KSO_WM_BEAUTIFY_FLAG" val="#wm#"/>
</p:tagLst>
</file>

<file path=ppt/tags/tag4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0*i*1"/>
  <p:tag name="KSO_WM_UNIT_LAYERLEVEL" val="1"/>
  <p:tag name="KSO_WM_TAG_VERSION" val="3.0"/>
  <p:tag name="KSO_WM_BEAUTIFY_FLAG" val="#wm#"/>
</p:tagLst>
</file>

<file path=ppt/tags/tag4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0*i*2"/>
  <p:tag name="KSO_WM_UNIT_LAYERLEVEL" val="1"/>
  <p:tag name="KSO_WM_TAG_VERSION" val="3.0"/>
  <p:tag name="KSO_WM_BEAUTIFY_FLAG" val="#wm#"/>
</p:tagLst>
</file>

<file path=ppt/tags/tag4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0*i*3"/>
  <p:tag name="KSO_WM_UNIT_LAYERLEVEL" val="1"/>
  <p:tag name="KSO_WM_TAG_VERSION" val="3.0"/>
  <p:tag name="KSO_WM_BEAUTIFY_FLAG" val="#wm#"/>
</p:tagLst>
</file>

<file path=ppt/tags/tag4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0*i*4"/>
  <p:tag name="KSO_WM_UNIT_LAYERLEVEL" val="1"/>
  <p:tag name="KSO_WM_TAG_VERSION" val="3.0"/>
  <p:tag name="KSO_WM_BEAUTIFY_FLAG" val="#wm#"/>
</p:tagLst>
</file>

<file path=ppt/tags/tag4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0*i*5"/>
  <p:tag name="KSO_WM_UNIT_LAYERLEVEL" val="1"/>
  <p:tag name="KSO_WM_TAG_VERSION" val="3.0"/>
  <p:tag name="KSO_WM_BEAUTIFY_FLAG" val="#wm#"/>
</p:tagLst>
</file>

<file path=ppt/tags/tag4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4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4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440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0*a*1"/>
  <p:tag name="KSO_WM_UNIT_LAYERLEVEL" val="1"/>
  <p:tag name="KSO_WM_TAG_VERSION" val="1.0"/>
  <p:tag name="KSO_WM_BEAUTIFY_FLAG" val="#wm#"/>
  <p:tag name="KSO_WM_TEMPLATE_CATEGORY" val="custom"/>
  <p:tag name="KSO_WM_TEMPLATE_INDEX" val="20238096"/>
</p:tagLst>
</file>

<file path=ppt/tags/tag441.xml><?xml version="1.0" encoding="utf-8"?>
<p:tagLst xmlns:p="http://schemas.openxmlformats.org/presentationml/2006/main">
  <p:tag name="KSO_WM_UNIT_SUBTYPE" val="a"/>
  <p:tag name="KSO_WM_UNIT_PRESET_TEXT" val="单击此处编辑母版文本样式&#10;第二级&#10;第三级&#10;第四级&#10;第五级"/>
  <p:tag name="KSO_WM_UNIT_NOCLEAR" val="0"/>
  <p:tag name="KSO_WM_UNIT_VALUE" val="34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0*f*1"/>
  <p:tag name="KSO_WM_UNIT_LAYERLEVEL" val="1"/>
  <p:tag name="KSO_WM_TAG_VERSION" val="1.0"/>
  <p:tag name="KSO_WM_BEAUTIFY_FLAG" val="#wm#"/>
  <p:tag name="KSO_WM_TEMPLATE_CATEGORY" val="custom"/>
  <p:tag name="KSO_WM_TEMPLATE_INDEX" val="20238096"/>
</p:tagLst>
</file>

<file path=ppt/tags/tag442.xml><?xml version="1.0" encoding="utf-8"?>
<p:tagLst xmlns:p="http://schemas.openxmlformats.org/presentationml/2006/main">
  <p:tag name="KSO_WM_TEMPLATE_THUMBS_INDEX" val="1、9"/>
  <p:tag name="KSO_WM_SPECIAL_SOURCE" val="bdnull"/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8096"/>
</p:tagLst>
</file>

<file path=ppt/tags/tag4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*i*1"/>
  <p:tag name="KSO_WM_UNIT_LAYERLEVEL" val="1"/>
  <p:tag name="KSO_WM_TAG_VERSION" val="3.0"/>
  <p:tag name="KSO_WM_BEAUTIFY_FLAG" val="#wm#"/>
</p:tagLst>
</file>

<file path=ppt/tags/tag4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*i*2"/>
  <p:tag name="KSO_WM_UNIT_LAYERLEVEL" val="1"/>
  <p:tag name="KSO_WM_TAG_VERSION" val="3.0"/>
  <p:tag name="KSO_WM_BEAUTIFY_FLAG" val="#wm#"/>
</p:tagLst>
</file>

<file path=ppt/tags/tag4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*i*3"/>
  <p:tag name="KSO_WM_UNIT_LAYERLEVEL" val="1"/>
  <p:tag name="KSO_WM_TAG_VERSION" val="3.0"/>
  <p:tag name="KSO_WM_BEAUTIFY_FLAG" val="#wm#"/>
</p:tagLst>
</file>

<file path=ppt/tags/tag4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*i*4"/>
  <p:tag name="KSO_WM_UNIT_LAYERLEVEL" val="1"/>
  <p:tag name="KSO_WM_TAG_VERSION" val="3.0"/>
  <p:tag name="KSO_WM_BEAUTIFY_FLAG" val="#wm#"/>
</p:tagLst>
</file>

<file path=ppt/tags/tag4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1*i*5"/>
  <p:tag name="KSO_WM_UNIT_LAYERLEVEL" val="1"/>
  <p:tag name="KSO_WM_TAG_VERSION" val="3.0"/>
  <p:tag name="KSO_WM_BEAUTIFY_FLAG" val="#wm#"/>
</p:tagLst>
</file>

<file path=ppt/tags/tag4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1*i*6"/>
  <p:tag name="KSO_WM_UNIT_LAYERLEVEL" val="1"/>
  <p:tag name="KSO_WM_TAG_VERSION" val="3.0"/>
  <p:tag name="KSO_WM_BEAUTIFY_FLAG" val="#wm#"/>
</p:tagLst>
</file>

<file path=ppt/tags/tag4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_1*i*7"/>
  <p:tag name="KSO_WM_UNIT_LAYERLEVEL" val="1"/>
  <p:tag name="KSO_WM_TAG_VERSION" val="3.0"/>
  <p:tag name="KSO_WM_BEAUTIFY_FLAG" val="#wm#"/>
</p:tagLst>
</file>

<file path=ppt/tags/tag4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_1*i*8"/>
  <p:tag name="KSO_WM_UNIT_LAYERLEVEL" val="1"/>
  <p:tag name="KSO_WM_TAG_VERSION" val="3.0"/>
  <p:tag name="KSO_WM_BEAUTIFY_FLAG" val="#wm#"/>
</p:tagLst>
</file>

<file path=ppt/tags/tag4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_1*i*9"/>
  <p:tag name="KSO_WM_UNIT_LAYERLEVEL" val="1"/>
  <p:tag name="KSO_WM_TAG_VERSION" val="3.0"/>
  <p:tag name="KSO_WM_BEAUTIFY_FLAG" val="#wm#"/>
</p:tagLst>
</file>

<file path=ppt/tags/tag4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_1*i*10"/>
  <p:tag name="KSO_WM_UNIT_LAYERLEVEL" val="1"/>
  <p:tag name="KSO_WM_TAG_VERSION" val="3.0"/>
  <p:tag name="KSO_WM_BEAUTIFY_FLAG" val="#wm#"/>
</p:tagLst>
</file>

<file path=ppt/tags/tag4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_1*i*11"/>
  <p:tag name="KSO_WM_UNIT_LAYERLEVEL" val="1"/>
  <p:tag name="KSO_WM_TAG_VERSION" val="3.0"/>
  <p:tag name="KSO_WM_BEAUTIFY_FLAG" val="#wm#"/>
</p:tagLst>
</file>

<file path=ppt/tags/tag4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_1*i*12"/>
  <p:tag name="KSO_WM_UNIT_LAYERLEVEL" val="1"/>
  <p:tag name="KSO_WM_TAG_VERSION" val="3.0"/>
  <p:tag name="KSO_WM_BEAUTIFY_FLAG" val="#wm#"/>
</p:tagLst>
</file>

<file path=ppt/tags/tag4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3"/>
  <p:tag name="KSO_WM_UNIT_ID" val="_1*i*13"/>
  <p:tag name="KSO_WM_UNIT_LAYERLEVEL" val="1"/>
  <p:tag name="KSO_WM_TAG_VERSION" val="3.0"/>
  <p:tag name="KSO_WM_BEAUTIFY_FLAG" val="#wm#"/>
</p:tagLst>
</file>

<file path=ppt/tags/tag4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4"/>
  <p:tag name="KSO_WM_UNIT_ID" val="_1*i*14"/>
  <p:tag name="KSO_WM_UNIT_LAYERLEVEL" val="1"/>
  <p:tag name="KSO_WM_TAG_VERSION" val="3.0"/>
  <p:tag name="KSO_WM_BEAUTIFY_FLAG" val="#wm#"/>
</p:tagLst>
</file>

<file path=ppt/tags/tag4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5"/>
  <p:tag name="KSO_WM_UNIT_ID" val="_1*i*15"/>
  <p:tag name="KSO_WM_UNIT_LAYERLEVEL" val="1"/>
  <p:tag name="KSO_WM_TAG_VERSION" val="3.0"/>
  <p:tag name="KSO_WM_BEAUTIFY_FLAG" val="#wm#"/>
</p:tagLst>
</file>

<file path=ppt/tags/tag4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6"/>
  <p:tag name="KSO_WM_UNIT_ID" val="_1*i*16"/>
  <p:tag name="KSO_WM_UNIT_LAYERLEVEL" val="1"/>
  <p:tag name="KSO_WM_TAG_VERSION" val="3.0"/>
  <p:tag name="KSO_WM_BEAUTIFY_FLAG" val="#wm#"/>
</p:tagLst>
</file>

<file path=ppt/tags/tag459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*a*1"/>
  <p:tag name="KSO_WM_UNIT_LAYERLEVEL" val="1"/>
  <p:tag name="KSO_WM_TAG_VERSION" val="3.0"/>
  <p:tag name="KSO_WM_BEAUTIFY_FLAG" val="#wm#"/>
</p:tagLst>
</file>

<file path=ppt/tags/tag460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80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*b*1"/>
  <p:tag name="KSO_WM_UNIT_LAYERLEVEL" val="1"/>
  <p:tag name="KSO_WM_TAG_VERSION" val="3.0"/>
  <p:tag name="KSO_WM_BEAUTIFY_FLAG" val="#wm#"/>
</p:tagLst>
</file>

<file path=ppt/tags/tag4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4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4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464.xml><?xml version="1.0" encoding="utf-8"?>
<p:tagLst xmlns:p="http://schemas.openxmlformats.org/presentationml/2006/main">
  <p:tag name="KSO_WM_UNIT_SUBTYPE" val="g"/>
  <p:tag name="KSO_WM_UNIT_PRESET_TEXT" val="公司名占位符"/>
  <p:tag name="KSO_WM_UNIT_NOCLEAR" val="0"/>
  <p:tag name="KSO_WM_UNIT_VALUE" val="11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5"/>
  <p:tag name="KSO_WM_UNIT_ID" val="_1*f*5"/>
  <p:tag name="KSO_WM_UNIT_LAYERLEVEL" val="1"/>
  <p:tag name="KSO_WM_TAG_VERSION" val="3.0"/>
  <p:tag name="KSO_WM_BEAUTIFY_FLAG" val="#wm#"/>
</p:tagLst>
</file>

<file path=ppt/tags/tag465.xml><?xml version="1.0" encoding="utf-8"?>
<p:tagLst xmlns:p="http://schemas.openxmlformats.org/presentationml/2006/main">
  <p:tag name="KSO_WM_UNIT_SUBTYPE" val="b"/>
  <p:tag name="KSO_WM_UNIT_PRESET_TEXT" val="署名占位符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4"/>
  <p:tag name="KSO_WM_UNIT_ID" val="_1*f*4"/>
  <p:tag name="KSO_WM_UNIT_LAYERLEVEL" val="1"/>
  <p:tag name="KSO_WM_TAG_VERSION" val="3.0"/>
  <p:tag name="KSO_WM_BEAUTIFY_FLAG" val="#wm#"/>
</p:tagLst>
</file>

<file path=ppt/tags/tag4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0*i*1"/>
  <p:tag name="KSO_WM_UNIT_LAYERLEVEL" val="1"/>
  <p:tag name="KSO_WM_TAG_VERSION" val="3.0"/>
  <p:tag name="KSO_WM_BEAUTIFY_FLAG" val="#wm#"/>
</p:tagLst>
</file>

<file path=ppt/tags/tag4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0*i*2"/>
  <p:tag name="KSO_WM_UNIT_LAYERLEVEL" val="1"/>
  <p:tag name="KSO_WM_TAG_VERSION" val="3.0"/>
  <p:tag name="KSO_WM_BEAUTIFY_FLAG" val="#wm#"/>
</p:tagLst>
</file>

<file path=ppt/tags/tag4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0*i*3"/>
  <p:tag name="KSO_WM_UNIT_LAYERLEVEL" val="1"/>
  <p:tag name="KSO_WM_TAG_VERSION" val="3.0"/>
  <p:tag name="KSO_WM_BEAUTIFY_FLAG" val="#wm#"/>
</p:tagLst>
</file>

<file path=ppt/tags/tag4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0*i*4"/>
  <p:tag name="KSO_WM_UNIT_LAYERLEVEL" val="1"/>
  <p:tag name="KSO_WM_TAG_VERSION" val="3.0"/>
  <p:tag name="KSO_WM_BEAUTIFY_FLAG" val="#wm#"/>
</p:tagLst>
</file>

<file path=ppt/tags/tag4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0*i*5"/>
  <p:tag name="KSO_WM_UNIT_LAYERLEVEL" val="1"/>
  <p:tag name="KSO_WM_TAG_VERSION" val="3.0"/>
  <p:tag name="KSO_WM_BEAUTIFY_FLAG" val="#wm#"/>
</p:tagLst>
</file>

<file path=ppt/tags/tag4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4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4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474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0*a*1"/>
  <p:tag name="KSO_WM_UNIT_LAYERLEVEL" val="1"/>
  <p:tag name="KSO_WM_TAG_VERSION" val="1.0"/>
  <p:tag name="KSO_WM_BEAUTIFY_FLAG" val="#wm#"/>
  <p:tag name="KSO_WM_TEMPLATE_CATEGORY" val="custom"/>
  <p:tag name="KSO_WM_TEMPLATE_INDEX" val="20238096"/>
</p:tagLst>
</file>

<file path=ppt/tags/tag475.xml><?xml version="1.0" encoding="utf-8"?>
<p:tagLst xmlns:p="http://schemas.openxmlformats.org/presentationml/2006/main">
  <p:tag name="KSO_WM_UNIT_SUBTYPE" val="a"/>
  <p:tag name="KSO_WM_UNIT_PRESET_TEXT" val="单击此处编辑母版文本样式&#10;第二级&#10;第三级&#10;第四级&#10;第五级"/>
  <p:tag name="KSO_WM_UNIT_NOCLEAR" val="0"/>
  <p:tag name="KSO_WM_UNIT_VALUE" val="34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0*f*1"/>
  <p:tag name="KSO_WM_UNIT_LAYERLEVEL" val="1"/>
  <p:tag name="KSO_WM_TAG_VERSION" val="1.0"/>
  <p:tag name="KSO_WM_BEAUTIFY_FLAG" val="#wm#"/>
  <p:tag name="KSO_WM_TEMPLATE_CATEGORY" val="custom"/>
  <p:tag name="KSO_WM_TEMPLATE_INDEX" val="20238096"/>
</p:tagLst>
</file>

<file path=ppt/tags/tag476.xml><?xml version="1.0" encoding="utf-8"?>
<p:tagLst xmlns:p="http://schemas.openxmlformats.org/presentationml/2006/main">
  <p:tag name="KSO_WM_TEMPLATE_THUMBS_INDEX" val="1、9"/>
  <p:tag name="KSO_WM_SPECIAL_SOURCE" val="bdnull"/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8096"/>
</p:tagLst>
</file>

<file path=ppt/tags/tag4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*i*1"/>
  <p:tag name="KSO_WM_UNIT_LAYERLEVEL" val="1"/>
  <p:tag name="KSO_WM_TAG_VERSION" val="3.0"/>
  <p:tag name="KSO_WM_BEAUTIFY_FLAG" val="#wm#"/>
</p:tagLst>
</file>

<file path=ppt/tags/tag4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*i*2"/>
  <p:tag name="KSO_WM_UNIT_LAYERLEVEL" val="1"/>
  <p:tag name="KSO_WM_TAG_VERSION" val="3.0"/>
  <p:tag name="KSO_WM_BEAUTIFY_FLAG" val="#wm#"/>
</p:tagLst>
</file>

<file path=ppt/tags/tag4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*i*3"/>
  <p:tag name="KSO_WM_UNIT_LAYERLEVEL" val="1"/>
  <p:tag name="KSO_WM_TAG_VERSION" val="3.0"/>
  <p:tag name="KSO_WM_BEAUTIFY_FLAG" val="#wm#"/>
</p:tagLst>
</file>

<file path=ppt/tags/tag4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*i*4"/>
  <p:tag name="KSO_WM_UNIT_LAYERLEVEL" val="1"/>
  <p:tag name="KSO_WM_TAG_VERSION" val="3.0"/>
  <p:tag name="KSO_WM_BEAUTIFY_FLAG" val="#wm#"/>
</p:tagLst>
</file>

<file path=ppt/tags/tag4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1*i*5"/>
  <p:tag name="KSO_WM_UNIT_LAYERLEVEL" val="1"/>
  <p:tag name="KSO_WM_TAG_VERSION" val="3.0"/>
  <p:tag name="KSO_WM_BEAUTIFY_FLAG" val="#wm#"/>
</p:tagLst>
</file>

<file path=ppt/tags/tag4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1*i*6"/>
  <p:tag name="KSO_WM_UNIT_LAYERLEVEL" val="1"/>
  <p:tag name="KSO_WM_TAG_VERSION" val="3.0"/>
  <p:tag name="KSO_WM_BEAUTIFY_FLAG" val="#wm#"/>
</p:tagLst>
</file>

<file path=ppt/tags/tag4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_1*i*7"/>
  <p:tag name="KSO_WM_UNIT_LAYERLEVEL" val="1"/>
  <p:tag name="KSO_WM_TAG_VERSION" val="3.0"/>
  <p:tag name="KSO_WM_BEAUTIFY_FLAG" val="#wm#"/>
</p:tagLst>
</file>

<file path=ppt/tags/tag4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_1*i*8"/>
  <p:tag name="KSO_WM_UNIT_LAYERLEVEL" val="1"/>
  <p:tag name="KSO_WM_TAG_VERSION" val="3.0"/>
  <p:tag name="KSO_WM_BEAUTIFY_FLAG" val="#wm#"/>
</p:tagLst>
</file>

<file path=ppt/tags/tag4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_1*i*9"/>
  <p:tag name="KSO_WM_UNIT_LAYERLEVEL" val="1"/>
  <p:tag name="KSO_WM_TAG_VERSION" val="3.0"/>
  <p:tag name="KSO_WM_BEAUTIFY_FLAG" val="#wm#"/>
</p:tagLst>
</file>

<file path=ppt/tags/tag4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_1*i*10"/>
  <p:tag name="KSO_WM_UNIT_LAYERLEVEL" val="1"/>
  <p:tag name="KSO_WM_TAG_VERSION" val="3.0"/>
  <p:tag name="KSO_WM_BEAUTIFY_FLAG" val="#wm#"/>
</p:tagLst>
</file>

<file path=ppt/tags/tag4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_1*i*11"/>
  <p:tag name="KSO_WM_UNIT_LAYERLEVEL" val="1"/>
  <p:tag name="KSO_WM_TAG_VERSION" val="3.0"/>
  <p:tag name="KSO_WM_BEAUTIFY_FLAG" val="#wm#"/>
</p:tagLst>
</file>

<file path=ppt/tags/tag4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_1*i*12"/>
  <p:tag name="KSO_WM_UNIT_LAYERLEVEL" val="1"/>
  <p:tag name="KSO_WM_TAG_VERSION" val="3.0"/>
  <p:tag name="KSO_WM_BEAUTIFY_FLAG" val="#wm#"/>
</p:tagLst>
</file>

<file path=ppt/tags/tag4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3"/>
  <p:tag name="KSO_WM_UNIT_ID" val="_1*i*13"/>
  <p:tag name="KSO_WM_UNIT_LAYERLEVEL" val="1"/>
  <p:tag name="KSO_WM_TAG_VERSION" val="3.0"/>
  <p:tag name="KSO_WM_BEAUTIFY_FLAG" val="#wm#"/>
</p:tagLst>
</file>

<file path=ppt/tags/tag4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4"/>
  <p:tag name="KSO_WM_UNIT_ID" val="_1*i*14"/>
  <p:tag name="KSO_WM_UNIT_LAYERLEVEL" val="1"/>
  <p:tag name="KSO_WM_TAG_VERSION" val="3.0"/>
  <p:tag name="KSO_WM_BEAUTIFY_FLAG" val="#wm#"/>
</p:tagLst>
</file>

<file path=ppt/tags/tag4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5"/>
  <p:tag name="KSO_WM_UNIT_ID" val="_1*i*15"/>
  <p:tag name="KSO_WM_UNIT_LAYERLEVEL" val="1"/>
  <p:tag name="KSO_WM_TAG_VERSION" val="3.0"/>
  <p:tag name="KSO_WM_BEAUTIFY_FLAG" val="#wm#"/>
</p:tagLst>
</file>

<file path=ppt/tags/tag4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6"/>
  <p:tag name="KSO_WM_UNIT_ID" val="_1*i*16"/>
  <p:tag name="KSO_WM_UNIT_LAYERLEVEL" val="1"/>
  <p:tag name="KSO_WM_TAG_VERSION" val="3.0"/>
  <p:tag name="KSO_WM_BEAUTIFY_FLAG" val="#wm#"/>
</p:tagLst>
</file>

<file path=ppt/tags/tag493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*a*1"/>
  <p:tag name="KSO_WM_UNIT_LAYERLEVEL" val="1"/>
  <p:tag name="KSO_WM_TAG_VERSION" val="3.0"/>
  <p:tag name="KSO_WM_BEAUTIFY_FLAG" val="#wm#"/>
</p:tagLst>
</file>

<file path=ppt/tags/tag494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80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*b*1"/>
  <p:tag name="KSO_WM_UNIT_LAYERLEVEL" val="1"/>
  <p:tag name="KSO_WM_TAG_VERSION" val="3.0"/>
  <p:tag name="KSO_WM_BEAUTIFY_FLAG" val="#wm#"/>
</p:tagLst>
</file>

<file path=ppt/tags/tag4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4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4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498.xml><?xml version="1.0" encoding="utf-8"?>
<p:tagLst xmlns:p="http://schemas.openxmlformats.org/presentationml/2006/main">
  <p:tag name="KSO_WM_UNIT_SUBTYPE" val="g"/>
  <p:tag name="KSO_WM_UNIT_PRESET_TEXT" val="公司名占位符"/>
  <p:tag name="KSO_WM_UNIT_NOCLEAR" val="0"/>
  <p:tag name="KSO_WM_UNIT_VALUE" val="11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5"/>
  <p:tag name="KSO_WM_UNIT_ID" val="_1*f*5"/>
  <p:tag name="KSO_WM_UNIT_LAYERLEVEL" val="1"/>
  <p:tag name="KSO_WM_TAG_VERSION" val="3.0"/>
  <p:tag name="KSO_WM_BEAUTIFY_FLAG" val="#wm#"/>
</p:tagLst>
</file>

<file path=ppt/tags/tag499.xml><?xml version="1.0" encoding="utf-8"?>
<p:tagLst xmlns:p="http://schemas.openxmlformats.org/presentationml/2006/main">
  <p:tag name="KSO_WM_UNIT_SUBTYPE" val="b"/>
  <p:tag name="KSO_WM_UNIT_PRESET_TEXT" val="署名占位符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4"/>
  <p:tag name="KSO_WM_UNIT_ID" val="_1*f*4"/>
  <p:tag name="KSO_WM_UNIT_LAYERLEVEL" val="1"/>
  <p:tag name="KSO_WM_TAG_VERSION" val="3.0"/>
  <p:tag name="KSO_WM_BEAUTIFY_FLAG" val="#wm#"/>
</p:tagLst>
</file>

<file path=ppt/tags/tag5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0*i*1"/>
  <p:tag name="KSO_WM_UNIT_LAYERLEVEL" val="1"/>
  <p:tag name="KSO_WM_TAG_VERSION" val="3.0"/>
  <p:tag name="KSO_WM_BEAUTIFY_FLAG" val="#wm#"/>
</p:tagLst>
</file>

<file path=ppt/tags/tag5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0*i*2"/>
  <p:tag name="KSO_WM_UNIT_LAYERLEVEL" val="1"/>
  <p:tag name="KSO_WM_TAG_VERSION" val="3.0"/>
  <p:tag name="KSO_WM_BEAUTIFY_FLAG" val="#wm#"/>
</p:tagLst>
</file>

<file path=ppt/tags/tag5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0*i*3"/>
  <p:tag name="KSO_WM_UNIT_LAYERLEVEL" val="1"/>
  <p:tag name="KSO_WM_TAG_VERSION" val="3.0"/>
  <p:tag name="KSO_WM_BEAUTIFY_FLAG" val="#wm#"/>
</p:tagLst>
</file>

<file path=ppt/tags/tag5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0*i*4"/>
  <p:tag name="KSO_WM_UNIT_LAYERLEVEL" val="1"/>
  <p:tag name="KSO_WM_TAG_VERSION" val="3.0"/>
  <p:tag name="KSO_WM_BEAUTIFY_FLAG" val="#wm#"/>
</p:tagLst>
</file>

<file path=ppt/tags/tag5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0*i*5"/>
  <p:tag name="KSO_WM_UNIT_LAYERLEVEL" val="1"/>
  <p:tag name="KSO_WM_TAG_VERSION" val="3.0"/>
  <p:tag name="KSO_WM_BEAUTIFY_FLAG" val="#wm#"/>
</p:tagLst>
</file>

<file path=ppt/tags/tag5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5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5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508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0*a*1"/>
  <p:tag name="KSO_WM_UNIT_LAYERLEVEL" val="1"/>
  <p:tag name="KSO_WM_TAG_VERSION" val="1.0"/>
  <p:tag name="KSO_WM_BEAUTIFY_FLAG" val="#wm#"/>
  <p:tag name="KSO_WM_TEMPLATE_CATEGORY" val="custom"/>
  <p:tag name="KSO_WM_TEMPLATE_INDEX" val="20238096"/>
</p:tagLst>
</file>

<file path=ppt/tags/tag509.xml><?xml version="1.0" encoding="utf-8"?>
<p:tagLst xmlns:p="http://schemas.openxmlformats.org/presentationml/2006/main">
  <p:tag name="KSO_WM_UNIT_SUBTYPE" val="a"/>
  <p:tag name="KSO_WM_UNIT_PRESET_TEXT" val="单击此处编辑母版文本样式&#10;第二级&#10;第三级&#10;第四级&#10;第五级"/>
  <p:tag name="KSO_WM_UNIT_NOCLEAR" val="0"/>
  <p:tag name="KSO_WM_UNIT_VALUE" val="34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0*f*1"/>
  <p:tag name="KSO_WM_UNIT_LAYERLEVEL" val="1"/>
  <p:tag name="KSO_WM_TAG_VERSION" val="1.0"/>
  <p:tag name="KSO_WM_BEAUTIFY_FLAG" val="#wm#"/>
  <p:tag name="KSO_WM_TEMPLATE_CATEGORY" val="custom"/>
  <p:tag name="KSO_WM_TEMPLATE_INDEX" val="20238096"/>
</p:tagLst>
</file>

<file path=ppt/tags/tag510.xml><?xml version="1.0" encoding="utf-8"?>
<p:tagLst xmlns:p="http://schemas.openxmlformats.org/presentationml/2006/main">
  <p:tag name="KSO_WM_TEMPLATE_THUMBS_INDEX" val="1、9"/>
  <p:tag name="KSO_WM_SPECIAL_SOURCE" val="bdnull"/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8096"/>
</p:tagLst>
</file>

<file path=ppt/tags/tag5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*i*1"/>
  <p:tag name="KSO_WM_UNIT_LAYERLEVEL" val="1"/>
  <p:tag name="KSO_WM_TAG_VERSION" val="3.0"/>
  <p:tag name="KSO_WM_BEAUTIFY_FLAG" val="#wm#"/>
</p:tagLst>
</file>

<file path=ppt/tags/tag5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*i*2"/>
  <p:tag name="KSO_WM_UNIT_LAYERLEVEL" val="1"/>
  <p:tag name="KSO_WM_TAG_VERSION" val="3.0"/>
  <p:tag name="KSO_WM_BEAUTIFY_FLAG" val="#wm#"/>
</p:tagLst>
</file>

<file path=ppt/tags/tag5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*i*3"/>
  <p:tag name="KSO_WM_UNIT_LAYERLEVEL" val="1"/>
  <p:tag name="KSO_WM_TAG_VERSION" val="3.0"/>
  <p:tag name="KSO_WM_BEAUTIFY_FLAG" val="#wm#"/>
</p:tagLst>
</file>

<file path=ppt/tags/tag5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*i*4"/>
  <p:tag name="KSO_WM_UNIT_LAYERLEVEL" val="1"/>
  <p:tag name="KSO_WM_TAG_VERSION" val="3.0"/>
  <p:tag name="KSO_WM_BEAUTIFY_FLAG" val="#wm#"/>
</p:tagLst>
</file>

<file path=ppt/tags/tag5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1*i*5"/>
  <p:tag name="KSO_WM_UNIT_LAYERLEVEL" val="1"/>
  <p:tag name="KSO_WM_TAG_VERSION" val="3.0"/>
  <p:tag name="KSO_WM_BEAUTIFY_FLAG" val="#wm#"/>
</p:tagLst>
</file>

<file path=ppt/tags/tag5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1*i*6"/>
  <p:tag name="KSO_WM_UNIT_LAYERLEVEL" val="1"/>
  <p:tag name="KSO_WM_TAG_VERSION" val="3.0"/>
  <p:tag name="KSO_WM_BEAUTIFY_FLAG" val="#wm#"/>
</p:tagLst>
</file>

<file path=ppt/tags/tag5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_1*i*7"/>
  <p:tag name="KSO_WM_UNIT_LAYERLEVEL" val="1"/>
  <p:tag name="KSO_WM_TAG_VERSION" val="3.0"/>
  <p:tag name="KSO_WM_BEAUTIFY_FLAG" val="#wm#"/>
</p:tagLst>
</file>

<file path=ppt/tags/tag5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_1*i*8"/>
  <p:tag name="KSO_WM_UNIT_LAYERLEVEL" val="1"/>
  <p:tag name="KSO_WM_TAG_VERSION" val="3.0"/>
  <p:tag name="KSO_WM_BEAUTIFY_FLAG" val="#wm#"/>
</p:tagLst>
</file>

<file path=ppt/tags/tag5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_1*i*9"/>
  <p:tag name="KSO_WM_UNIT_LAYERLEVEL" val="1"/>
  <p:tag name="KSO_WM_TAG_VERSION" val="3.0"/>
  <p:tag name="KSO_WM_BEAUTIFY_FLAG" val="#wm#"/>
</p:tagLst>
</file>

<file path=ppt/tags/tag5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_1*i*10"/>
  <p:tag name="KSO_WM_UNIT_LAYERLEVEL" val="1"/>
  <p:tag name="KSO_WM_TAG_VERSION" val="3.0"/>
  <p:tag name="KSO_WM_BEAUTIFY_FLAG" val="#wm#"/>
</p:tagLst>
</file>

<file path=ppt/tags/tag5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_1*i*11"/>
  <p:tag name="KSO_WM_UNIT_LAYERLEVEL" val="1"/>
  <p:tag name="KSO_WM_TAG_VERSION" val="3.0"/>
  <p:tag name="KSO_WM_BEAUTIFY_FLAG" val="#wm#"/>
</p:tagLst>
</file>

<file path=ppt/tags/tag5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_1*i*12"/>
  <p:tag name="KSO_WM_UNIT_LAYERLEVEL" val="1"/>
  <p:tag name="KSO_WM_TAG_VERSION" val="3.0"/>
  <p:tag name="KSO_WM_BEAUTIFY_FLAG" val="#wm#"/>
</p:tagLst>
</file>

<file path=ppt/tags/tag5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3"/>
  <p:tag name="KSO_WM_UNIT_ID" val="_1*i*13"/>
  <p:tag name="KSO_WM_UNIT_LAYERLEVEL" val="1"/>
  <p:tag name="KSO_WM_TAG_VERSION" val="3.0"/>
  <p:tag name="KSO_WM_BEAUTIFY_FLAG" val="#wm#"/>
</p:tagLst>
</file>

<file path=ppt/tags/tag5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4"/>
  <p:tag name="KSO_WM_UNIT_ID" val="_1*i*14"/>
  <p:tag name="KSO_WM_UNIT_LAYERLEVEL" val="1"/>
  <p:tag name="KSO_WM_TAG_VERSION" val="3.0"/>
  <p:tag name="KSO_WM_BEAUTIFY_FLAG" val="#wm#"/>
</p:tagLst>
</file>

<file path=ppt/tags/tag5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5"/>
  <p:tag name="KSO_WM_UNIT_ID" val="_1*i*15"/>
  <p:tag name="KSO_WM_UNIT_LAYERLEVEL" val="1"/>
  <p:tag name="KSO_WM_TAG_VERSION" val="3.0"/>
  <p:tag name="KSO_WM_BEAUTIFY_FLAG" val="#wm#"/>
</p:tagLst>
</file>

<file path=ppt/tags/tag5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6"/>
  <p:tag name="KSO_WM_UNIT_ID" val="_1*i*16"/>
  <p:tag name="KSO_WM_UNIT_LAYERLEVEL" val="1"/>
  <p:tag name="KSO_WM_TAG_VERSION" val="3.0"/>
  <p:tag name="KSO_WM_BEAUTIFY_FLAG" val="#wm#"/>
</p:tagLst>
</file>

<file path=ppt/tags/tag527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*a*1"/>
  <p:tag name="KSO_WM_UNIT_LAYERLEVEL" val="1"/>
  <p:tag name="KSO_WM_TAG_VERSION" val="3.0"/>
  <p:tag name="KSO_WM_BEAUTIFY_FLAG" val="#wm#"/>
</p:tagLst>
</file>

<file path=ppt/tags/tag528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80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*b*1"/>
  <p:tag name="KSO_WM_UNIT_LAYERLEVEL" val="1"/>
  <p:tag name="KSO_WM_TAG_VERSION" val="3.0"/>
  <p:tag name="KSO_WM_BEAUTIFY_FLAG" val="#wm#"/>
</p:tagLst>
</file>

<file path=ppt/tags/tag5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5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5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532.xml><?xml version="1.0" encoding="utf-8"?>
<p:tagLst xmlns:p="http://schemas.openxmlformats.org/presentationml/2006/main">
  <p:tag name="KSO_WM_UNIT_SUBTYPE" val="g"/>
  <p:tag name="KSO_WM_UNIT_PRESET_TEXT" val="公司名占位符"/>
  <p:tag name="KSO_WM_UNIT_NOCLEAR" val="0"/>
  <p:tag name="KSO_WM_UNIT_VALUE" val="11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5"/>
  <p:tag name="KSO_WM_UNIT_ID" val="_1*f*5"/>
  <p:tag name="KSO_WM_UNIT_LAYERLEVEL" val="1"/>
  <p:tag name="KSO_WM_TAG_VERSION" val="3.0"/>
  <p:tag name="KSO_WM_BEAUTIFY_FLAG" val="#wm#"/>
</p:tagLst>
</file>

<file path=ppt/tags/tag533.xml><?xml version="1.0" encoding="utf-8"?>
<p:tagLst xmlns:p="http://schemas.openxmlformats.org/presentationml/2006/main">
  <p:tag name="KSO_WM_UNIT_SUBTYPE" val="b"/>
  <p:tag name="KSO_WM_UNIT_PRESET_TEXT" val="署名占位符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4"/>
  <p:tag name="KSO_WM_UNIT_ID" val="_1*f*4"/>
  <p:tag name="KSO_WM_UNIT_LAYERLEVEL" val="1"/>
  <p:tag name="KSO_WM_TAG_VERSION" val="3.0"/>
  <p:tag name="KSO_WM_BEAUTIFY_FLAG" val="#wm#"/>
</p:tagLst>
</file>

<file path=ppt/tags/tag5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0*i*1"/>
  <p:tag name="KSO_WM_UNIT_LAYERLEVEL" val="1"/>
  <p:tag name="KSO_WM_TAG_VERSION" val="3.0"/>
  <p:tag name="KSO_WM_BEAUTIFY_FLAG" val="#wm#"/>
</p:tagLst>
</file>

<file path=ppt/tags/tag5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0*i*2"/>
  <p:tag name="KSO_WM_UNIT_LAYERLEVEL" val="1"/>
  <p:tag name="KSO_WM_TAG_VERSION" val="3.0"/>
  <p:tag name="KSO_WM_BEAUTIFY_FLAG" val="#wm#"/>
</p:tagLst>
</file>

<file path=ppt/tags/tag5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0*i*3"/>
  <p:tag name="KSO_WM_UNIT_LAYERLEVEL" val="1"/>
  <p:tag name="KSO_WM_TAG_VERSION" val="3.0"/>
  <p:tag name="KSO_WM_BEAUTIFY_FLAG" val="#wm#"/>
</p:tagLst>
</file>

<file path=ppt/tags/tag5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0*i*4"/>
  <p:tag name="KSO_WM_UNIT_LAYERLEVEL" val="1"/>
  <p:tag name="KSO_WM_TAG_VERSION" val="3.0"/>
  <p:tag name="KSO_WM_BEAUTIFY_FLAG" val="#wm#"/>
</p:tagLst>
</file>

<file path=ppt/tags/tag5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0*i*5"/>
  <p:tag name="KSO_WM_UNIT_LAYERLEVEL" val="1"/>
  <p:tag name="KSO_WM_TAG_VERSION" val="3.0"/>
  <p:tag name="KSO_WM_BEAUTIFY_FLAG" val="#wm#"/>
</p:tagLst>
</file>

<file path=ppt/tags/tag5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5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5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542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0*a*1"/>
  <p:tag name="KSO_WM_UNIT_LAYERLEVEL" val="1"/>
  <p:tag name="KSO_WM_TAG_VERSION" val="1.0"/>
  <p:tag name="KSO_WM_BEAUTIFY_FLAG" val="#wm#"/>
  <p:tag name="KSO_WM_TEMPLATE_CATEGORY" val="custom"/>
  <p:tag name="KSO_WM_TEMPLATE_INDEX" val="20238096"/>
</p:tagLst>
</file>

<file path=ppt/tags/tag543.xml><?xml version="1.0" encoding="utf-8"?>
<p:tagLst xmlns:p="http://schemas.openxmlformats.org/presentationml/2006/main">
  <p:tag name="KSO_WM_UNIT_SUBTYPE" val="a"/>
  <p:tag name="KSO_WM_UNIT_PRESET_TEXT" val="单击此处编辑母版文本样式&#10;第二级&#10;第三级&#10;第四级&#10;第五级"/>
  <p:tag name="KSO_WM_UNIT_NOCLEAR" val="0"/>
  <p:tag name="KSO_WM_UNIT_VALUE" val="34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0*f*1"/>
  <p:tag name="KSO_WM_UNIT_LAYERLEVEL" val="1"/>
  <p:tag name="KSO_WM_TAG_VERSION" val="1.0"/>
  <p:tag name="KSO_WM_BEAUTIFY_FLAG" val="#wm#"/>
  <p:tag name="KSO_WM_TEMPLATE_CATEGORY" val="custom"/>
  <p:tag name="KSO_WM_TEMPLATE_INDEX" val="20238096"/>
</p:tagLst>
</file>

<file path=ppt/tags/tag544.xml><?xml version="1.0" encoding="utf-8"?>
<p:tagLst xmlns:p="http://schemas.openxmlformats.org/presentationml/2006/main">
  <p:tag name="KSO_WM_TEMPLATE_THUMBS_INDEX" val="1、9"/>
  <p:tag name="KSO_WM_SPECIAL_SOURCE" val="bdnull"/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8096"/>
</p:tagLst>
</file>

<file path=ppt/tags/tag545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8096_1*a*1"/>
  <p:tag name="KSO_WM_TEMPLATE_CATEGORY" val="custom"/>
  <p:tag name="KSO_WM_TEMPLATE_INDEX" val="20238096"/>
  <p:tag name="KSO_WM_UNIT_LAYERLEVEL" val="1"/>
  <p:tag name="KSO_WM_TAG_VERSION" val="3.0"/>
  <p:tag name="KSO_WM_BEAUTIFY_FLAG" val="#wm#"/>
  <p:tag name="KSO_WM_UNIT_PRESET_TEXT" val="The title goes here"/>
</p:tagLst>
</file>

<file path=ppt/tags/tag546.xml><?xml version="1.0" encoding="utf-8"?>
<p:tagLst xmlns:p="http://schemas.openxmlformats.org/presentationml/2006/main">
  <p:tag name="KSO_WM_UNIT_SUBTYPE" val="g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5"/>
  <p:tag name="KSO_WM_UNIT_ID" val="custom20238096_1*f*5"/>
  <p:tag name="KSO_WM_TEMPLATE_CATEGORY" val="custom"/>
  <p:tag name="KSO_WM_TEMPLATE_INDEX" val="20238096"/>
  <p:tag name="KSO_WM_UNIT_LAYERLEVEL" val="1"/>
  <p:tag name="KSO_WM_TAG_VERSION" val="3.0"/>
  <p:tag name="KSO_WM_BEAUTIFY_FLAG" val="#wm#"/>
  <p:tag name="KSO_WM_UNIT_PRESET_TEXT" val="Click here to add text"/>
</p:tagLst>
</file>

<file path=ppt/tags/tag547.xml><?xml version="1.0" encoding="utf-8"?>
<p:tagLst xmlns:p="http://schemas.openxmlformats.org/presentationml/2006/main">
  <p:tag name="KSO_WM_UNIT_SUBTYPE" val="b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4"/>
  <p:tag name="KSO_WM_UNIT_ID" val="custom20238096_1*f*4"/>
  <p:tag name="KSO_WM_TEMPLATE_CATEGORY" val="custom"/>
  <p:tag name="KSO_WM_TEMPLATE_INDEX" val="20238096"/>
  <p:tag name="KSO_WM_UNIT_LAYERLEVEL" val="1"/>
  <p:tag name="KSO_WM_TAG_VERSION" val="3.0"/>
  <p:tag name="KSO_WM_BEAUTIFY_FLAG" val="#wm#"/>
  <p:tag name="KSO_WM_UNIT_PRESET_TEXT" val="Name"/>
</p:tagLst>
</file>

<file path=ppt/tags/tag548.xml><?xml version="1.0" encoding="utf-8"?>
<p:tagLst xmlns:p="http://schemas.openxmlformats.org/presentationml/2006/main">
  <p:tag name="KSO_WM_TEMPLATE_THUMBS_INDEX" val="1、9"/>
  <p:tag name="KSO_WM_SPECIAL_SOURCE" val="bdnull"/>
  <p:tag name="KSO_WM_SLIDE_ID" val="custom20238096_1"/>
  <p:tag name="KSO_WM_TEMPLATE_SUBCATEGORY" val="29"/>
  <p:tag name="KSO_WM_TEMPLATE_MASTER_TYPE" val="0"/>
  <p:tag name="KSO_WM_TEMPLATE_COLOR_TYPE" val="0"/>
  <p:tag name="KSO_WM_SLIDE_TYPE" val="title"/>
  <p:tag name="KSO_WM_SLIDE_SUBTYPE" val="pureTxt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8096"/>
  <p:tag name="KSO_WM_SLIDE_LAYOUT" val="a_b_f"/>
  <p:tag name="KSO_WM_SLIDE_LAYOUT_CNT" val="1_1_2"/>
</p:tagLst>
</file>

<file path=ppt/tags/tag549.xml><?xml version="1.0" encoding="utf-8"?>
<p:tagLst xmlns:p="http://schemas.openxmlformats.org/presentationml/2006/main">
  <p:tag name="KSO_WM_BEAUTIFY_FLAG" val="#wm#"/>
  <p:tag name="KSO_WM_TEMPLATE_CATEGORY" val="custom"/>
  <p:tag name="KSO_WM_TEMPLATE_INDEX" val="20238096"/>
</p:tagLst>
</file>

<file path=ppt/tags/tag550.xml><?xml version="1.0" encoding="utf-8"?>
<p:tagLst xmlns:p="http://schemas.openxmlformats.org/presentationml/2006/main">
  <p:tag name="KSO_WM_BEAUTIFY_FLAG" val="#wm#"/>
  <p:tag name="KSO_WM_TEMPLATE_CATEGORY" val="custom"/>
  <p:tag name="KSO_WM_TEMPLATE_INDEX" val="20238096"/>
</p:tagLst>
</file>

<file path=ppt/tags/tag551.xml><?xml version="1.0" encoding="utf-8"?>
<p:tagLst xmlns:p="http://schemas.openxmlformats.org/presentationml/2006/main">
  <p:tag name="KSO_WM_BEAUTIFY_FLAG" val="#wm#"/>
  <p:tag name="KSO_WM_TEMPLATE_CATEGORY" val="custom"/>
  <p:tag name="KSO_WM_TEMPLATE_INDEX" val="20238096"/>
</p:tagLst>
</file>

<file path=ppt/tags/tag552.xml><?xml version="1.0" encoding="utf-8"?>
<p:tagLst xmlns:p="http://schemas.openxmlformats.org/presentationml/2006/main">
  <p:tag name="KSO_WM_BEAUTIFY_FLAG" val="#wm#"/>
  <p:tag name="KSO_WM_TEMPLATE_CATEGORY" val="custom"/>
  <p:tag name="KSO_WM_TEMPLATE_INDEX" val="20238096"/>
</p:tagLst>
</file>

<file path=ppt/tags/tag553.xml><?xml version="1.0" encoding="utf-8"?>
<p:tagLst xmlns:p="http://schemas.openxmlformats.org/presentationml/2006/main">
  <p:tag name="KSO_WM_BEAUTIFY_FLAG" val="#wm#"/>
  <p:tag name="KSO_WM_TEMPLATE_CATEGORY" val="custom"/>
  <p:tag name="KSO_WM_TEMPLATE_INDEX" val="20238096"/>
</p:tagLst>
</file>

<file path=ppt/tags/tag554.xml><?xml version="1.0" encoding="utf-8"?>
<p:tagLst xmlns:p="http://schemas.openxmlformats.org/presentationml/2006/main">
  <p:tag name="KSO_WM_BEAUTIFY_FLAG" val="#wm#"/>
  <p:tag name="KSO_WM_TEMPLATE_CATEGORY" val="custom"/>
  <p:tag name="KSO_WM_TEMPLATE_INDEX" val="20238096"/>
</p:tagLst>
</file>

<file path=ppt/tags/tag555.xml><?xml version="1.0" encoding="utf-8"?>
<p:tagLst xmlns:p="http://schemas.openxmlformats.org/presentationml/2006/main">
  <p:tag name="KSO_WM_BEAUTIFY_FLAG" val="#wm#"/>
  <p:tag name="KSO_WM_TEMPLATE_CATEGORY" val="custom"/>
  <p:tag name="KSO_WM_TEMPLATE_INDEX" val="20238096"/>
</p:tagLst>
</file>

<file path=ppt/tags/tag556.xml><?xml version="1.0" encoding="utf-8"?>
<p:tagLst xmlns:p="http://schemas.openxmlformats.org/presentationml/2006/main">
  <p:tag name="KSO_WM_BEAUTIFY_FLAG" val="#wm#"/>
  <p:tag name="KSO_WM_TEMPLATE_CATEGORY" val="custom"/>
  <p:tag name="KSO_WM_TEMPLATE_INDEX" val="20238096"/>
</p:tagLst>
</file>

<file path=ppt/tags/tag557.xml><?xml version="1.0" encoding="utf-8"?>
<p:tagLst xmlns:p="http://schemas.openxmlformats.org/presentationml/2006/main">
  <p:tag name="KSO_WM_BEAUTIFY_FLAG" val="#wm#"/>
  <p:tag name="KSO_WM_TEMPLATE_CATEGORY" val="custom"/>
  <p:tag name="KSO_WM_TEMPLATE_INDEX" val="20238096"/>
</p:tagLst>
</file>

<file path=ppt/tags/tag558.xml><?xml version="1.0" encoding="utf-8"?>
<p:tagLst xmlns:p="http://schemas.openxmlformats.org/presentationml/2006/main">
  <p:tag name="KSO_WM_BEAUTIFY_FLAG" val="#wm#"/>
  <p:tag name="KSO_WM_TEMPLATE_CATEGORY" val="custom"/>
  <p:tag name="KSO_WM_TEMPLATE_INDEX" val="20238096"/>
</p:tagLst>
</file>

<file path=ppt/tags/tag559.xml><?xml version="1.0" encoding="utf-8"?>
<p:tagLst xmlns:p="http://schemas.openxmlformats.org/presentationml/2006/main">
  <p:tag name="KSO_WM_BEAUTIFY_FLAG" val="#wm#"/>
  <p:tag name="KSO_WM_TEMPLATE_CATEGORY" val="custom"/>
  <p:tag name="KSO_WM_TEMPLATE_INDEX" val="20238096"/>
</p:tagLst>
</file>

<file path=ppt/tags/tag560.xml><?xml version="1.0" encoding="utf-8"?>
<p:tagLst xmlns:p="http://schemas.openxmlformats.org/presentationml/2006/main">
  <p:tag name="KSO_WM_BEAUTIFY_FLAG" val="#wm#"/>
  <p:tag name="KSO_WM_TEMPLATE_CATEGORY" val="custom"/>
  <p:tag name="KSO_WM_TEMPLATE_INDEX" val="20238096"/>
</p:tagLst>
</file>

<file path=ppt/tags/tag561.xml><?xml version="1.0" encoding="utf-8"?>
<p:tagLst xmlns:p="http://schemas.openxmlformats.org/presentationml/2006/main">
  <p:tag name="KSO_WM_BEAUTIFY_FLAG" val="#wm#"/>
  <p:tag name="KSO_WM_TEMPLATE_CATEGORY" val="custom"/>
  <p:tag name="KSO_WM_TEMPLATE_INDEX" val="20238096"/>
</p:tagLst>
</file>

<file path=ppt/tags/tag562.xml><?xml version="1.0" encoding="utf-8"?>
<p:tagLst xmlns:p="http://schemas.openxmlformats.org/presentationml/2006/main">
  <p:tag name="KSO_WM_BEAUTIFY_FLAG" val="#wm#"/>
  <p:tag name="KSO_WM_TEMPLATE_CATEGORY" val="custom"/>
  <p:tag name="KSO_WM_TEMPLATE_INDEX" val="20238096"/>
</p:tagLst>
</file>

<file path=ppt/tags/tag563.xml><?xml version="1.0" encoding="utf-8"?>
<p:tagLst xmlns:p="http://schemas.openxmlformats.org/presentationml/2006/main">
  <p:tag name="KSO_WM_BEAUTIFY_FLAG" val="#wm#"/>
  <p:tag name="KSO_WM_TEMPLATE_CATEGORY" val="custom"/>
  <p:tag name="KSO_WM_TEMPLATE_INDEX" val="20238096"/>
</p:tagLst>
</file>

<file path=ppt/tags/tag564.xml><?xml version="1.0" encoding="utf-8"?>
<p:tagLst xmlns:p="http://schemas.openxmlformats.org/presentationml/2006/main">
  <p:tag name="KSO_WM_BEAUTIFY_FLAG" val="#wm#"/>
  <p:tag name="KSO_WM_TEMPLATE_CATEGORY" val="custom"/>
  <p:tag name="KSO_WM_TEMPLATE_INDEX" val="20238096"/>
</p:tagLst>
</file>

<file path=ppt/tags/tag565.xml><?xml version="1.0" encoding="utf-8"?>
<p:tagLst xmlns:p="http://schemas.openxmlformats.org/presentationml/2006/main">
  <p:tag name="KSO_WM_BEAUTIFY_FLAG" val="#wm#"/>
  <p:tag name="KSO_WM_TEMPLATE_CATEGORY" val="custom"/>
  <p:tag name="KSO_WM_TEMPLATE_INDEX" val="20238096"/>
</p:tagLst>
</file>

<file path=ppt/tags/tag566.xml><?xml version="1.0" encoding="utf-8"?>
<p:tagLst xmlns:p="http://schemas.openxmlformats.org/presentationml/2006/main">
  <p:tag name="KSO_WM_BEAUTIFY_FLAG" val="#wm#"/>
  <p:tag name="KSO_WM_TEMPLATE_CATEGORY" val="custom"/>
  <p:tag name="KSO_WM_TEMPLATE_INDEX" val="20238096"/>
</p:tagLst>
</file>

<file path=ppt/tags/tag567.xml><?xml version="1.0" encoding="utf-8"?>
<p:tagLst xmlns:p="http://schemas.openxmlformats.org/presentationml/2006/main">
  <p:tag name="KSO_WM_BEAUTIFY_FLAG" val="#wm#"/>
  <p:tag name="KSO_WM_TEMPLATE_CATEGORY" val="custom"/>
  <p:tag name="KSO_WM_TEMPLATE_INDEX" val="20238096"/>
</p:tagLst>
</file>

<file path=ppt/tags/tag568.xml><?xml version="1.0" encoding="utf-8"?>
<p:tagLst xmlns:p="http://schemas.openxmlformats.org/presentationml/2006/main">
  <p:tag name="KSO_WM_BEAUTIFY_FLAG" val="#wm#"/>
  <p:tag name="KSO_WM_TEMPLATE_CATEGORY" val="custom"/>
  <p:tag name="KSO_WM_TEMPLATE_INDEX" val="20238096"/>
</p:tagLst>
</file>

<file path=ppt/tags/tag569.xml><?xml version="1.0" encoding="utf-8"?>
<p:tagLst xmlns:p="http://schemas.openxmlformats.org/presentationml/2006/main">
  <p:tag name="KSO_WM_BEAUTIFY_FLAG" val="#wm#"/>
  <p:tag name="KSO_WM_TEMPLATE_CATEGORY" val="custom"/>
  <p:tag name="KSO_WM_TEMPLATE_INDEX" val="20238096"/>
</p:tagLst>
</file>

<file path=ppt/tags/tag570.xml><?xml version="1.0" encoding="utf-8"?>
<p:tagLst xmlns:p="http://schemas.openxmlformats.org/presentationml/2006/main">
  <p:tag name="KSO_WM_BEAUTIFY_FLAG" val="#wm#"/>
  <p:tag name="KSO_WM_TEMPLATE_CATEGORY" val="custom"/>
  <p:tag name="KSO_WM_TEMPLATE_INDEX" val="20238096"/>
</p:tagLst>
</file>

<file path=ppt/tags/tag571.xml><?xml version="1.0" encoding="utf-8"?>
<p:tagLst xmlns:p="http://schemas.openxmlformats.org/presentationml/2006/main">
  <p:tag name="KSO_WM_BEAUTIFY_FLAG" val="#wm#"/>
  <p:tag name="KSO_WM_TEMPLATE_CATEGORY" val="custom"/>
  <p:tag name="KSO_WM_TEMPLATE_INDEX" val="20238096"/>
</p:tagLst>
</file>

<file path=ppt/tags/tag572.xml><?xml version="1.0" encoding="utf-8"?>
<p:tagLst xmlns:p="http://schemas.openxmlformats.org/presentationml/2006/main">
  <p:tag name="KSO_WM_BEAUTIFY_FLAG" val="#wm#"/>
  <p:tag name="KSO_WM_TEMPLATE_CATEGORY" val="custom"/>
  <p:tag name="KSO_WM_TEMPLATE_INDEX" val="20238096"/>
</p:tagLst>
</file>

<file path=ppt/tags/tag573.xml><?xml version="1.0" encoding="utf-8"?>
<p:tagLst xmlns:p="http://schemas.openxmlformats.org/presentationml/2006/main">
  <p:tag name="KSO_WM_BEAUTIFY_FLAG" val="#wm#"/>
  <p:tag name="KSO_WM_TEMPLATE_CATEGORY" val="custom"/>
  <p:tag name="KSO_WM_TEMPLATE_INDEX" val="20238096"/>
</p:tagLst>
</file>

<file path=ppt/tags/tag574.xml><?xml version="1.0" encoding="utf-8"?>
<p:tagLst xmlns:p="http://schemas.openxmlformats.org/presentationml/2006/main">
  <p:tag name="KSO_WM_BEAUTIFY_FLAG" val="#wm#"/>
  <p:tag name="KSO_WM_TEMPLATE_CATEGORY" val="custom"/>
  <p:tag name="KSO_WM_TEMPLATE_INDEX" val="20238096"/>
</p:tagLst>
</file>

<file path=ppt/tags/tag575.xml><?xml version="1.0" encoding="utf-8"?>
<p:tagLst xmlns:p="http://schemas.openxmlformats.org/presentationml/2006/main">
  <p:tag name="KSO_WM_BEAUTIFY_FLAG" val="#wm#"/>
  <p:tag name="KSO_WM_TEMPLATE_CATEGORY" val="custom"/>
  <p:tag name="KSO_WM_TEMPLATE_INDEX" val="20238096"/>
</p:tagLst>
</file>

<file path=ppt/tags/tag576.xml><?xml version="1.0" encoding="utf-8"?>
<p:tagLst xmlns:p="http://schemas.openxmlformats.org/presentationml/2006/main">
  <p:tag name="KSO_WM_BEAUTIFY_FLAG" val="#wm#"/>
  <p:tag name="KSO_WM_TEMPLATE_CATEGORY" val="custom"/>
  <p:tag name="KSO_WM_TEMPLATE_INDEX" val="20238096"/>
</p:tagLst>
</file>

<file path=ppt/theme/theme1.xml><?xml version="1.0" encoding="utf-8"?>
<a:theme xmlns:a="http://schemas.openxmlformats.org/drawingml/2006/main" name="Office Theme">
  <a:themeElements>
    <a:clrScheme name="2024.3.12-7">
      <a:dk1>
        <a:srgbClr val="333333"/>
      </a:dk1>
      <a:lt1>
        <a:srgbClr val="FFFFFF"/>
      </a:lt1>
      <a:dk2>
        <a:srgbClr val="111807"/>
      </a:dk2>
      <a:lt2>
        <a:srgbClr val="F7FFFB"/>
      </a:lt2>
      <a:accent1>
        <a:srgbClr val="8DC63F"/>
      </a:accent1>
      <a:accent2>
        <a:srgbClr val="D7DF23"/>
      </a:accent2>
      <a:accent3>
        <a:srgbClr val="00A44A"/>
      </a:accent3>
      <a:accent4>
        <a:srgbClr val="43B3C9"/>
      </a:accent4>
      <a:accent5>
        <a:srgbClr val="D74C3D"/>
      </a:accent5>
      <a:accent6>
        <a:srgbClr val="FFC715"/>
      </a:accent6>
      <a:hlink>
        <a:srgbClr val="304FFE"/>
      </a:hlink>
      <a:folHlink>
        <a:srgbClr val="492067"/>
      </a:folHlink>
    </a:clrScheme>
    <a:fontScheme name="传统">
      <a:majorFont>
        <a:latin typeface="Crimson Text SemiBold"/>
        <a:ea typeface="Crimson Text SemiBold"/>
        <a:cs typeface=""/>
      </a:majorFont>
      <a:minorFont>
        <a:latin typeface="Charis SIL"/>
        <a:ea typeface="Charis SI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normAutofit/>
      </a:bodyPr>
      <a:lstStyle>
        <a:defPPr algn="l">
          <a:lnSpc>
            <a:spcPct val="140000"/>
          </a:lnSpc>
          <a:defRPr sz="2400" kern="100" dirty="0">
            <a:effectLst/>
            <a:latin typeface="+mn-ea"/>
            <a:cs typeface="江城圆体 400W" panose="020B0500000000000000" pitchFamily="34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2024.3.12-7">
      <a:dk1>
        <a:srgbClr val="333333"/>
      </a:dk1>
      <a:lt1>
        <a:srgbClr val="FFFFFF"/>
      </a:lt1>
      <a:dk2>
        <a:srgbClr val="111807"/>
      </a:dk2>
      <a:lt2>
        <a:srgbClr val="F7FFFB"/>
      </a:lt2>
      <a:accent1>
        <a:srgbClr val="8DC63F"/>
      </a:accent1>
      <a:accent2>
        <a:srgbClr val="D7DF23"/>
      </a:accent2>
      <a:accent3>
        <a:srgbClr val="00A44A"/>
      </a:accent3>
      <a:accent4>
        <a:srgbClr val="43B3C9"/>
      </a:accent4>
      <a:accent5>
        <a:srgbClr val="D74C3D"/>
      </a:accent5>
      <a:accent6>
        <a:srgbClr val="FFC715"/>
      </a:accent6>
      <a:hlink>
        <a:srgbClr val="304FFE"/>
      </a:hlink>
      <a:folHlink>
        <a:srgbClr val="492067"/>
      </a:folHlink>
    </a:clrScheme>
    <a:fontScheme name="传统">
      <a:majorFont>
        <a:latin typeface="Crimson Text SemiBold"/>
        <a:ea typeface="Crimson Text SemiBold"/>
        <a:cs typeface=""/>
      </a:majorFont>
      <a:minorFont>
        <a:latin typeface="Charis SIL"/>
        <a:ea typeface="Charis SI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normAutofit/>
      </a:bodyPr>
      <a:lstStyle>
        <a:defPPr algn="l">
          <a:lnSpc>
            <a:spcPct val="140000"/>
          </a:lnSpc>
          <a:defRPr sz="2400" kern="100" dirty="0">
            <a:effectLst/>
            <a:latin typeface="+mn-ea"/>
            <a:cs typeface="江城圆体 400W" panose="020B0500000000000000" pitchFamily="34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Office Theme">
  <a:themeElements>
    <a:clrScheme name="2024.3.12-7">
      <a:dk1>
        <a:srgbClr val="333333"/>
      </a:dk1>
      <a:lt1>
        <a:srgbClr val="FFFFFF"/>
      </a:lt1>
      <a:dk2>
        <a:srgbClr val="111807"/>
      </a:dk2>
      <a:lt2>
        <a:srgbClr val="F7FFFB"/>
      </a:lt2>
      <a:accent1>
        <a:srgbClr val="8DC63F"/>
      </a:accent1>
      <a:accent2>
        <a:srgbClr val="D7DF23"/>
      </a:accent2>
      <a:accent3>
        <a:srgbClr val="00A44A"/>
      </a:accent3>
      <a:accent4>
        <a:srgbClr val="43B3C9"/>
      </a:accent4>
      <a:accent5>
        <a:srgbClr val="D74C3D"/>
      </a:accent5>
      <a:accent6>
        <a:srgbClr val="FFC715"/>
      </a:accent6>
      <a:hlink>
        <a:srgbClr val="304FFE"/>
      </a:hlink>
      <a:folHlink>
        <a:srgbClr val="492067"/>
      </a:folHlink>
    </a:clrScheme>
    <a:fontScheme name="传统">
      <a:majorFont>
        <a:latin typeface="Crimson Text SemiBold"/>
        <a:ea typeface="Crimson Text SemiBold"/>
        <a:cs typeface=""/>
      </a:majorFont>
      <a:minorFont>
        <a:latin typeface="Charis SIL"/>
        <a:ea typeface="Charis SI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normAutofit/>
      </a:bodyPr>
      <a:lstStyle>
        <a:defPPr algn="l">
          <a:lnSpc>
            <a:spcPct val="140000"/>
          </a:lnSpc>
          <a:defRPr sz="2400" kern="100" dirty="0">
            <a:effectLst/>
            <a:latin typeface="+mn-ea"/>
            <a:cs typeface="江城圆体 400W" panose="020B0500000000000000" pitchFamily="34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Office Theme">
  <a:themeElements>
    <a:clrScheme name="2024.3.12-7">
      <a:dk1>
        <a:srgbClr val="333333"/>
      </a:dk1>
      <a:lt1>
        <a:srgbClr val="FFFFFF"/>
      </a:lt1>
      <a:dk2>
        <a:srgbClr val="111807"/>
      </a:dk2>
      <a:lt2>
        <a:srgbClr val="F7FFFB"/>
      </a:lt2>
      <a:accent1>
        <a:srgbClr val="8DC63F"/>
      </a:accent1>
      <a:accent2>
        <a:srgbClr val="D7DF23"/>
      </a:accent2>
      <a:accent3>
        <a:srgbClr val="00A44A"/>
      </a:accent3>
      <a:accent4>
        <a:srgbClr val="43B3C9"/>
      </a:accent4>
      <a:accent5>
        <a:srgbClr val="D74C3D"/>
      </a:accent5>
      <a:accent6>
        <a:srgbClr val="FFC715"/>
      </a:accent6>
      <a:hlink>
        <a:srgbClr val="304FFE"/>
      </a:hlink>
      <a:folHlink>
        <a:srgbClr val="492067"/>
      </a:folHlink>
    </a:clrScheme>
    <a:fontScheme name="传统">
      <a:majorFont>
        <a:latin typeface="Crimson Text SemiBold"/>
        <a:ea typeface="Crimson Text SemiBold"/>
        <a:cs typeface=""/>
      </a:majorFont>
      <a:minorFont>
        <a:latin typeface="Charis SIL"/>
        <a:ea typeface="Charis SI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normAutofit/>
      </a:bodyPr>
      <a:lstStyle>
        <a:defPPr algn="l">
          <a:lnSpc>
            <a:spcPct val="140000"/>
          </a:lnSpc>
          <a:defRPr sz="2400" kern="100" dirty="0">
            <a:effectLst/>
            <a:latin typeface="+mn-ea"/>
            <a:cs typeface="江城圆体 400W" panose="020B0500000000000000" pitchFamily="34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4_Office Theme">
  <a:themeElements>
    <a:clrScheme name="2024.3.12-7">
      <a:dk1>
        <a:srgbClr val="333333"/>
      </a:dk1>
      <a:lt1>
        <a:srgbClr val="FFFFFF"/>
      </a:lt1>
      <a:dk2>
        <a:srgbClr val="111807"/>
      </a:dk2>
      <a:lt2>
        <a:srgbClr val="F7FFFB"/>
      </a:lt2>
      <a:accent1>
        <a:srgbClr val="8DC63F"/>
      </a:accent1>
      <a:accent2>
        <a:srgbClr val="D7DF23"/>
      </a:accent2>
      <a:accent3>
        <a:srgbClr val="00A44A"/>
      </a:accent3>
      <a:accent4>
        <a:srgbClr val="43B3C9"/>
      </a:accent4>
      <a:accent5>
        <a:srgbClr val="D74C3D"/>
      </a:accent5>
      <a:accent6>
        <a:srgbClr val="FFC715"/>
      </a:accent6>
      <a:hlink>
        <a:srgbClr val="304FFE"/>
      </a:hlink>
      <a:folHlink>
        <a:srgbClr val="492067"/>
      </a:folHlink>
    </a:clrScheme>
    <a:fontScheme name="传统">
      <a:majorFont>
        <a:latin typeface="Crimson Text SemiBold"/>
        <a:ea typeface="Crimson Text SemiBold"/>
        <a:cs typeface=""/>
      </a:majorFont>
      <a:minorFont>
        <a:latin typeface="Charis SIL"/>
        <a:ea typeface="Charis SI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normAutofit/>
      </a:bodyPr>
      <a:lstStyle>
        <a:defPPr algn="l">
          <a:lnSpc>
            <a:spcPct val="140000"/>
          </a:lnSpc>
          <a:defRPr sz="2400" kern="100" dirty="0">
            <a:effectLst/>
            <a:latin typeface="+mn-ea"/>
            <a:cs typeface="江城圆体 400W" panose="020B0500000000000000" pitchFamily="34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5_Office Theme">
  <a:themeElements>
    <a:clrScheme name="2024.3.12-7">
      <a:dk1>
        <a:srgbClr val="333333"/>
      </a:dk1>
      <a:lt1>
        <a:srgbClr val="FFFFFF"/>
      </a:lt1>
      <a:dk2>
        <a:srgbClr val="111807"/>
      </a:dk2>
      <a:lt2>
        <a:srgbClr val="F7FFFB"/>
      </a:lt2>
      <a:accent1>
        <a:srgbClr val="8DC63F"/>
      </a:accent1>
      <a:accent2>
        <a:srgbClr val="D7DF23"/>
      </a:accent2>
      <a:accent3>
        <a:srgbClr val="00A44A"/>
      </a:accent3>
      <a:accent4>
        <a:srgbClr val="43B3C9"/>
      </a:accent4>
      <a:accent5>
        <a:srgbClr val="D74C3D"/>
      </a:accent5>
      <a:accent6>
        <a:srgbClr val="FFC715"/>
      </a:accent6>
      <a:hlink>
        <a:srgbClr val="304FFE"/>
      </a:hlink>
      <a:folHlink>
        <a:srgbClr val="492067"/>
      </a:folHlink>
    </a:clrScheme>
    <a:fontScheme name="传统">
      <a:majorFont>
        <a:latin typeface="Crimson Text SemiBold"/>
        <a:ea typeface="Crimson Text SemiBold"/>
        <a:cs typeface=""/>
      </a:majorFont>
      <a:minorFont>
        <a:latin typeface="Charis SIL"/>
        <a:ea typeface="Charis SI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normAutofit/>
      </a:bodyPr>
      <a:lstStyle>
        <a:defPPr algn="l">
          <a:lnSpc>
            <a:spcPct val="140000"/>
          </a:lnSpc>
          <a:defRPr sz="2400" kern="100" dirty="0">
            <a:effectLst/>
            <a:latin typeface="+mn-ea"/>
            <a:cs typeface="江城圆体 400W" panose="020B0500000000000000" pitchFamily="34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6_Office Theme">
  <a:themeElements>
    <a:clrScheme name="2024.3.12-7">
      <a:dk1>
        <a:srgbClr val="333333"/>
      </a:dk1>
      <a:lt1>
        <a:srgbClr val="FFFFFF"/>
      </a:lt1>
      <a:dk2>
        <a:srgbClr val="111807"/>
      </a:dk2>
      <a:lt2>
        <a:srgbClr val="F7FFFB"/>
      </a:lt2>
      <a:accent1>
        <a:srgbClr val="8DC63F"/>
      </a:accent1>
      <a:accent2>
        <a:srgbClr val="D7DF23"/>
      </a:accent2>
      <a:accent3>
        <a:srgbClr val="00A44A"/>
      </a:accent3>
      <a:accent4>
        <a:srgbClr val="43B3C9"/>
      </a:accent4>
      <a:accent5>
        <a:srgbClr val="D74C3D"/>
      </a:accent5>
      <a:accent6>
        <a:srgbClr val="FFC715"/>
      </a:accent6>
      <a:hlink>
        <a:srgbClr val="304FFE"/>
      </a:hlink>
      <a:folHlink>
        <a:srgbClr val="492067"/>
      </a:folHlink>
    </a:clrScheme>
    <a:fontScheme name="传统">
      <a:majorFont>
        <a:latin typeface="Crimson Text SemiBold"/>
        <a:ea typeface="Crimson Text SemiBold"/>
        <a:cs typeface=""/>
      </a:majorFont>
      <a:minorFont>
        <a:latin typeface="Charis SIL"/>
        <a:ea typeface="Charis SI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normAutofit/>
      </a:bodyPr>
      <a:lstStyle>
        <a:defPPr algn="l">
          <a:lnSpc>
            <a:spcPct val="140000"/>
          </a:lnSpc>
          <a:defRPr sz="2400" kern="100" dirty="0">
            <a:effectLst/>
            <a:latin typeface="+mn-ea"/>
            <a:cs typeface="江城圆体 400W" panose="020B0500000000000000" pitchFamily="34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7_Office Theme">
  <a:themeElements>
    <a:clrScheme name="2024.3.12-7">
      <a:dk1>
        <a:srgbClr val="333333"/>
      </a:dk1>
      <a:lt1>
        <a:srgbClr val="FFFFFF"/>
      </a:lt1>
      <a:dk2>
        <a:srgbClr val="111807"/>
      </a:dk2>
      <a:lt2>
        <a:srgbClr val="F7FFFB"/>
      </a:lt2>
      <a:accent1>
        <a:srgbClr val="8DC63F"/>
      </a:accent1>
      <a:accent2>
        <a:srgbClr val="D7DF23"/>
      </a:accent2>
      <a:accent3>
        <a:srgbClr val="00A44A"/>
      </a:accent3>
      <a:accent4>
        <a:srgbClr val="43B3C9"/>
      </a:accent4>
      <a:accent5>
        <a:srgbClr val="D74C3D"/>
      </a:accent5>
      <a:accent6>
        <a:srgbClr val="FFC715"/>
      </a:accent6>
      <a:hlink>
        <a:srgbClr val="304FFE"/>
      </a:hlink>
      <a:folHlink>
        <a:srgbClr val="492067"/>
      </a:folHlink>
    </a:clrScheme>
    <a:fontScheme name="传统">
      <a:majorFont>
        <a:latin typeface="Crimson Text SemiBold"/>
        <a:ea typeface="Crimson Text SemiBold"/>
        <a:cs typeface=""/>
      </a:majorFont>
      <a:minorFont>
        <a:latin typeface="Charis SIL"/>
        <a:ea typeface="Charis SI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normAutofit/>
      </a:bodyPr>
      <a:lstStyle>
        <a:defPPr algn="l">
          <a:lnSpc>
            <a:spcPct val="140000"/>
          </a:lnSpc>
          <a:defRPr sz="2400" kern="100" dirty="0">
            <a:effectLst/>
            <a:latin typeface="+mn-ea"/>
            <a:cs typeface="江城圆体 400W" panose="020B0500000000000000" pitchFamily="34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8_Office Theme">
  <a:themeElements>
    <a:clrScheme name="2024.3.12-7">
      <a:dk1>
        <a:srgbClr val="333333"/>
      </a:dk1>
      <a:lt1>
        <a:srgbClr val="FFFFFF"/>
      </a:lt1>
      <a:dk2>
        <a:srgbClr val="111807"/>
      </a:dk2>
      <a:lt2>
        <a:srgbClr val="F7FFFB"/>
      </a:lt2>
      <a:accent1>
        <a:srgbClr val="8DC63F"/>
      </a:accent1>
      <a:accent2>
        <a:srgbClr val="D7DF23"/>
      </a:accent2>
      <a:accent3>
        <a:srgbClr val="00A44A"/>
      </a:accent3>
      <a:accent4>
        <a:srgbClr val="43B3C9"/>
      </a:accent4>
      <a:accent5>
        <a:srgbClr val="D74C3D"/>
      </a:accent5>
      <a:accent6>
        <a:srgbClr val="FFC715"/>
      </a:accent6>
      <a:hlink>
        <a:srgbClr val="304FFE"/>
      </a:hlink>
      <a:folHlink>
        <a:srgbClr val="492067"/>
      </a:folHlink>
    </a:clrScheme>
    <a:fontScheme name="传统">
      <a:majorFont>
        <a:latin typeface="Crimson Text SemiBold"/>
        <a:ea typeface="Crimson Text SemiBold"/>
        <a:cs typeface=""/>
      </a:majorFont>
      <a:minorFont>
        <a:latin typeface="Charis SIL"/>
        <a:ea typeface="Charis SI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normAutofit/>
      </a:bodyPr>
      <a:lstStyle>
        <a:defPPr algn="l">
          <a:lnSpc>
            <a:spcPct val="140000"/>
          </a:lnSpc>
          <a:defRPr sz="2400" kern="100" dirty="0">
            <a:effectLst/>
            <a:latin typeface="+mn-ea"/>
            <a:cs typeface="江城圆体 400W" panose="020B0500000000000000" pitchFamily="34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9_Office Theme">
  <a:themeElements>
    <a:clrScheme name="2024.3.12-7">
      <a:dk1>
        <a:srgbClr val="333333"/>
      </a:dk1>
      <a:lt1>
        <a:srgbClr val="FFFFFF"/>
      </a:lt1>
      <a:dk2>
        <a:srgbClr val="111807"/>
      </a:dk2>
      <a:lt2>
        <a:srgbClr val="F7FFFB"/>
      </a:lt2>
      <a:accent1>
        <a:srgbClr val="8DC63F"/>
      </a:accent1>
      <a:accent2>
        <a:srgbClr val="D7DF23"/>
      </a:accent2>
      <a:accent3>
        <a:srgbClr val="00A44A"/>
      </a:accent3>
      <a:accent4>
        <a:srgbClr val="43B3C9"/>
      </a:accent4>
      <a:accent5>
        <a:srgbClr val="D74C3D"/>
      </a:accent5>
      <a:accent6>
        <a:srgbClr val="FFC715"/>
      </a:accent6>
      <a:hlink>
        <a:srgbClr val="304FFE"/>
      </a:hlink>
      <a:folHlink>
        <a:srgbClr val="492067"/>
      </a:folHlink>
    </a:clrScheme>
    <a:fontScheme name="传统">
      <a:majorFont>
        <a:latin typeface="Crimson Text SemiBold"/>
        <a:ea typeface="Crimson Text SemiBold"/>
        <a:cs typeface=""/>
      </a:majorFont>
      <a:minorFont>
        <a:latin typeface="Charis SIL"/>
        <a:ea typeface="Charis SI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normAutofit/>
      </a:bodyPr>
      <a:lstStyle>
        <a:defPPr algn="l">
          <a:lnSpc>
            <a:spcPct val="140000"/>
          </a:lnSpc>
          <a:defRPr sz="2400" kern="100" dirty="0">
            <a:effectLst/>
            <a:latin typeface="+mn-ea"/>
            <a:cs typeface="江城圆体 400W" panose="020B0500000000000000" pitchFamily="34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10_Office Theme">
  <a:themeElements>
    <a:clrScheme name="2024.3.12-7">
      <a:dk1>
        <a:srgbClr val="333333"/>
      </a:dk1>
      <a:lt1>
        <a:srgbClr val="FFFFFF"/>
      </a:lt1>
      <a:dk2>
        <a:srgbClr val="111807"/>
      </a:dk2>
      <a:lt2>
        <a:srgbClr val="F7FFFB"/>
      </a:lt2>
      <a:accent1>
        <a:srgbClr val="8DC63F"/>
      </a:accent1>
      <a:accent2>
        <a:srgbClr val="D7DF23"/>
      </a:accent2>
      <a:accent3>
        <a:srgbClr val="00A44A"/>
      </a:accent3>
      <a:accent4>
        <a:srgbClr val="43B3C9"/>
      </a:accent4>
      <a:accent5>
        <a:srgbClr val="D74C3D"/>
      </a:accent5>
      <a:accent6>
        <a:srgbClr val="FFC715"/>
      </a:accent6>
      <a:hlink>
        <a:srgbClr val="304FFE"/>
      </a:hlink>
      <a:folHlink>
        <a:srgbClr val="492067"/>
      </a:folHlink>
    </a:clrScheme>
    <a:fontScheme name="传统">
      <a:majorFont>
        <a:latin typeface="Crimson Text SemiBold"/>
        <a:ea typeface="Crimson Text SemiBold"/>
        <a:cs typeface=""/>
      </a:majorFont>
      <a:minorFont>
        <a:latin typeface="Charis SIL"/>
        <a:ea typeface="Charis SI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normAutofit/>
      </a:bodyPr>
      <a:lstStyle>
        <a:defPPr algn="l">
          <a:lnSpc>
            <a:spcPct val="140000"/>
          </a:lnSpc>
          <a:defRPr sz="2400" kern="100" dirty="0">
            <a:effectLst/>
            <a:latin typeface="+mn-ea"/>
            <a:cs typeface="江城圆体 400W" panose="020B0500000000000000" pitchFamily="34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11_Office Theme">
  <a:themeElements>
    <a:clrScheme name="2024.3.12-7">
      <a:dk1>
        <a:srgbClr val="333333"/>
      </a:dk1>
      <a:lt1>
        <a:srgbClr val="FFFFFF"/>
      </a:lt1>
      <a:dk2>
        <a:srgbClr val="111807"/>
      </a:dk2>
      <a:lt2>
        <a:srgbClr val="F7FFFB"/>
      </a:lt2>
      <a:accent1>
        <a:srgbClr val="8DC63F"/>
      </a:accent1>
      <a:accent2>
        <a:srgbClr val="D7DF23"/>
      </a:accent2>
      <a:accent3>
        <a:srgbClr val="00A44A"/>
      </a:accent3>
      <a:accent4>
        <a:srgbClr val="43B3C9"/>
      </a:accent4>
      <a:accent5>
        <a:srgbClr val="D74C3D"/>
      </a:accent5>
      <a:accent6>
        <a:srgbClr val="FFC715"/>
      </a:accent6>
      <a:hlink>
        <a:srgbClr val="304FFE"/>
      </a:hlink>
      <a:folHlink>
        <a:srgbClr val="492067"/>
      </a:folHlink>
    </a:clrScheme>
    <a:fontScheme name="传统">
      <a:majorFont>
        <a:latin typeface="Crimson Text SemiBold"/>
        <a:ea typeface="Crimson Text SemiBold"/>
        <a:cs typeface=""/>
      </a:majorFont>
      <a:minorFont>
        <a:latin typeface="Charis SIL"/>
        <a:ea typeface="Charis SI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normAutofit/>
      </a:bodyPr>
      <a:lstStyle>
        <a:defPPr algn="l">
          <a:lnSpc>
            <a:spcPct val="140000"/>
          </a:lnSpc>
          <a:defRPr sz="2400" kern="100" dirty="0">
            <a:effectLst/>
            <a:latin typeface="+mn-ea"/>
            <a:cs typeface="江城圆体 400W" panose="020B0500000000000000" pitchFamily="34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3.xml><?xml version="1.0" encoding="utf-8"?>
<a:theme xmlns:a="http://schemas.openxmlformats.org/drawingml/2006/main" name="12_Office Theme">
  <a:themeElements>
    <a:clrScheme name="2024.3.12-7">
      <a:dk1>
        <a:srgbClr val="333333"/>
      </a:dk1>
      <a:lt1>
        <a:srgbClr val="FFFFFF"/>
      </a:lt1>
      <a:dk2>
        <a:srgbClr val="111807"/>
      </a:dk2>
      <a:lt2>
        <a:srgbClr val="F7FFFB"/>
      </a:lt2>
      <a:accent1>
        <a:srgbClr val="8DC63F"/>
      </a:accent1>
      <a:accent2>
        <a:srgbClr val="D7DF23"/>
      </a:accent2>
      <a:accent3>
        <a:srgbClr val="00A44A"/>
      </a:accent3>
      <a:accent4>
        <a:srgbClr val="43B3C9"/>
      </a:accent4>
      <a:accent5>
        <a:srgbClr val="D74C3D"/>
      </a:accent5>
      <a:accent6>
        <a:srgbClr val="FFC715"/>
      </a:accent6>
      <a:hlink>
        <a:srgbClr val="304FFE"/>
      </a:hlink>
      <a:folHlink>
        <a:srgbClr val="492067"/>
      </a:folHlink>
    </a:clrScheme>
    <a:fontScheme name="传统">
      <a:majorFont>
        <a:latin typeface="Crimson Text SemiBold"/>
        <a:ea typeface="Crimson Text SemiBold"/>
        <a:cs typeface=""/>
      </a:majorFont>
      <a:minorFont>
        <a:latin typeface="Charis SIL"/>
        <a:ea typeface="Charis SI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normAutofit/>
      </a:bodyPr>
      <a:lstStyle>
        <a:defPPr algn="l">
          <a:lnSpc>
            <a:spcPct val="140000"/>
          </a:lnSpc>
          <a:defRPr sz="2400" kern="100" dirty="0">
            <a:effectLst/>
            <a:latin typeface="+mn-ea"/>
            <a:cs typeface="江城圆体 400W" panose="020B0500000000000000" pitchFamily="34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4.xml><?xml version="1.0" encoding="utf-8"?>
<a:theme xmlns:a="http://schemas.openxmlformats.org/drawingml/2006/main" name="13_Office Theme">
  <a:themeElements>
    <a:clrScheme name="2024.3.12-7">
      <a:dk1>
        <a:srgbClr val="333333"/>
      </a:dk1>
      <a:lt1>
        <a:srgbClr val="FFFFFF"/>
      </a:lt1>
      <a:dk2>
        <a:srgbClr val="111807"/>
      </a:dk2>
      <a:lt2>
        <a:srgbClr val="F7FFFB"/>
      </a:lt2>
      <a:accent1>
        <a:srgbClr val="8DC63F"/>
      </a:accent1>
      <a:accent2>
        <a:srgbClr val="D7DF23"/>
      </a:accent2>
      <a:accent3>
        <a:srgbClr val="00A44A"/>
      </a:accent3>
      <a:accent4>
        <a:srgbClr val="43B3C9"/>
      </a:accent4>
      <a:accent5>
        <a:srgbClr val="D74C3D"/>
      </a:accent5>
      <a:accent6>
        <a:srgbClr val="FFC715"/>
      </a:accent6>
      <a:hlink>
        <a:srgbClr val="304FFE"/>
      </a:hlink>
      <a:folHlink>
        <a:srgbClr val="492067"/>
      </a:folHlink>
    </a:clrScheme>
    <a:fontScheme name="传统">
      <a:majorFont>
        <a:latin typeface="Crimson Text SemiBold"/>
        <a:ea typeface="Crimson Text SemiBold"/>
        <a:cs typeface=""/>
      </a:majorFont>
      <a:minorFont>
        <a:latin typeface="Charis SIL"/>
        <a:ea typeface="Charis SI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normAutofit/>
      </a:bodyPr>
      <a:lstStyle>
        <a:defPPr algn="l">
          <a:lnSpc>
            <a:spcPct val="140000"/>
          </a:lnSpc>
          <a:defRPr sz="2400" kern="100" dirty="0">
            <a:effectLst/>
            <a:latin typeface="+mn-ea"/>
            <a:cs typeface="江城圆体 400W" panose="020B0500000000000000" pitchFamily="34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5.xml><?xml version="1.0" encoding="utf-8"?>
<a:theme xmlns:a="http://schemas.openxmlformats.org/drawingml/2006/main" name="14_Office Theme">
  <a:themeElements>
    <a:clrScheme name="2024.3.12-7">
      <a:dk1>
        <a:srgbClr val="333333"/>
      </a:dk1>
      <a:lt1>
        <a:srgbClr val="FFFFFF"/>
      </a:lt1>
      <a:dk2>
        <a:srgbClr val="111807"/>
      </a:dk2>
      <a:lt2>
        <a:srgbClr val="F7FFFB"/>
      </a:lt2>
      <a:accent1>
        <a:srgbClr val="8DC63F"/>
      </a:accent1>
      <a:accent2>
        <a:srgbClr val="D7DF23"/>
      </a:accent2>
      <a:accent3>
        <a:srgbClr val="00A44A"/>
      </a:accent3>
      <a:accent4>
        <a:srgbClr val="43B3C9"/>
      </a:accent4>
      <a:accent5>
        <a:srgbClr val="D74C3D"/>
      </a:accent5>
      <a:accent6>
        <a:srgbClr val="FFC715"/>
      </a:accent6>
      <a:hlink>
        <a:srgbClr val="304FFE"/>
      </a:hlink>
      <a:folHlink>
        <a:srgbClr val="492067"/>
      </a:folHlink>
    </a:clrScheme>
    <a:fontScheme name="传统">
      <a:majorFont>
        <a:latin typeface="Crimson Text SemiBold"/>
        <a:ea typeface="Crimson Text SemiBold"/>
        <a:cs typeface=""/>
      </a:majorFont>
      <a:minorFont>
        <a:latin typeface="Charis SIL"/>
        <a:ea typeface="Charis SI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normAutofit/>
      </a:bodyPr>
      <a:lstStyle>
        <a:defPPr algn="l">
          <a:lnSpc>
            <a:spcPct val="140000"/>
          </a:lnSpc>
          <a:defRPr sz="2400" kern="100" dirty="0">
            <a:effectLst/>
            <a:latin typeface="+mn-ea"/>
            <a:cs typeface="江城圆体 400W" panose="020B0500000000000000" pitchFamily="34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6.xml><?xml version="1.0" encoding="utf-8"?>
<a:theme xmlns:a="http://schemas.openxmlformats.org/drawingml/2006/main" name="15_Office Theme">
  <a:themeElements>
    <a:clrScheme name="2024.3.12-7">
      <a:dk1>
        <a:srgbClr val="333333"/>
      </a:dk1>
      <a:lt1>
        <a:srgbClr val="FFFFFF"/>
      </a:lt1>
      <a:dk2>
        <a:srgbClr val="111807"/>
      </a:dk2>
      <a:lt2>
        <a:srgbClr val="F7FFFB"/>
      </a:lt2>
      <a:accent1>
        <a:srgbClr val="8DC63F"/>
      </a:accent1>
      <a:accent2>
        <a:srgbClr val="D7DF23"/>
      </a:accent2>
      <a:accent3>
        <a:srgbClr val="00A44A"/>
      </a:accent3>
      <a:accent4>
        <a:srgbClr val="43B3C9"/>
      </a:accent4>
      <a:accent5>
        <a:srgbClr val="D74C3D"/>
      </a:accent5>
      <a:accent6>
        <a:srgbClr val="FFC715"/>
      </a:accent6>
      <a:hlink>
        <a:srgbClr val="304FFE"/>
      </a:hlink>
      <a:folHlink>
        <a:srgbClr val="492067"/>
      </a:folHlink>
    </a:clrScheme>
    <a:fontScheme name="传统">
      <a:majorFont>
        <a:latin typeface="Crimson Text SemiBold"/>
        <a:ea typeface="Crimson Text SemiBold"/>
        <a:cs typeface=""/>
      </a:majorFont>
      <a:minorFont>
        <a:latin typeface="Charis SIL"/>
        <a:ea typeface="Charis SI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normAutofit/>
      </a:bodyPr>
      <a:lstStyle>
        <a:defPPr algn="l">
          <a:lnSpc>
            <a:spcPct val="140000"/>
          </a:lnSpc>
          <a:defRPr sz="2400" kern="100" dirty="0">
            <a:effectLst/>
            <a:latin typeface="+mn-ea"/>
            <a:cs typeface="江城圆体 400W" panose="020B0500000000000000" pitchFamily="34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7083</Words>
  <Application>WPS Presentation</Application>
  <PresentationFormat>Widescreen</PresentationFormat>
  <Paragraphs>251</Paragraphs>
  <Slides>29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16</vt:i4>
      </vt:variant>
      <vt:variant>
        <vt:lpstr>幻灯片标题</vt:lpstr>
      </vt:variant>
      <vt:variant>
        <vt:i4>29</vt:i4>
      </vt:variant>
    </vt:vector>
  </HeadingPairs>
  <TitlesOfParts>
    <vt:vector size="54" baseType="lpstr">
      <vt:lpstr>Arial</vt:lpstr>
      <vt:lpstr>SimSun</vt:lpstr>
      <vt:lpstr>Wingdings</vt:lpstr>
      <vt:lpstr>江城圆体 400W</vt:lpstr>
      <vt:lpstr>Charis SIL</vt:lpstr>
      <vt:lpstr>Crimson Text SemiBold</vt:lpstr>
      <vt:lpstr>Microsoft YaHei</vt:lpstr>
      <vt:lpstr>Arial Unicode MS</vt:lpstr>
      <vt:lpstr>Calibri</vt:lpstr>
      <vt:lpstr>Office Theme</vt:lpstr>
      <vt:lpstr>1_Office Theme</vt:lpstr>
      <vt:lpstr>2_Office Theme</vt:lpstr>
      <vt:lpstr>3_Office Theme</vt:lpstr>
      <vt:lpstr>4_Office Theme</vt:lpstr>
      <vt:lpstr>5_Office Theme</vt:lpstr>
      <vt:lpstr>6_Office Theme</vt:lpstr>
      <vt:lpstr>7_Office Theme</vt:lpstr>
      <vt:lpstr>8_Office Theme</vt:lpstr>
      <vt:lpstr>9_Office Theme</vt:lpstr>
      <vt:lpstr>10_Office Theme</vt:lpstr>
      <vt:lpstr>11_Office Theme</vt:lpstr>
      <vt:lpstr>12_Office Theme</vt:lpstr>
      <vt:lpstr>13_Office Theme</vt:lpstr>
      <vt:lpstr>14_Office Theme</vt:lpstr>
      <vt:lpstr>15_Office Theme</vt:lpstr>
      <vt:lpstr>CONDITIONAL CONTROL</vt:lpstr>
      <vt:lpstr>The if / else if / else</vt:lpstr>
      <vt:lpstr>Example</vt:lpstr>
      <vt:lpstr>The if / else if / else</vt:lpstr>
      <vt:lpstr>The Mechanics</vt:lpstr>
      <vt:lpstr>Example</vt:lpstr>
      <vt:lpstr>The if / else if / else</vt:lpstr>
      <vt:lpstr>Example</vt:lpstr>
      <vt:lpstr>The Fix</vt:lpstr>
      <vt:lpstr>The if / else if / else</vt:lpstr>
      <vt:lpstr> The Mechanics</vt:lpstr>
      <vt:lpstr>Example</vt:lpstr>
      <vt:lpstr>The Fix</vt:lpstr>
      <vt:lpstr>The if / else if / else</vt:lpstr>
      <vt:lpstr>The Mechanics</vt:lpstr>
      <vt:lpstr>Famous Real-World Example (Apple's goto fail Bug)</vt:lpstr>
      <vt:lpstr> The Fix</vt:lpstr>
      <vt:lpstr>The if / else if / else</vt:lpstr>
      <vt:lpstr>The Mechanics</vt:lpstr>
      <vt:lpstr>Example</vt:lpstr>
      <vt:lpstr>The Fix</vt:lpstr>
      <vt:lpstr>The if / else if / else</vt:lpstr>
      <vt:lpstr>The Mechanics</vt:lpstr>
      <vt:lpstr>Example</vt:lpstr>
      <vt:lpstr>The Fix</vt:lpstr>
      <vt:lpstr>The if / else if / else</vt:lpstr>
      <vt:lpstr>The Mechanics</vt:lpstr>
      <vt:lpstr>How the Compiler Sees It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CONDITIONAL CONTROL</dc:title>
  <dc:creator/>
  <cp:lastModifiedBy>chatbotislive</cp:lastModifiedBy>
  <cp:revision>4</cp:revision>
  <dcterms:created xsi:type="dcterms:W3CDTF">2026-06-26T11:31:00Z</dcterms:created>
  <dcterms:modified xsi:type="dcterms:W3CDTF">2026-06-26T19:38:49Z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1033-12.1.0.26880</vt:lpwstr>
  </property>
  <property fmtid="{D5CDD505-2E9C-101B-9397-08002B2CF9AE}" pid="3" name="ICV">
    <vt:lpwstr>7B716D3E749A4496874D386DC3002A9B_12</vt:lpwstr>
  </property>
</Properties>
</file>