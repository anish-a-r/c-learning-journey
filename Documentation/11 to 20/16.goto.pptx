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257" r:id="rId3"/>
    <p:sldId id="259" r:id="rId5"/>
    <p:sldId id="260" r:id="rId6"/>
    <p:sldId id="261" r:id="rId7"/>
    <p:sldId id="263" r:id="rId8"/>
    <p:sldId id="264" r:id="rId9"/>
    <p:sldId id="272" r:id="rId10"/>
    <p:sldId id="265" r:id="rId11"/>
    <p:sldId id="273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7" Type="http://schemas.openxmlformats.org/officeDocument/2006/relationships/image" Target="../media/image1.png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810" y="0"/>
            <a:ext cx="12188190" cy="685736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859155" y="1041400"/>
            <a:ext cx="5925820" cy="3112135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400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838200" y="4203065"/>
            <a:ext cx="5233670" cy="482600"/>
          </a:xfrm>
        </p:spPr>
        <p:txBody>
          <a:bodyPr wrap="square">
            <a:norm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  <a:latin typeface="+mj-lt"/>
              </a:defRPr>
            </a:lvl1pPr>
            <a:lvl2pPr marL="457200" indent="0" algn="ctr">
              <a:buNone/>
              <a:defRPr sz="2000">
                <a:latin typeface="+mj-lt"/>
              </a:defRPr>
            </a:lvl2pPr>
            <a:lvl3pPr marL="914400" indent="0" algn="ctr">
              <a:buNone/>
              <a:defRPr sz="1800">
                <a:latin typeface="+mj-lt"/>
              </a:defRPr>
            </a:lvl3pPr>
            <a:lvl4pPr marL="1371600" indent="0" algn="ctr">
              <a:buNone/>
              <a:defRPr sz="1600">
                <a:latin typeface="+mj-lt"/>
              </a:defRPr>
            </a:lvl4pPr>
            <a:lvl5pPr marL="1828800" indent="0" algn="ctr">
              <a:buNone/>
              <a:defRPr sz="1600">
                <a:latin typeface="+mj-lt"/>
              </a:defRPr>
            </a:lvl5pPr>
            <a:lvl6pPr marL="2286000" indent="0" algn="ctr">
              <a:buNone/>
              <a:defRPr sz="1600">
                <a:latin typeface="+mj-lt"/>
              </a:defRPr>
            </a:lvl6pPr>
            <a:lvl7pPr marL="2743200" indent="0" algn="ctr">
              <a:buNone/>
              <a:defRPr sz="1600">
                <a:latin typeface="+mj-lt"/>
              </a:defRPr>
            </a:lvl7pPr>
            <a:lvl8pPr marL="3200400" indent="0" algn="ctr">
              <a:buNone/>
              <a:defRPr sz="1600">
                <a:latin typeface="+mj-lt"/>
              </a:defRPr>
            </a:lvl8pPr>
            <a:lvl9pPr marL="3657600" indent="0" algn="ctr">
              <a:buNone/>
              <a:defRPr sz="1600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subtitle</a:t>
            </a:r>
            <a:endParaRPr 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837925" y="5117280"/>
            <a:ext cx="2880000" cy="504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rgbClr val="FFFFFF"/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29" name="圆角矩形 28"/>
          <p:cNvSpPr/>
          <p:nvPr userDrawn="1">
            <p:custDataLst>
              <p:tags r:id="rId6"/>
            </p:custDataLst>
          </p:nvPr>
        </p:nvSpPr>
        <p:spPr>
          <a:xfrm>
            <a:off x="544195" y="339725"/>
            <a:ext cx="11108055" cy="66929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公司名占位符 6"/>
          <p:cNvSpPr>
            <a:spLocks noGrp="1"/>
          </p:cNvSpPr>
          <p:nvPr>
            <p:ph type="body" sz="quarter" idx="13" hasCustomPrompt="1"/>
            <p:custDataLst>
              <p:tags r:id="rId7"/>
            </p:custDataLst>
          </p:nvPr>
        </p:nvSpPr>
        <p:spPr>
          <a:xfrm>
            <a:off x="1682750" y="448310"/>
            <a:ext cx="2123440" cy="504190"/>
          </a:xfrm>
        </p:spPr>
        <p:txBody>
          <a:bodyPr wrap="square" anchor="ctr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4" name="日期时间占位符 7"/>
          <p:cNvSpPr>
            <a:spLocks noGrp="1"/>
          </p:cNvSpPr>
          <p:nvPr>
            <p:ph type="body" sz="quarter" idx="14" hasCustomPrompt="1"/>
            <p:custDataLst>
              <p:tags r:id="rId8"/>
            </p:custDataLst>
          </p:nvPr>
        </p:nvSpPr>
        <p:spPr>
          <a:xfrm>
            <a:off x="4262120" y="448310"/>
            <a:ext cx="1810385" cy="50419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18" name="年号占位符 8"/>
          <p:cNvSpPr>
            <a:spLocks noGrp="1"/>
          </p:cNvSpPr>
          <p:nvPr>
            <p:ph type="body" sz="quarter" idx="15" hasCustomPrompt="1"/>
            <p:custDataLst>
              <p:tags r:id="rId9"/>
            </p:custDataLst>
          </p:nvPr>
        </p:nvSpPr>
        <p:spPr>
          <a:xfrm>
            <a:off x="10121265" y="447675"/>
            <a:ext cx="1121410" cy="504190"/>
          </a:xfrm>
        </p:spPr>
        <p:txBody>
          <a:bodyPr wrap="square" anchor="ctr">
            <a:normAutofit/>
          </a:bodyPr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cxnSp>
        <p:nvCxnSpPr>
          <p:cNvPr id="27" name="直接连接符 26"/>
          <p:cNvCxnSpPr/>
          <p:nvPr userDrawn="1">
            <p:custDataLst>
              <p:tags r:id="rId10"/>
            </p:custDataLst>
          </p:nvPr>
        </p:nvCxnSpPr>
        <p:spPr>
          <a:xfrm flipH="1">
            <a:off x="826135" y="627380"/>
            <a:ext cx="509905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 userDrawn="1">
            <p:custDataLst>
              <p:tags r:id="rId11"/>
            </p:custDataLst>
          </p:nvPr>
        </p:nvCxnSpPr>
        <p:spPr>
          <a:xfrm flipH="1">
            <a:off x="826135" y="755650"/>
            <a:ext cx="31813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 userDrawn="1">
            <p:custDataLst>
              <p:tags r:id="rId12"/>
            </p:custDataLst>
          </p:nvPr>
        </p:nvCxnSpPr>
        <p:spPr>
          <a:xfrm>
            <a:off x="4003040" y="594995"/>
            <a:ext cx="0" cy="200025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 userDrawn="1">
            <p:custDataLst>
              <p:tags r:id="rId13"/>
            </p:custDataLst>
          </p:nvPr>
        </p:nvCxnSpPr>
        <p:spPr>
          <a:xfrm>
            <a:off x="6253480" y="663575"/>
            <a:ext cx="3713480" cy="0"/>
          </a:xfrm>
          <a:prstGeom prst="line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 userDrawn="1">
            <p:custDataLst>
              <p:tags r:id="rId14"/>
            </p:custDataLst>
          </p:nvPr>
        </p:nvCxnSpPr>
        <p:spPr>
          <a:xfrm>
            <a:off x="838200" y="4721860"/>
            <a:ext cx="3357245" cy="0"/>
          </a:xfrm>
          <a:prstGeom prst="line">
            <a:avLst/>
          </a:prstGeom>
          <a:ln>
            <a:solidFill>
              <a:schemeClr val="accent2">
                <a:alpha val="2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任意多边形 57"/>
          <p:cNvSpPr/>
          <p:nvPr userDrawn="1">
            <p:custDataLst>
              <p:tags r:id="rId15"/>
            </p:custDataLst>
          </p:nvPr>
        </p:nvSpPr>
        <p:spPr>
          <a:xfrm>
            <a:off x="3409950" y="2348230"/>
            <a:ext cx="8782050" cy="45091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830" h="7102">
                <a:moveTo>
                  <a:pt x="13830" y="0"/>
                </a:moveTo>
                <a:lnTo>
                  <a:pt x="13830" y="7102"/>
                </a:lnTo>
                <a:lnTo>
                  <a:pt x="0" y="7102"/>
                </a:lnTo>
                <a:lnTo>
                  <a:pt x="28" y="7098"/>
                </a:lnTo>
                <a:cubicBezTo>
                  <a:pt x="1534" y="6888"/>
                  <a:pt x="3145" y="6504"/>
                  <a:pt x="4784" y="5939"/>
                </a:cubicBezTo>
                <a:cubicBezTo>
                  <a:pt x="9005" y="4486"/>
                  <a:pt x="12346" y="2202"/>
                  <a:pt x="13829" y="2"/>
                </a:cubicBezTo>
                <a:lnTo>
                  <a:pt x="13830" y="0"/>
                </a:lnTo>
                <a:close/>
              </a:path>
            </a:pathLst>
          </a:custGeom>
          <a:gradFill>
            <a:gsLst>
              <a:gs pos="2000">
                <a:schemeClr val="bg1"/>
              </a:gs>
              <a:gs pos="100000">
                <a:schemeClr val="bg2"/>
              </a:gs>
            </a:gsLst>
            <a:lin ang="140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5" name="椭圆 24"/>
          <p:cNvSpPr/>
          <p:nvPr userDrawn="1">
            <p:custDataLst>
              <p:tags r:id="rId19"/>
            </p:custDataLst>
          </p:nvPr>
        </p:nvSpPr>
        <p:spPr>
          <a:xfrm>
            <a:off x="6415405" y="1615440"/>
            <a:ext cx="4488180" cy="4488180"/>
          </a:xfrm>
          <a:prstGeom prst="ellipse">
            <a:avLst/>
          </a:prstGeom>
          <a:gradFill>
            <a:gsLst>
              <a:gs pos="35000">
                <a:schemeClr val="accent2">
                  <a:lumMod val="60000"/>
                  <a:lumOff val="40000"/>
                  <a:alpha val="0"/>
                </a:schemeClr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椭圆 41"/>
          <p:cNvSpPr/>
          <p:nvPr userDrawn="1">
            <p:custDataLst>
              <p:tags r:id="rId20"/>
            </p:custDataLst>
          </p:nvPr>
        </p:nvSpPr>
        <p:spPr>
          <a:xfrm>
            <a:off x="6785610" y="2419350"/>
            <a:ext cx="3208655" cy="3208655"/>
          </a:xfrm>
          <a:prstGeom prst="ellipse">
            <a:avLst/>
          </a:prstGeom>
          <a:gradFill>
            <a:gsLst>
              <a:gs pos="0">
                <a:schemeClr val="accent5"/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十字星 52"/>
          <p:cNvSpPr/>
          <p:nvPr userDrawn="1">
            <p:custDataLst>
              <p:tags r:id="rId21"/>
            </p:custDataLst>
          </p:nvPr>
        </p:nvSpPr>
        <p:spPr>
          <a:xfrm rot="660000">
            <a:off x="6447155" y="2379980"/>
            <a:ext cx="368300" cy="368300"/>
          </a:xfrm>
          <a:prstGeom prst="star4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任意多边形: 形状 22"/>
          <p:cNvSpPr/>
          <p:nvPr userDrawn="1">
            <p:custDataLst>
              <p:tags r:id="rId22"/>
            </p:custDataLst>
          </p:nvPr>
        </p:nvSpPr>
        <p:spPr>
          <a:xfrm>
            <a:off x="6496758" y="3671302"/>
            <a:ext cx="645924" cy="1142651"/>
          </a:xfrm>
          <a:custGeom>
            <a:avLst/>
            <a:gdLst>
              <a:gd name="connsiteX0" fmla="*/ 606660 w 645924"/>
              <a:gd name="connsiteY0" fmla="*/ 1064121 h 1142651"/>
              <a:gd name="connsiteX1" fmla="*/ 645924 w 645924"/>
              <a:gd name="connsiteY1" fmla="*/ 1103386 h 1142651"/>
              <a:gd name="connsiteX2" fmla="*/ 606660 w 645924"/>
              <a:gd name="connsiteY2" fmla="*/ 1142651 h 1142651"/>
              <a:gd name="connsiteX3" fmla="*/ 567396 w 645924"/>
              <a:gd name="connsiteY3" fmla="*/ 1103386 h 1142651"/>
              <a:gd name="connsiteX4" fmla="*/ 606660 w 645924"/>
              <a:gd name="connsiteY4" fmla="*/ 1064121 h 1142651"/>
              <a:gd name="connsiteX5" fmla="*/ 417527 w 645924"/>
              <a:gd name="connsiteY5" fmla="*/ 1064121 h 1142651"/>
              <a:gd name="connsiteX6" fmla="*/ 456791 w 645924"/>
              <a:gd name="connsiteY6" fmla="*/ 1103386 h 1142651"/>
              <a:gd name="connsiteX7" fmla="*/ 417527 w 645924"/>
              <a:gd name="connsiteY7" fmla="*/ 1142651 h 1142651"/>
              <a:gd name="connsiteX8" fmla="*/ 378263 w 645924"/>
              <a:gd name="connsiteY8" fmla="*/ 1103386 h 1142651"/>
              <a:gd name="connsiteX9" fmla="*/ 417527 w 645924"/>
              <a:gd name="connsiteY9" fmla="*/ 1064121 h 1142651"/>
              <a:gd name="connsiteX10" fmla="*/ 228396 w 645924"/>
              <a:gd name="connsiteY10" fmla="*/ 1064121 h 1142651"/>
              <a:gd name="connsiteX11" fmla="*/ 267660 w 645924"/>
              <a:gd name="connsiteY11" fmla="*/ 1103386 h 1142651"/>
              <a:gd name="connsiteX12" fmla="*/ 228396 w 645924"/>
              <a:gd name="connsiteY12" fmla="*/ 1142651 h 1142651"/>
              <a:gd name="connsiteX13" fmla="*/ 189132 w 645924"/>
              <a:gd name="connsiteY13" fmla="*/ 1103386 h 1142651"/>
              <a:gd name="connsiteX14" fmla="*/ 228396 w 645924"/>
              <a:gd name="connsiteY14" fmla="*/ 1064121 h 1142651"/>
              <a:gd name="connsiteX15" fmla="*/ 39264 w 645924"/>
              <a:gd name="connsiteY15" fmla="*/ 1064121 h 1142651"/>
              <a:gd name="connsiteX16" fmla="*/ 78528 w 645924"/>
              <a:gd name="connsiteY16" fmla="*/ 1103386 h 1142651"/>
              <a:gd name="connsiteX17" fmla="*/ 39264 w 645924"/>
              <a:gd name="connsiteY17" fmla="*/ 1142651 h 1142651"/>
              <a:gd name="connsiteX18" fmla="*/ 0 w 645924"/>
              <a:gd name="connsiteY18" fmla="*/ 1103386 h 1142651"/>
              <a:gd name="connsiteX19" fmla="*/ 39264 w 645924"/>
              <a:gd name="connsiteY19" fmla="*/ 1064121 h 1142651"/>
              <a:gd name="connsiteX20" fmla="*/ 606660 w 645924"/>
              <a:gd name="connsiteY20" fmla="*/ 851298 h 1142651"/>
              <a:gd name="connsiteX21" fmla="*/ 645924 w 645924"/>
              <a:gd name="connsiteY21" fmla="*/ 890563 h 1142651"/>
              <a:gd name="connsiteX22" fmla="*/ 606660 w 645924"/>
              <a:gd name="connsiteY22" fmla="*/ 929828 h 1142651"/>
              <a:gd name="connsiteX23" fmla="*/ 567396 w 645924"/>
              <a:gd name="connsiteY23" fmla="*/ 890563 h 1142651"/>
              <a:gd name="connsiteX24" fmla="*/ 606660 w 645924"/>
              <a:gd name="connsiteY24" fmla="*/ 851298 h 1142651"/>
              <a:gd name="connsiteX25" fmla="*/ 417527 w 645924"/>
              <a:gd name="connsiteY25" fmla="*/ 851298 h 1142651"/>
              <a:gd name="connsiteX26" fmla="*/ 456791 w 645924"/>
              <a:gd name="connsiteY26" fmla="*/ 890563 h 1142651"/>
              <a:gd name="connsiteX27" fmla="*/ 417527 w 645924"/>
              <a:gd name="connsiteY27" fmla="*/ 929828 h 1142651"/>
              <a:gd name="connsiteX28" fmla="*/ 378263 w 645924"/>
              <a:gd name="connsiteY28" fmla="*/ 890563 h 1142651"/>
              <a:gd name="connsiteX29" fmla="*/ 417527 w 645924"/>
              <a:gd name="connsiteY29" fmla="*/ 851298 h 1142651"/>
              <a:gd name="connsiteX30" fmla="*/ 228396 w 645924"/>
              <a:gd name="connsiteY30" fmla="*/ 851298 h 1142651"/>
              <a:gd name="connsiteX31" fmla="*/ 267660 w 645924"/>
              <a:gd name="connsiteY31" fmla="*/ 890563 h 1142651"/>
              <a:gd name="connsiteX32" fmla="*/ 228396 w 645924"/>
              <a:gd name="connsiteY32" fmla="*/ 929828 h 1142651"/>
              <a:gd name="connsiteX33" fmla="*/ 189132 w 645924"/>
              <a:gd name="connsiteY33" fmla="*/ 890563 h 1142651"/>
              <a:gd name="connsiteX34" fmla="*/ 228396 w 645924"/>
              <a:gd name="connsiteY34" fmla="*/ 851298 h 1142651"/>
              <a:gd name="connsiteX35" fmla="*/ 39264 w 645924"/>
              <a:gd name="connsiteY35" fmla="*/ 851298 h 1142651"/>
              <a:gd name="connsiteX36" fmla="*/ 78528 w 645924"/>
              <a:gd name="connsiteY36" fmla="*/ 890563 h 1142651"/>
              <a:gd name="connsiteX37" fmla="*/ 39264 w 645924"/>
              <a:gd name="connsiteY37" fmla="*/ 929828 h 1142651"/>
              <a:gd name="connsiteX38" fmla="*/ 0 w 645924"/>
              <a:gd name="connsiteY38" fmla="*/ 890563 h 1142651"/>
              <a:gd name="connsiteX39" fmla="*/ 39264 w 645924"/>
              <a:gd name="connsiteY39" fmla="*/ 851298 h 1142651"/>
              <a:gd name="connsiteX40" fmla="*/ 606660 w 645924"/>
              <a:gd name="connsiteY40" fmla="*/ 638473 h 1142651"/>
              <a:gd name="connsiteX41" fmla="*/ 645924 w 645924"/>
              <a:gd name="connsiteY41" fmla="*/ 677738 h 1142651"/>
              <a:gd name="connsiteX42" fmla="*/ 606660 w 645924"/>
              <a:gd name="connsiteY42" fmla="*/ 717003 h 1142651"/>
              <a:gd name="connsiteX43" fmla="*/ 567396 w 645924"/>
              <a:gd name="connsiteY43" fmla="*/ 677738 h 1142651"/>
              <a:gd name="connsiteX44" fmla="*/ 606660 w 645924"/>
              <a:gd name="connsiteY44" fmla="*/ 638473 h 1142651"/>
              <a:gd name="connsiteX45" fmla="*/ 417527 w 645924"/>
              <a:gd name="connsiteY45" fmla="*/ 638473 h 1142651"/>
              <a:gd name="connsiteX46" fmla="*/ 456791 w 645924"/>
              <a:gd name="connsiteY46" fmla="*/ 677738 h 1142651"/>
              <a:gd name="connsiteX47" fmla="*/ 417527 w 645924"/>
              <a:gd name="connsiteY47" fmla="*/ 717003 h 1142651"/>
              <a:gd name="connsiteX48" fmla="*/ 378263 w 645924"/>
              <a:gd name="connsiteY48" fmla="*/ 677738 h 1142651"/>
              <a:gd name="connsiteX49" fmla="*/ 417527 w 645924"/>
              <a:gd name="connsiteY49" fmla="*/ 638473 h 1142651"/>
              <a:gd name="connsiteX50" fmla="*/ 228396 w 645924"/>
              <a:gd name="connsiteY50" fmla="*/ 638473 h 1142651"/>
              <a:gd name="connsiteX51" fmla="*/ 267660 w 645924"/>
              <a:gd name="connsiteY51" fmla="*/ 677738 h 1142651"/>
              <a:gd name="connsiteX52" fmla="*/ 228396 w 645924"/>
              <a:gd name="connsiteY52" fmla="*/ 717003 h 1142651"/>
              <a:gd name="connsiteX53" fmla="*/ 189132 w 645924"/>
              <a:gd name="connsiteY53" fmla="*/ 677738 h 1142651"/>
              <a:gd name="connsiteX54" fmla="*/ 228396 w 645924"/>
              <a:gd name="connsiteY54" fmla="*/ 638473 h 1142651"/>
              <a:gd name="connsiteX55" fmla="*/ 39264 w 645924"/>
              <a:gd name="connsiteY55" fmla="*/ 638473 h 1142651"/>
              <a:gd name="connsiteX56" fmla="*/ 78528 w 645924"/>
              <a:gd name="connsiteY56" fmla="*/ 677738 h 1142651"/>
              <a:gd name="connsiteX57" fmla="*/ 39264 w 645924"/>
              <a:gd name="connsiteY57" fmla="*/ 717003 h 1142651"/>
              <a:gd name="connsiteX58" fmla="*/ 0 w 645924"/>
              <a:gd name="connsiteY58" fmla="*/ 677738 h 1142651"/>
              <a:gd name="connsiteX59" fmla="*/ 39264 w 645924"/>
              <a:gd name="connsiteY59" fmla="*/ 638473 h 1142651"/>
              <a:gd name="connsiteX60" fmla="*/ 606660 w 645924"/>
              <a:gd name="connsiteY60" fmla="*/ 425649 h 1142651"/>
              <a:gd name="connsiteX61" fmla="*/ 645924 w 645924"/>
              <a:gd name="connsiteY61" fmla="*/ 464914 h 1142651"/>
              <a:gd name="connsiteX62" fmla="*/ 606660 w 645924"/>
              <a:gd name="connsiteY62" fmla="*/ 504179 h 1142651"/>
              <a:gd name="connsiteX63" fmla="*/ 567396 w 645924"/>
              <a:gd name="connsiteY63" fmla="*/ 464914 h 1142651"/>
              <a:gd name="connsiteX64" fmla="*/ 606660 w 645924"/>
              <a:gd name="connsiteY64" fmla="*/ 425649 h 1142651"/>
              <a:gd name="connsiteX65" fmla="*/ 417527 w 645924"/>
              <a:gd name="connsiteY65" fmla="*/ 425649 h 1142651"/>
              <a:gd name="connsiteX66" fmla="*/ 456791 w 645924"/>
              <a:gd name="connsiteY66" fmla="*/ 464914 h 1142651"/>
              <a:gd name="connsiteX67" fmla="*/ 417527 w 645924"/>
              <a:gd name="connsiteY67" fmla="*/ 504179 h 1142651"/>
              <a:gd name="connsiteX68" fmla="*/ 378263 w 645924"/>
              <a:gd name="connsiteY68" fmla="*/ 464914 h 1142651"/>
              <a:gd name="connsiteX69" fmla="*/ 417527 w 645924"/>
              <a:gd name="connsiteY69" fmla="*/ 425649 h 1142651"/>
              <a:gd name="connsiteX70" fmla="*/ 228396 w 645924"/>
              <a:gd name="connsiteY70" fmla="*/ 425649 h 1142651"/>
              <a:gd name="connsiteX71" fmla="*/ 267660 w 645924"/>
              <a:gd name="connsiteY71" fmla="*/ 464914 h 1142651"/>
              <a:gd name="connsiteX72" fmla="*/ 228396 w 645924"/>
              <a:gd name="connsiteY72" fmla="*/ 504179 h 1142651"/>
              <a:gd name="connsiteX73" fmla="*/ 189132 w 645924"/>
              <a:gd name="connsiteY73" fmla="*/ 464914 h 1142651"/>
              <a:gd name="connsiteX74" fmla="*/ 228396 w 645924"/>
              <a:gd name="connsiteY74" fmla="*/ 425649 h 1142651"/>
              <a:gd name="connsiteX75" fmla="*/ 39264 w 645924"/>
              <a:gd name="connsiteY75" fmla="*/ 425649 h 1142651"/>
              <a:gd name="connsiteX76" fmla="*/ 78528 w 645924"/>
              <a:gd name="connsiteY76" fmla="*/ 464914 h 1142651"/>
              <a:gd name="connsiteX77" fmla="*/ 39264 w 645924"/>
              <a:gd name="connsiteY77" fmla="*/ 504179 h 1142651"/>
              <a:gd name="connsiteX78" fmla="*/ 0 w 645924"/>
              <a:gd name="connsiteY78" fmla="*/ 464914 h 1142651"/>
              <a:gd name="connsiteX79" fmla="*/ 39264 w 645924"/>
              <a:gd name="connsiteY79" fmla="*/ 425649 h 1142651"/>
              <a:gd name="connsiteX80" fmla="*/ 606660 w 645924"/>
              <a:gd name="connsiteY80" fmla="*/ 212824 h 1142651"/>
              <a:gd name="connsiteX81" fmla="*/ 645924 w 645924"/>
              <a:gd name="connsiteY81" fmla="*/ 252089 h 1142651"/>
              <a:gd name="connsiteX82" fmla="*/ 606660 w 645924"/>
              <a:gd name="connsiteY82" fmla="*/ 291354 h 1142651"/>
              <a:gd name="connsiteX83" fmla="*/ 567396 w 645924"/>
              <a:gd name="connsiteY83" fmla="*/ 252089 h 1142651"/>
              <a:gd name="connsiteX84" fmla="*/ 606660 w 645924"/>
              <a:gd name="connsiteY84" fmla="*/ 212824 h 1142651"/>
              <a:gd name="connsiteX85" fmla="*/ 417527 w 645924"/>
              <a:gd name="connsiteY85" fmla="*/ 212824 h 1142651"/>
              <a:gd name="connsiteX86" fmla="*/ 456791 w 645924"/>
              <a:gd name="connsiteY86" fmla="*/ 252089 h 1142651"/>
              <a:gd name="connsiteX87" fmla="*/ 417527 w 645924"/>
              <a:gd name="connsiteY87" fmla="*/ 291354 h 1142651"/>
              <a:gd name="connsiteX88" fmla="*/ 378263 w 645924"/>
              <a:gd name="connsiteY88" fmla="*/ 252089 h 1142651"/>
              <a:gd name="connsiteX89" fmla="*/ 417527 w 645924"/>
              <a:gd name="connsiteY89" fmla="*/ 212824 h 1142651"/>
              <a:gd name="connsiteX90" fmla="*/ 228396 w 645924"/>
              <a:gd name="connsiteY90" fmla="*/ 212824 h 1142651"/>
              <a:gd name="connsiteX91" fmla="*/ 267660 w 645924"/>
              <a:gd name="connsiteY91" fmla="*/ 252089 h 1142651"/>
              <a:gd name="connsiteX92" fmla="*/ 228396 w 645924"/>
              <a:gd name="connsiteY92" fmla="*/ 291354 h 1142651"/>
              <a:gd name="connsiteX93" fmla="*/ 189132 w 645924"/>
              <a:gd name="connsiteY93" fmla="*/ 252089 h 1142651"/>
              <a:gd name="connsiteX94" fmla="*/ 228396 w 645924"/>
              <a:gd name="connsiteY94" fmla="*/ 212824 h 1142651"/>
              <a:gd name="connsiteX95" fmla="*/ 39264 w 645924"/>
              <a:gd name="connsiteY95" fmla="*/ 212824 h 1142651"/>
              <a:gd name="connsiteX96" fmla="*/ 78528 w 645924"/>
              <a:gd name="connsiteY96" fmla="*/ 252089 h 1142651"/>
              <a:gd name="connsiteX97" fmla="*/ 39264 w 645924"/>
              <a:gd name="connsiteY97" fmla="*/ 291354 h 1142651"/>
              <a:gd name="connsiteX98" fmla="*/ 0 w 645924"/>
              <a:gd name="connsiteY98" fmla="*/ 252089 h 1142651"/>
              <a:gd name="connsiteX99" fmla="*/ 39264 w 645924"/>
              <a:gd name="connsiteY99" fmla="*/ 212824 h 1142651"/>
              <a:gd name="connsiteX100" fmla="*/ 606660 w 645924"/>
              <a:gd name="connsiteY100" fmla="*/ 0 h 1142651"/>
              <a:gd name="connsiteX101" fmla="*/ 645924 w 645924"/>
              <a:gd name="connsiteY101" fmla="*/ 39265 h 1142651"/>
              <a:gd name="connsiteX102" fmla="*/ 606660 w 645924"/>
              <a:gd name="connsiteY102" fmla="*/ 78530 h 1142651"/>
              <a:gd name="connsiteX103" fmla="*/ 567396 w 645924"/>
              <a:gd name="connsiteY103" fmla="*/ 39265 h 1142651"/>
              <a:gd name="connsiteX104" fmla="*/ 606660 w 645924"/>
              <a:gd name="connsiteY104" fmla="*/ 0 h 1142651"/>
              <a:gd name="connsiteX105" fmla="*/ 417527 w 645924"/>
              <a:gd name="connsiteY105" fmla="*/ 0 h 1142651"/>
              <a:gd name="connsiteX106" fmla="*/ 456791 w 645924"/>
              <a:gd name="connsiteY106" fmla="*/ 39265 h 1142651"/>
              <a:gd name="connsiteX107" fmla="*/ 417527 w 645924"/>
              <a:gd name="connsiteY107" fmla="*/ 78530 h 1142651"/>
              <a:gd name="connsiteX108" fmla="*/ 378263 w 645924"/>
              <a:gd name="connsiteY108" fmla="*/ 39265 h 1142651"/>
              <a:gd name="connsiteX109" fmla="*/ 417527 w 645924"/>
              <a:gd name="connsiteY109" fmla="*/ 0 h 1142651"/>
              <a:gd name="connsiteX110" fmla="*/ 228396 w 645924"/>
              <a:gd name="connsiteY110" fmla="*/ 0 h 1142651"/>
              <a:gd name="connsiteX111" fmla="*/ 267660 w 645924"/>
              <a:gd name="connsiteY111" fmla="*/ 39265 h 1142651"/>
              <a:gd name="connsiteX112" fmla="*/ 228396 w 645924"/>
              <a:gd name="connsiteY112" fmla="*/ 78530 h 1142651"/>
              <a:gd name="connsiteX113" fmla="*/ 189132 w 645924"/>
              <a:gd name="connsiteY113" fmla="*/ 39265 h 1142651"/>
              <a:gd name="connsiteX114" fmla="*/ 228396 w 645924"/>
              <a:gd name="connsiteY114" fmla="*/ 0 h 1142651"/>
              <a:gd name="connsiteX115" fmla="*/ 39264 w 645924"/>
              <a:gd name="connsiteY115" fmla="*/ 0 h 1142651"/>
              <a:gd name="connsiteX116" fmla="*/ 78528 w 645924"/>
              <a:gd name="connsiteY116" fmla="*/ 39265 h 1142651"/>
              <a:gd name="connsiteX117" fmla="*/ 39264 w 645924"/>
              <a:gd name="connsiteY117" fmla="*/ 78530 h 1142651"/>
              <a:gd name="connsiteX118" fmla="*/ 0 w 645924"/>
              <a:gd name="connsiteY118" fmla="*/ 39265 h 1142651"/>
              <a:gd name="connsiteX119" fmla="*/ 39264 w 645924"/>
              <a:gd name="connsiteY119" fmla="*/ 0 h 1142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645924" h="1142651">
                <a:moveTo>
                  <a:pt x="606660" y="1064121"/>
                </a:moveTo>
                <a:cubicBezTo>
                  <a:pt x="628345" y="1064121"/>
                  <a:pt x="645924" y="1081701"/>
                  <a:pt x="645924" y="1103386"/>
                </a:cubicBezTo>
                <a:cubicBezTo>
                  <a:pt x="645924" y="1125071"/>
                  <a:pt x="628345" y="1142651"/>
                  <a:pt x="606660" y="1142651"/>
                </a:cubicBezTo>
                <a:cubicBezTo>
                  <a:pt x="584975" y="1142651"/>
                  <a:pt x="567396" y="1125071"/>
                  <a:pt x="567396" y="1103386"/>
                </a:cubicBezTo>
                <a:cubicBezTo>
                  <a:pt x="567396" y="1081701"/>
                  <a:pt x="584975" y="1064121"/>
                  <a:pt x="606660" y="1064121"/>
                </a:cubicBezTo>
                <a:close/>
                <a:moveTo>
                  <a:pt x="417527" y="1064121"/>
                </a:moveTo>
                <a:cubicBezTo>
                  <a:pt x="439212" y="1064121"/>
                  <a:pt x="456791" y="1081701"/>
                  <a:pt x="456791" y="1103386"/>
                </a:cubicBezTo>
                <a:cubicBezTo>
                  <a:pt x="456791" y="1125071"/>
                  <a:pt x="439212" y="1142651"/>
                  <a:pt x="417527" y="1142651"/>
                </a:cubicBezTo>
                <a:cubicBezTo>
                  <a:pt x="395842" y="1142651"/>
                  <a:pt x="378263" y="1125071"/>
                  <a:pt x="378263" y="1103386"/>
                </a:cubicBezTo>
                <a:cubicBezTo>
                  <a:pt x="378263" y="1081701"/>
                  <a:pt x="395842" y="1064121"/>
                  <a:pt x="417527" y="1064121"/>
                </a:cubicBezTo>
                <a:close/>
                <a:moveTo>
                  <a:pt x="228396" y="1064121"/>
                </a:moveTo>
                <a:cubicBezTo>
                  <a:pt x="250081" y="1064121"/>
                  <a:pt x="267660" y="1081701"/>
                  <a:pt x="267660" y="1103386"/>
                </a:cubicBezTo>
                <a:cubicBezTo>
                  <a:pt x="267660" y="1125071"/>
                  <a:pt x="250081" y="1142651"/>
                  <a:pt x="228396" y="1142651"/>
                </a:cubicBezTo>
                <a:cubicBezTo>
                  <a:pt x="206711" y="1142651"/>
                  <a:pt x="189132" y="1125071"/>
                  <a:pt x="189132" y="1103386"/>
                </a:cubicBezTo>
                <a:cubicBezTo>
                  <a:pt x="189132" y="1081701"/>
                  <a:pt x="206711" y="1064121"/>
                  <a:pt x="228396" y="1064121"/>
                </a:cubicBezTo>
                <a:close/>
                <a:moveTo>
                  <a:pt x="39264" y="1064121"/>
                </a:moveTo>
                <a:cubicBezTo>
                  <a:pt x="60949" y="1064121"/>
                  <a:pt x="78528" y="1081701"/>
                  <a:pt x="78528" y="1103386"/>
                </a:cubicBezTo>
                <a:cubicBezTo>
                  <a:pt x="78528" y="1125071"/>
                  <a:pt x="60949" y="1142651"/>
                  <a:pt x="39264" y="1142651"/>
                </a:cubicBezTo>
                <a:cubicBezTo>
                  <a:pt x="17579" y="1142651"/>
                  <a:pt x="0" y="1125071"/>
                  <a:pt x="0" y="1103386"/>
                </a:cubicBezTo>
                <a:cubicBezTo>
                  <a:pt x="0" y="1081701"/>
                  <a:pt x="17579" y="1064121"/>
                  <a:pt x="39264" y="1064121"/>
                </a:cubicBezTo>
                <a:close/>
                <a:moveTo>
                  <a:pt x="606660" y="851298"/>
                </a:moveTo>
                <a:cubicBezTo>
                  <a:pt x="628345" y="851298"/>
                  <a:pt x="645924" y="868878"/>
                  <a:pt x="645924" y="890563"/>
                </a:cubicBezTo>
                <a:cubicBezTo>
                  <a:pt x="645924" y="912248"/>
                  <a:pt x="628345" y="929828"/>
                  <a:pt x="606660" y="929828"/>
                </a:cubicBezTo>
                <a:cubicBezTo>
                  <a:pt x="584975" y="929828"/>
                  <a:pt x="567396" y="912248"/>
                  <a:pt x="567396" y="890563"/>
                </a:cubicBezTo>
                <a:cubicBezTo>
                  <a:pt x="567396" y="868878"/>
                  <a:pt x="584975" y="851298"/>
                  <a:pt x="606660" y="851298"/>
                </a:cubicBezTo>
                <a:close/>
                <a:moveTo>
                  <a:pt x="417527" y="851298"/>
                </a:moveTo>
                <a:cubicBezTo>
                  <a:pt x="439212" y="851298"/>
                  <a:pt x="456791" y="868878"/>
                  <a:pt x="456791" y="890563"/>
                </a:cubicBezTo>
                <a:cubicBezTo>
                  <a:pt x="456791" y="912248"/>
                  <a:pt x="439212" y="929828"/>
                  <a:pt x="417527" y="929828"/>
                </a:cubicBezTo>
                <a:cubicBezTo>
                  <a:pt x="395842" y="929828"/>
                  <a:pt x="378263" y="912248"/>
                  <a:pt x="378263" y="890563"/>
                </a:cubicBezTo>
                <a:cubicBezTo>
                  <a:pt x="378263" y="868878"/>
                  <a:pt x="395842" y="851298"/>
                  <a:pt x="417527" y="851298"/>
                </a:cubicBezTo>
                <a:close/>
                <a:moveTo>
                  <a:pt x="228396" y="851298"/>
                </a:moveTo>
                <a:cubicBezTo>
                  <a:pt x="250081" y="851298"/>
                  <a:pt x="267660" y="868878"/>
                  <a:pt x="267660" y="890563"/>
                </a:cubicBezTo>
                <a:cubicBezTo>
                  <a:pt x="267660" y="912248"/>
                  <a:pt x="250081" y="929828"/>
                  <a:pt x="228396" y="929828"/>
                </a:cubicBezTo>
                <a:cubicBezTo>
                  <a:pt x="206711" y="929828"/>
                  <a:pt x="189132" y="912248"/>
                  <a:pt x="189132" y="890563"/>
                </a:cubicBezTo>
                <a:cubicBezTo>
                  <a:pt x="189132" y="868878"/>
                  <a:pt x="206711" y="851298"/>
                  <a:pt x="228396" y="851298"/>
                </a:cubicBezTo>
                <a:close/>
                <a:moveTo>
                  <a:pt x="39264" y="851298"/>
                </a:moveTo>
                <a:cubicBezTo>
                  <a:pt x="60949" y="851298"/>
                  <a:pt x="78528" y="868878"/>
                  <a:pt x="78528" y="890563"/>
                </a:cubicBezTo>
                <a:cubicBezTo>
                  <a:pt x="78528" y="912248"/>
                  <a:pt x="60949" y="929828"/>
                  <a:pt x="39264" y="929828"/>
                </a:cubicBezTo>
                <a:cubicBezTo>
                  <a:pt x="17579" y="929828"/>
                  <a:pt x="0" y="912248"/>
                  <a:pt x="0" y="890563"/>
                </a:cubicBezTo>
                <a:cubicBezTo>
                  <a:pt x="0" y="868878"/>
                  <a:pt x="17579" y="851298"/>
                  <a:pt x="39264" y="851298"/>
                </a:cubicBezTo>
                <a:close/>
                <a:moveTo>
                  <a:pt x="606660" y="638473"/>
                </a:moveTo>
                <a:cubicBezTo>
                  <a:pt x="628345" y="638473"/>
                  <a:pt x="645924" y="656053"/>
                  <a:pt x="645924" y="677738"/>
                </a:cubicBezTo>
                <a:cubicBezTo>
                  <a:pt x="645924" y="699423"/>
                  <a:pt x="628345" y="717003"/>
                  <a:pt x="606660" y="717003"/>
                </a:cubicBezTo>
                <a:cubicBezTo>
                  <a:pt x="584975" y="717003"/>
                  <a:pt x="567396" y="699423"/>
                  <a:pt x="567396" y="677738"/>
                </a:cubicBezTo>
                <a:cubicBezTo>
                  <a:pt x="567396" y="656053"/>
                  <a:pt x="584975" y="638473"/>
                  <a:pt x="606660" y="638473"/>
                </a:cubicBezTo>
                <a:close/>
                <a:moveTo>
                  <a:pt x="417527" y="638473"/>
                </a:moveTo>
                <a:cubicBezTo>
                  <a:pt x="439212" y="638473"/>
                  <a:pt x="456791" y="656053"/>
                  <a:pt x="456791" y="677738"/>
                </a:cubicBezTo>
                <a:cubicBezTo>
                  <a:pt x="456791" y="699423"/>
                  <a:pt x="439212" y="717003"/>
                  <a:pt x="417527" y="717003"/>
                </a:cubicBezTo>
                <a:cubicBezTo>
                  <a:pt x="395842" y="717003"/>
                  <a:pt x="378263" y="699423"/>
                  <a:pt x="378263" y="677738"/>
                </a:cubicBezTo>
                <a:cubicBezTo>
                  <a:pt x="378263" y="656053"/>
                  <a:pt x="395842" y="638473"/>
                  <a:pt x="417527" y="638473"/>
                </a:cubicBezTo>
                <a:close/>
                <a:moveTo>
                  <a:pt x="228396" y="638473"/>
                </a:moveTo>
                <a:cubicBezTo>
                  <a:pt x="250081" y="638473"/>
                  <a:pt x="267660" y="656053"/>
                  <a:pt x="267660" y="677738"/>
                </a:cubicBezTo>
                <a:cubicBezTo>
                  <a:pt x="267660" y="699423"/>
                  <a:pt x="250081" y="717003"/>
                  <a:pt x="228396" y="717003"/>
                </a:cubicBezTo>
                <a:cubicBezTo>
                  <a:pt x="206711" y="717003"/>
                  <a:pt x="189132" y="699423"/>
                  <a:pt x="189132" y="677738"/>
                </a:cubicBezTo>
                <a:cubicBezTo>
                  <a:pt x="189132" y="656053"/>
                  <a:pt x="206711" y="638473"/>
                  <a:pt x="228396" y="638473"/>
                </a:cubicBezTo>
                <a:close/>
                <a:moveTo>
                  <a:pt x="39264" y="638473"/>
                </a:moveTo>
                <a:cubicBezTo>
                  <a:pt x="60949" y="638473"/>
                  <a:pt x="78528" y="656053"/>
                  <a:pt x="78528" y="677738"/>
                </a:cubicBezTo>
                <a:cubicBezTo>
                  <a:pt x="78528" y="699423"/>
                  <a:pt x="60949" y="717003"/>
                  <a:pt x="39264" y="717003"/>
                </a:cubicBezTo>
                <a:cubicBezTo>
                  <a:pt x="17579" y="717003"/>
                  <a:pt x="0" y="699423"/>
                  <a:pt x="0" y="677738"/>
                </a:cubicBezTo>
                <a:cubicBezTo>
                  <a:pt x="0" y="656053"/>
                  <a:pt x="17579" y="638473"/>
                  <a:pt x="39264" y="638473"/>
                </a:cubicBezTo>
                <a:close/>
                <a:moveTo>
                  <a:pt x="606660" y="425649"/>
                </a:moveTo>
                <a:cubicBezTo>
                  <a:pt x="628345" y="425649"/>
                  <a:pt x="645924" y="443229"/>
                  <a:pt x="645924" y="464914"/>
                </a:cubicBezTo>
                <a:cubicBezTo>
                  <a:pt x="645924" y="486599"/>
                  <a:pt x="628345" y="504179"/>
                  <a:pt x="606660" y="504179"/>
                </a:cubicBezTo>
                <a:cubicBezTo>
                  <a:pt x="584975" y="504179"/>
                  <a:pt x="567396" y="486599"/>
                  <a:pt x="567396" y="464914"/>
                </a:cubicBezTo>
                <a:cubicBezTo>
                  <a:pt x="567396" y="443229"/>
                  <a:pt x="584975" y="425649"/>
                  <a:pt x="606660" y="425649"/>
                </a:cubicBezTo>
                <a:close/>
                <a:moveTo>
                  <a:pt x="417527" y="425649"/>
                </a:moveTo>
                <a:cubicBezTo>
                  <a:pt x="439212" y="425649"/>
                  <a:pt x="456791" y="443229"/>
                  <a:pt x="456791" y="464914"/>
                </a:cubicBezTo>
                <a:cubicBezTo>
                  <a:pt x="456791" y="486599"/>
                  <a:pt x="439212" y="504179"/>
                  <a:pt x="417527" y="504179"/>
                </a:cubicBezTo>
                <a:cubicBezTo>
                  <a:pt x="395842" y="504179"/>
                  <a:pt x="378263" y="486599"/>
                  <a:pt x="378263" y="464914"/>
                </a:cubicBezTo>
                <a:cubicBezTo>
                  <a:pt x="378263" y="443229"/>
                  <a:pt x="395842" y="425649"/>
                  <a:pt x="417527" y="425649"/>
                </a:cubicBezTo>
                <a:close/>
                <a:moveTo>
                  <a:pt x="228396" y="425649"/>
                </a:moveTo>
                <a:cubicBezTo>
                  <a:pt x="250081" y="425649"/>
                  <a:pt x="267660" y="443229"/>
                  <a:pt x="267660" y="464914"/>
                </a:cubicBezTo>
                <a:cubicBezTo>
                  <a:pt x="267660" y="486599"/>
                  <a:pt x="250081" y="504179"/>
                  <a:pt x="228396" y="504179"/>
                </a:cubicBezTo>
                <a:cubicBezTo>
                  <a:pt x="206711" y="504179"/>
                  <a:pt x="189132" y="486599"/>
                  <a:pt x="189132" y="464914"/>
                </a:cubicBezTo>
                <a:cubicBezTo>
                  <a:pt x="189132" y="443229"/>
                  <a:pt x="206711" y="425649"/>
                  <a:pt x="228396" y="425649"/>
                </a:cubicBezTo>
                <a:close/>
                <a:moveTo>
                  <a:pt x="39264" y="425649"/>
                </a:moveTo>
                <a:cubicBezTo>
                  <a:pt x="60949" y="425649"/>
                  <a:pt x="78528" y="443229"/>
                  <a:pt x="78528" y="464914"/>
                </a:cubicBezTo>
                <a:cubicBezTo>
                  <a:pt x="78528" y="486599"/>
                  <a:pt x="60949" y="504179"/>
                  <a:pt x="39264" y="504179"/>
                </a:cubicBezTo>
                <a:cubicBezTo>
                  <a:pt x="17579" y="504179"/>
                  <a:pt x="0" y="486599"/>
                  <a:pt x="0" y="464914"/>
                </a:cubicBezTo>
                <a:cubicBezTo>
                  <a:pt x="0" y="443229"/>
                  <a:pt x="17579" y="425649"/>
                  <a:pt x="39264" y="425649"/>
                </a:cubicBezTo>
                <a:close/>
                <a:moveTo>
                  <a:pt x="606660" y="212824"/>
                </a:moveTo>
                <a:cubicBezTo>
                  <a:pt x="628345" y="212824"/>
                  <a:pt x="645924" y="230404"/>
                  <a:pt x="645924" y="252089"/>
                </a:cubicBezTo>
                <a:cubicBezTo>
                  <a:pt x="645924" y="273774"/>
                  <a:pt x="628345" y="291354"/>
                  <a:pt x="606660" y="291354"/>
                </a:cubicBezTo>
                <a:cubicBezTo>
                  <a:pt x="584975" y="291354"/>
                  <a:pt x="567396" y="273774"/>
                  <a:pt x="567396" y="252089"/>
                </a:cubicBezTo>
                <a:cubicBezTo>
                  <a:pt x="567396" y="230404"/>
                  <a:pt x="584975" y="212824"/>
                  <a:pt x="606660" y="212824"/>
                </a:cubicBezTo>
                <a:close/>
                <a:moveTo>
                  <a:pt x="417527" y="212824"/>
                </a:moveTo>
                <a:cubicBezTo>
                  <a:pt x="439212" y="212824"/>
                  <a:pt x="456791" y="230404"/>
                  <a:pt x="456791" y="252089"/>
                </a:cubicBezTo>
                <a:cubicBezTo>
                  <a:pt x="456791" y="273774"/>
                  <a:pt x="439212" y="291354"/>
                  <a:pt x="417527" y="291354"/>
                </a:cubicBezTo>
                <a:cubicBezTo>
                  <a:pt x="395842" y="291354"/>
                  <a:pt x="378263" y="273774"/>
                  <a:pt x="378263" y="252089"/>
                </a:cubicBezTo>
                <a:cubicBezTo>
                  <a:pt x="378263" y="230404"/>
                  <a:pt x="395842" y="212824"/>
                  <a:pt x="417527" y="212824"/>
                </a:cubicBezTo>
                <a:close/>
                <a:moveTo>
                  <a:pt x="228396" y="212824"/>
                </a:moveTo>
                <a:cubicBezTo>
                  <a:pt x="250081" y="212824"/>
                  <a:pt x="267660" y="230404"/>
                  <a:pt x="267660" y="252089"/>
                </a:cubicBezTo>
                <a:cubicBezTo>
                  <a:pt x="267660" y="273774"/>
                  <a:pt x="250081" y="291354"/>
                  <a:pt x="228396" y="291354"/>
                </a:cubicBezTo>
                <a:cubicBezTo>
                  <a:pt x="206711" y="291354"/>
                  <a:pt x="189132" y="273774"/>
                  <a:pt x="189132" y="252089"/>
                </a:cubicBezTo>
                <a:cubicBezTo>
                  <a:pt x="189132" y="230404"/>
                  <a:pt x="206711" y="212824"/>
                  <a:pt x="228396" y="212824"/>
                </a:cubicBezTo>
                <a:close/>
                <a:moveTo>
                  <a:pt x="39264" y="212824"/>
                </a:moveTo>
                <a:cubicBezTo>
                  <a:pt x="60949" y="212824"/>
                  <a:pt x="78528" y="230404"/>
                  <a:pt x="78528" y="252089"/>
                </a:cubicBezTo>
                <a:cubicBezTo>
                  <a:pt x="78528" y="273774"/>
                  <a:pt x="60949" y="291354"/>
                  <a:pt x="39264" y="291354"/>
                </a:cubicBezTo>
                <a:cubicBezTo>
                  <a:pt x="17579" y="291354"/>
                  <a:pt x="0" y="273774"/>
                  <a:pt x="0" y="252089"/>
                </a:cubicBezTo>
                <a:cubicBezTo>
                  <a:pt x="0" y="230404"/>
                  <a:pt x="17579" y="212824"/>
                  <a:pt x="39264" y="212824"/>
                </a:cubicBezTo>
                <a:close/>
                <a:moveTo>
                  <a:pt x="606660" y="0"/>
                </a:moveTo>
                <a:cubicBezTo>
                  <a:pt x="628345" y="0"/>
                  <a:pt x="645924" y="17580"/>
                  <a:pt x="645924" y="39265"/>
                </a:cubicBezTo>
                <a:cubicBezTo>
                  <a:pt x="645924" y="60950"/>
                  <a:pt x="628345" y="78530"/>
                  <a:pt x="606660" y="78530"/>
                </a:cubicBezTo>
                <a:cubicBezTo>
                  <a:pt x="584975" y="78530"/>
                  <a:pt x="567396" y="60950"/>
                  <a:pt x="567396" y="39265"/>
                </a:cubicBezTo>
                <a:cubicBezTo>
                  <a:pt x="567396" y="17580"/>
                  <a:pt x="584975" y="0"/>
                  <a:pt x="606660" y="0"/>
                </a:cubicBezTo>
                <a:close/>
                <a:moveTo>
                  <a:pt x="417527" y="0"/>
                </a:moveTo>
                <a:cubicBezTo>
                  <a:pt x="439212" y="0"/>
                  <a:pt x="456791" y="17580"/>
                  <a:pt x="456791" y="39265"/>
                </a:cubicBezTo>
                <a:cubicBezTo>
                  <a:pt x="456791" y="60950"/>
                  <a:pt x="439212" y="78530"/>
                  <a:pt x="417527" y="78530"/>
                </a:cubicBezTo>
                <a:cubicBezTo>
                  <a:pt x="395842" y="78530"/>
                  <a:pt x="378263" y="60950"/>
                  <a:pt x="378263" y="39265"/>
                </a:cubicBezTo>
                <a:cubicBezTo>
                  <a:pt x="378263" y="17580"/>
                  <a:pt x="395842" y="0"/>
                  <a:pt x="417527" y="0"/>
                </a:cubicBezTo>
                <a:close/>
                <a:moveTo>
                  <a:pt x="228396" y="0"/>
                </a:moveTo>
                <a:cubicBezTo>
                  <a:pt x="250081" y="0"/>
                  <a:pt x="267660" y="17580"/>
                  <a:pt x="267660" y="39265"/>
                </a:cubicBezTo>
                <a:cubicBezTo>
                  <a:pt x="267660" y="60950"/>
                  <a:pt x="250081" y="78530"/>
                  <a:pt x="228396" y="78530"/>
                </a:cubicBezTo>
                <a:cubicBezTo>
                  <a:pt x="206711" y="78530"/>
                  <a:pt x="189132" y="60950"/>
                  <a:pt x="189132" y="39265"/>
                </a:cubicBezTo>
                <a:cubicBezTo>
                  <a:pt x="189132" y="17580"/>
                  <a:pt x="206711" y="0"/>
                  <a:pt x="228396" y="0"/>
                </a:cubicBezTo>
                <a:close/>
                <a:moveTo>
                  <a:pt x="39264" y="0"/>
                </a:moveTo>
                <a:cubicBezTo>
                  <a:pt x="60949" y="0"/>
                  <a:pt x="78528" y="17580"/>
                  <a:pt x="78528" y="39265"/>
                </a:cubicBezTo>
                <a:cubicBezTo>
                  <a:pt x="78528" y="60950"/>
                  <a:pt x="60949" y="78530"/>
                  <a:pt x="39264" y="78530"/>
                </a:cubicBezTo>
                <a:cubicBezTo>
                  <a:pt x="17579" y="78530"/>
                  <a:pt x="0" y="60950"/>
                  <a:pt x="0" y="39265"/>
                </a:cubicBezTo>
                <a:cubicBezTo>
                  <a:pt x="0" y="17580"/>
                  <a:pt x="17579" y="0"/>
                  <a:pt x="39264" y="0"/>
                </a:cubicBezTo>
                <a:close/>
              </a:path>
            </a:pathLst>
          </a:custGeom>
          <a:solidFill>
            <a:srgbClr val="FFFFFF">
              <a:alpha val="5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7" name="十字星 36"/>
          <p:cNvSpPr/>
          <p:nvPr userDrawn="1">
            <p:custDataLst>
              <p:tags r:id="rId23"/>
            </p:custDataLst>
          </p:nvPr>
        </p:nvSpPr>
        <p:spPr>
          <a:xfrm rot="660000">
            <a:off x="10162540" y="4550410"/>
            <a:ext cx="368300" cy="368300"/>
          </a:xfrm>
          <a:prstGeom prst="star4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矩形 59"/>
          <p:cNvSpPr/>
          <p:nvPr userDrawn="1">
            <p:custDataLst>
              <p:tags r:id="rId24"/>
            </p:custDataLst>
          </p:nvPr>
        </p:nvSpPr>
        <p:spPr>
          <a:xfrm>
            <a:off x="635" y="6722110"/>
            <a:ext cx="12191365" cy="135255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任意多边形 55"/>
          <p:cNvSpPr/>
          <p:nvPr userDrawn="1">
            <p:custDataLst>
              <p:tags r:id="rId25"/>
            </p:custDataLst>
          </p:nvPr>
        </p:nvSpPr>
        <p:spPr>
          <a:xfrm>
            <a:off x="10250170" y="5077460"/>
            <a:ext cx="1941830" cy="178054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967" h="3461">
                <a:moveTo>
                  <a:pt x="3541" y="0"/>
                </a:moveTo>
                <a:cubicBezTo>
                  <a:pt x="3679" y="0"/>
                  <a:pt x="3814" y="8"/>
                  <a:pt x="3948" y="23"/>
                </a:cubicBezTo>
                <a:lnTo>
                  <a:pt x="3967" y="25"/>
                </a:lnTo>
                <a:lnTo>
                  <a:pt x="3967" y="906"/>
                </a:lnTo>
                <a:lnTo>
                  <a:pt x="3948" y="903"/>
                </a:lnTo>
                <a:cubicBezTo>
                  <a:pt x="3815" y="883"/>
                  <a:pt x="3679" y="872"/>
                  <a:pt x="3541" y="872"/>
                </a:cubicBezTo>
                <a:cubicBezTo>
                  <a:pt x="2101" y="872"/>
                  <a:pt x="928" y="2012"/>
                  <a:pt x="873" y="3439"/>
                </a:cubicBezTo>
                <a:lnTo>
                  <a:pt x="873" y="3461"/>
                </a:lnTo>
                <a:lnTo>
                  <a:pt x="0" y="3461"/>
                </a:lnTo>
                <a:lnTo>
                  <a:pt x="0" y="3451"/>
                </a:lnTo>
                <a:cubicBezTo>
                  <a:pt x="49" y="1537"/>
                  <a:pt x="1616" y="0"/>
                  <a:pt x="3541" y="0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  <a:alpha val="20000"/>
            </a:schemeClr>
          </a:solidFill>
        </p:spPr>
        <p:txBody>
          <a:bodyPr vert="horz" wrap="square" lIns="0" tIns="0" rIns="0" bIns="0" rtlCol="0" anchor="b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ct val="100000"/>
              </a:lnSpc>
            </a:pPr>
            <a:endParaRPr lang="en-US" sz="6600" b="1" dirty="0">
              <a:sym typeface="+mn-lt"/>
            </a:endParaRPr>
          </a:p>
        </p:txBody>
      </p:sp>
      <p:pic>
        <p:nvPicPr>
          <p:cNvPr id="9" name="图片 8" descr="3"/>
          <p:cNvPicPr>
            <a:picLocks noChangeAspect="1"/>
          </p:cNvPicPr>
          <p:nvPr userDrawn="1">
            <p:custDataLst>
              <p:tags r:id="rId26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6974840" y="1292860"/>
            <a:ext cx="2829560" cy="48418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3810" y="0"/>
            <a:ext cx="12188190" cy="6857365"/>
          </a:xfrm>
          <a:prstGeom prst="rect">
            <a:avLst/>
          </a:prstGeom>
          <a:gradFill>
            <a:gsLst>
              <a:gs pos="0">
                <a:schemeClr val="bg1"/>
              </a:gs>
              <a:gs pos="89000">
                <a:schemeClr val="bg2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58" name="任意多边形 57"/>
          <p:cNvSpPr/>
          <p:nvPr userDrawn="1">
            <p:custDataLst>
              <p:tags r:id="rId4"/>
            </p:custDataLst>
          </p:nvPr>
        </p:nvSpPr>
        <p:spPr>
          <a:xfrm>
            <a:off x="3409950" y="3916680"/>
            <a:ext cx="8782050" cy="294068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830" h="7102">
                <a:moveTo>
                  <a:pt x="13830" y="0"/>
                </a:moveTo>
                <a:lnTo>
                  <a:pt x="13830" y="7102"/>
                </a:lnTo>
                <a:lnTo>
                  <a:pt x="0" y="7102"/>
                </a:lnTo>
                <a:lnTo>
                  <a:pt x="28" y="7098"/>
                </a:lnTo>
                <a:cubicBezTo>
                  <a:pt x="1534" y="6888"/>
                  <a:pt x="3145" y="6504"/>
                  <a:pt x="4784" y="5939"/>
                </a:cubicBezTo>
                <a:cubicBezTo>
                  <a:pt x="9005" y="4486"/>
                  <a:pt x="12346" y="2202"/>
                  <a:pt x="13829" y="2"/>
                </a:cubicBezTo>
                <a:lnTo>
                  <a:pt x="13830" y="0"/>
                </a:lnTo>
                <a:close/>
              </a:path>
            </a:pathLst>
          </a:custGeom>
          <a:gradFill>
            <a:gsLst>
              <a:gs pos="2000">
                <a:schemeClr val="accent3">
                  <a:lumMod val="20000"/>
                  <a:lumOff val="80000"/>
                  <a:alpha val="46000"/>
                </a:schemeClr>
              </a:gs>
              <a:gs pos="100000">
                <a:schemeClr val="accent3">
                  <a:lumMod val="20000"/>
                  <a:lumOff val="80000"/>
                  <a:alpha val="0"/>
                </a:schemeClr>
              </a:gs>
            </a:gsLst>
            <a:lin ang="1404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8" name="矩形 17"/>
          <p:cNvSpPr/>
          <p:nvPr userDrawn="1">
            <p:custDataLst>
              <p:tags r:id="rId10"/>
            </p:custDataLst>
          </p:nvPr>
        </p:nvSpPr>
        <p:spPr>
          <a:xfrm>
            <a:off x="635" y="6722110"/>
            <a:ext cx="12191365" cy="135255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3">
                  <a:lumMod val="20000"/>
                  <a:lumOff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</a:endParaRPr>
          </a:p>
        </p:txBody>
      </p:sp>
      <p:sp>
        <p:nvSpPr>
          <p:cNvPr id="9" name="KSO_TEMPLATE" hidden="1"/>
          <p:cNvSpPr/>
          <p:nvPr userDrawn="1">
            <p:custDataLst>
              <p:tags r:id="rId1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/>
              <a:t>GOTO STATEMENT</a:t>
            </a:r>
            <a:endParaRPr lang="en-US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ANISH A R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GOTO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The goto statement is C’s rawest control flow mechanism. It performs an unconditional jump directly to a named label within the same function.’</a:t>
            </a:r>
            <a:endParaRPr lang="en-US" altLang="en-US"/>
          </a:p>
          <a:p>
            <a:r>
              <a:rPr lang="en-US" altLang="en-US"/>
              <a:t>While modern programming standards generally discourage using goto because it can create hard-to-read "spaghetti code," it remains a powerful tool in low-level systems programming, OS kernels (like Linux), and embedded systems when used carefully.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Syntax and Assembly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080134"/>
            <a:ext cx="10800000" cy="4873625"/>
          </a:xfrm>
        </p:spPr>
        <p:txBody>
          <a:bodyPr>
            <a:noAutofit/>
          </a:bodyPr>
          <a:p>
            <a:pPr marL="0" indent="457200">
              <a:buNone/>
            </a:pPr>
            <a:r>
              <a:rPr lang="en-US" altLang="en-US" sz="2000"/>
              <a:t>#include &lt;stdio.h&gt;</a:t>
            </a:r>
            <a:endParaRPr lang="en-US" altLang="en-US" sz="2000"/>
          </a:p>
          <a:p>
            <a:pPr marL="0" indent="457200">
              <a:buNone/>
            </a:pP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int main() {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    printf("Line 1\n");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        goto skip_target; // Unconditional jump instructiom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    printf("Line 2 (Bypassed)\n"); // This code is skipped entirely</a:t>
            </a:r>
            <a:endParaRPr lang="en-US" altLang="en-US" sz="2000"/>
          </a:p>
          <a:p>
            <a:pPr marL="0" indent="457200">
              <a:buNone/>
            </a:pP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skip_target: // The target label (must end with a colon)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    printf("Line 3\n");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    return 0;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457200">
              <a:buNone/>
            </a:pPr>
            <a:endParaRPr lang="en-US" altLang="en-US" sz="200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 What Happens at the Hardware Level?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Unlike if-else or switch statements, which require the compiler to calculate branches, a goto maps directly to a single assembly-level instruction: JMP (Jump). It simply changes the CPU's Program Counter (PC) register to point directly to the memory address of the target label.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GOTO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1. The Function Scope Limit 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A goto label is bound strictly to the function scope in which it is declared. You cannot jump from inside one function into the middle of a completely different function.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0800080" cy="5556250"/>
          </a:xfrm>
        </p:spPr>
        <p:txBody>
          <a:bodyPr>
            <a:noAutofit/>
          </a:bodyPr>
          <a:p>
            <a:pPr marL="0" indent="457200">
              <a:buNone/>
            </a:pPr>
            <a:r>
              <a:rPr lang="en-US" altLang="en-US" sz="2000"/>
              <a:t>#include &lt;stdio.h&gt;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void calculate_data() {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my_label: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    printf("Calculating...\n");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int main() {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    //  COMPILER ERROR: "error: label 'my_label' used but not defined"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    goto my_label; 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    return 0;</a:t>
            </a:r>
            <a:endParaRPr lang="en-US" altLang="en-US" sz="2000"/>
          </a:p>
          <a:p>
            <a:pPr marL="0" indent="457200">
              <a:buNone/>
            </a:pPr>
            <a:r>
              <a:rPr lang="en-US" altLang="en-US" sz="2000"/>
              <a:t>}</a:t>
            </a:r>
            <a:endParaRPr lang="en-US" altLang="en-US" sz="2000"/>
          </a:p>
          <a:p>
            <a:pPr marL="0" indent="457200">
              <a:buNone/>
            </a:pPr>
            <a:endParaRPr lang="en-US" altLang="en-US" sz="110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The Exception: If you genuinely need to jump across different functions (usually for global error handling or recovering from deeply nested crashes), you cannot use goto. Instead, you must use the standard C library's setjmp() and longjmp() functions.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GOTO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2.Variable Initialization Bypass: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Just like the switch block trap, jumping forward past a local variable initialization leaves that variable in an uninitialized, dangerous state.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0000" lnSpcReduction="20000"/>
          </a:bodyPr>
          <a:p>
            <a:pPr marL="0" indent="457200">
              <a:buNone/>
            </a:pPr>
            <a:r>
              <a:rPr lang="en-US" altLang="en-US"/>
              <a:t>int main()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goto skipped_init; // Jump over the declaration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    int crucial_key = 999; // TRAP: The initialization code is bypassed!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skipped_init: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// UNDEFINED BEHAVIOR: crucial_key contains random memory garbage!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printf("Value: %d\n", crucial_key);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return 0;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Why this happens: The compiler allocates stack space for crucial_key when the function begins. However, the step that actually writes 999 to that memory slot is physically skipped by the jump instruction.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GOTO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3. Variable-Length Array (VLA) Block Blockade: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In modern C (C99 and later), if you declare a Variable-Length Array (an array whose size is determined at runtime), C explicitly forbids jumping into its scope from the outside.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pPr marL="0" indent="457200">
              <a:buNone/>
            </a:pPr>
            <a:r>
              <a:rPr lang="en-US" altLang="en-US"/>
              <a:t>void process(int size)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goto inside_scope;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// COMPILER ERROR: "jump bypasses initialization of VLA"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    int array[size]; // Variable-Length Array allocation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  <a:p>
            <a:pPr marL="0" indent="457200">
              <a:buNone/>
            </a:pPr>
            <a:r>
              <a:rPr lang="en-US" altLang="en-US"/>
              <a:t>inside_scope: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array[0] = 5;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Why this happens: VLAs dynamically adjust the stack pointer (SP) at runtime when they are initialized. Jumping straight over that dynamic allocation step corrupts the alignment of the execution stack, crashing the system.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GOTO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4. The Terminal Label Semicolon Requirement: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A label cannot just sit emptily at the absolute bottom of a code block. In C, a label must always point to a valid statement.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p>
            <a:pPr marL="0" indent="457200">
              <a:buNone/>
            </a:pPr>
            <a:r>
              <a:rPr lang="en-US" altLang="en-US"/>
              <a:t>int main()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int error_detected = 1;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if (error_detected) {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    goto cleanup;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}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    printf("Normal execution\n");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cleanup: 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 //  COMPILER ERROR: "label at end of compound statement"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The Fix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If your label is at the absolute end of a block, you must append an empty statement using a lone semicolon ; or a break/return statement to satisfy the compiler's syntax engine.</a:t>
            </a:r>
            <a:endParaRPr lang="en-US" altLang="en-US"/>
          </a:p>
          <a:p>
            <a:endParaRPr lang="en-US" altLang="en-US"/>
          </a:p>
          <a:p>
            <a:pPr marL="0" indent="457200">
              <a:buNone/>
            </a:pPr>
            <a:r>
              <a:rPr lang="en-US" altLang="en-US"/>
              <a:t>cleanup:</a:t>
            </a:r>
            <a:endParaRPr lang="en-US" altLang="en-US"/>
          </a:p>
          <a:p>
            <a:pPr marL="0" indent="457200">
              <a:buNone/>
            </a:pPr>
            <a:r>
              <a:rPr lang="zh-CN" altLang="en-US"/>
              <a:t>    ; // </a:t>
            </a:r>
            <a:r>
              <a:rPr lang="en-US" altLang="en-US"/>
              <a:t>Fix: Empty statement provides a valid jump target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}</a:t>
            </a:r>
            <a:endParaRPr lang="en-US" altLang="en-US"/>
          </a:p>
          <a:p>
            <a:pPr marL="0" indent="457200">
              <a:buNone/>
            </a:pP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GOTO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5. Infinite Loop Deadlocks via Backward Jumps: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While jumping forward is usually used to escape errors, jumping backward recreates the mechanics of a loop. If the condition that triggered the backward jump isn't carefully updated, it creates an unbreakable infinite loop.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10800080" cy="5556885"/>
          </a:xfrm>
        </p:spPr>
        <p:txBody>
          <a:bodyPr>
            <a:normAutofit lnSpcReduction="20000"/>
          </a:bodyPr>
          <a:p>
            <a:pPr marL="0" indent="457200">
              <a:buNone/>
            </a:pPr>
            <a:r>
              <a:rPr lang="en-US" altLang="en-US" sz="2220"/>
              <a:t>int main() {</a:t>
            </a:r>
            <a:endParaRPr lang="en-US" altLang="en-US" sz="2220"/>
          </a:p>
          <a:p>
            <a:pPr marL="0" indent="457200">
              <a:buNone/>
            </a:pPr>
            <a:r>
              <a:rPr lang="en-US" altLang="en-US" sz="2220"/>
              <a:t>    int retry_count = 0;</a:t>
            </a:r>
            <a:endParaRPr lang="en-US" altLang="en-US" sz="2220"/>
          </a:p>
          <a:p>
            <a:pPr marL="0" indent="457200">
              <a:buNone/>
            </a:pPr>
            <a:r>
              <a:rPr lang="en-US" altLang="en-US" sz="2220"/>
              <a:t>retry_loop:</a:t>
            </a:r>
            <a:endParaRPr lang="en-US" altLang="en-US" sz="2220"/>
          </a:p>
          <a:p>
            <a:pPr marL="0" indent="457200">
              <a:buNone/>
            </a:pPr>
            <a:r>
              <a:rPr lang="en-US" altLang="en-US" sz="2220"/>
              <a:t>    printf("Processing transaction...\n");</a:t>
            </a:r>
            <a:endParaRPr lang="en-US" altLang="en-US" sz="2220"/>
          </a:p>
          <a:p>
            <a:pPr marL="0" indent="457200">
              <a:buNone/>
            </a:pPr>
            <a:r>
              <a:rPr lang="en-US" altLang="en-US" sz="2220"/>
              <a:t>    if (retry_count &lt; 3) {</a:t>
            </a:r>
            <a:endParaRPr lang="en-US" altLang="en-US" sz="2220"/>
          </a:p>
          <a:p>
            <a:pPr marL="0" indent="457200">
              <a:buNone/>
            </a:pPr>
            <a:r>
              <a:rPr lang="zh-CN" altLang="en-US" sz="2220"/>
              <a:t>        //  </a:t>
            </a:r>
            <a:r>
              <a:rPr lang="en-US" altLang="en-US" sz="2220"/>
              <a:t>LOGIC ERROR: We forgot to do 'retry_count++' here!</a:t>
            </a:r>
            <a:endParaRPr lang="en-US" altLang="en-US" sz="2220"/>
          </a:p>
          <a:p>
            <a:pPr marL="0" indent="457200">
              <a:buNone/>
            </a:pPr>
            <a:r>
              <a:rPr lang="en-US" altLang="en-US" sz="2220"/>
              <a:t>        goto retry_loop; </a:t>
            </a:r>
            <a:endParaRPr lang="en-US" altLang="en-US" sz="2220"/>
          </a:p>
          <a:p>
            <a:pPr marL="457200" lvl="1" indent="457200">
              <a:buNone/>
            </a:pPr>
            <a:r>
              <a:rPr lang="en-US" altLang="en-US" sz="2220"/>
              <a:t>// Infinite loop locks up the CPU core</a:t>
            </a:r>
            <a:endParaRPr lang="en-US" altLang="en-US" sz="2220"/>
          </a:p>
          <a:p>
            <a:pPr marL="0" indent="457200">
              <a:buNone/>
            </a:pPr>
            <a:r>
              <a:rPr lang="en-US" altLang="en-US" sz="2220"/>
              <a:t>    }</a:t>
            </a:r>
            <a:endParaRPr lang="en-US" altLang="en-US" sz="2220"/>
          </a:p>
          <a:p>
            <a:pPr marL="0" indent="457200">
              <a:buNone/>
            </a:pPr>
            <a:r>
              <a:rPr lang="en-US" altLang="en-US" sz="2220"/>
              <a:t>    return 0;</a:t>
            </a:r>
            <a:endParaRPr lang="en-US" altLang="en-US" sz="2220"/>
          </a:p>
          <a:p>
            <a:pPr marL="0" indent="457200">
              <a:buNone/>
            </a:pPr>
            <a:r>
              <a:rPr lang="en-US" altLang="en-US" sz="2220"/>
              <a:t>}</a:t>
            </a:r>
            <a:endParaRPr lang="en-US" altLang="en-US" sz="2220"/>
          </a:p>
          <a:p>
            <a:pPr marL="0" indent="457200">
              <a:buNone/>
            </a:pPr>
            <a:endParaRPr lang="en-US" altLang="en-US" sz="2220"/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/>
              <a:t> </a:t>
            </a:r>
            <a:r>
              <a:rPr lang="en-US" altLang="en-US"/>
              <a:t>The Only Globally Accepted Use Case: Clean Error Recovery</a:t>
            </a:r>
            <a:endParaRPr lang="en-US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Despite its bad reputation, there is one pattern where goto is widely recognized as the cleanest solution in C: Single-point resource cleanup from deeply nested structures.</a:t>
            </a:r>
            <a:endParaRPr lang="en-US" altLang="en-US"/>
          </a:p>
          <a:p>
            <a:r>
              <a:rPr lang="en-US" altLang="en-US"/>
              <a:t>Without goto, handling a failure at step 4 of a process requires writing massive, repetitive, deeply indented if statements. Look how elegantly goto flattens this: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1301750"/>
            <a:ext cx="4815205" cy="4873625"/>
          </a:xfrm>
        </p:spPr>
        <p:txBody>
          <a:bodyPr>
            <a:normAutofit fontScale="35000"/>
          </a:bodyPr>
          <a:p>
            <a:pPr marL="0" indent="457200">
              <a:buNone/>
            </a:pPr>
            <a:r>
              <a:rPr lang="en-US" altLang="en-US" sz="4800"/>
              <a:t>#include &lt;stdlib.h&gt;</a:t>
            </a:r>
            <a:endParaRPr lang="en-US" altLang="en-US" sz="4800"/>
          </a:p>
          <a:p>
            <a:pPr marL="0" indent="457200">
              <a:buNone/>
            </a:pPr>
            <a:r>
              <a:rPr lang="en-US" altLang="en-US" sz="4800"/>
              <a:t>#include &lt;stdio.h&gt;</a:t>
            </a:r>
            <a:endParaRPr lang="en-US" altLang="en-US" sz="4800"/>
          </a:p>
          <a:p>
            <a:pPr marL="0" indent="457200">
              <a:buNone/>
            </a:pPr>
            <a:r>
              <a:rPr lang="en-US" altLang="en-US" sz="4800"/>
              <a:t>int initialize_system() {</a:t>
            </a:r>
            <a:endParaRPr lang="en-US" altLang="en-US" sz="4800"/>
          </a:p>
          <a:p>
            <a:pPr marL="0" indent="457200">
              <a:buNone/>
            </a:pPr>
            <a:r>
              <a:rPr lang="en-US" altLang="en-US" sz="4800"/>
              <a:t>    int *buffer = malloc(1024);</a:t>
            </a:r>
            <a:endParaRPr lang="en-US" altLang="en-US" sz="4800"/>
          </a:p>
          <a:p>
            <a:pPr marL="0" indent="457200">
              <a:buNone/>
            </a:pPr>
            <a:r>
              <a:rPr lang="en-US" altLang="en-US" sz="4800"/>
              <a:t>    if (!buffer) goto fail_buffer;</a:t>
            </a:r>
            <a:endParaRPr lang="en-US" altLang="en-US" sz="4800"/>
          </a:p>
          <a:p>
            <a:pPr marL="0" indent="457200">
              <a:buNone/>
            </a:pPr>
            <a:r>
              <a:rPr lang="en-US" altLang="en-US" sz="4800"/>
              <a:t>    FILE *file = fopen("config.txt", "r");</a:t>
            </a:r>
            <a:endParaRPr lang="en-US" altLang="en-US" sz="4800"/>
          </a:p>
          <a:p>
            <a:pPr marL="0" indent="457200">
              <a:buNone/>
            </a:pPr>
            <a:r>
              <a:rPr lang="en-US" altLang="en-US" sz="4800"/>
              <a:t>    if (!file) goto fail_file;  // ... perform work ...</a:t>
            </a:r>
            <a:endParaRPr lang="en-US" altLang="en-US" sz="4800"/>
          </a:p>
          <a:p>
            <a:pPr marL="0" indent="457200">
              <a:buNone/>
            </a:pPr>
            <a:r>
              <a:rPr lang="en-US" altLang="en-US" sz="4800"/>
              <a:t>    fclose(file);</a:t>
            </a:r>
            <a:endParaRPr lang="en-US" altLang="en-US" sz="4800"/>
          </a:p>
          <a:p>
            <a:pPr marL="0" indent="457200">
              <a:buNone/>
            </a:pPr>
            <a:r>
              <a:rPr lang="en-US" altLang="en-US" sz="4800"/>
              <a:t>    free(buffer);</a:t>
            </a:r>
            <a:endParaRPr lang="en-US" altLang="en-US" sz="4800"/>
          </a:p>
          <a:p>
            <a:pPr marL="0" indent="457200">
              <a:buNone/>
            </a:pPr>
            <a:r>
              <a:rPr lang="en-US" altLang="en-US" sz="4800"/>
              <a:t>    return 1; // Success</a:t>
            </a:r>
            <a:endParaRPr lang="en-US" altLang="en-US" sz="4800"/>
          </a:p>
          <a:p>
            <a:pPr marL="0" indent="457200">
              <a:buNone/>
            </a:pPr>
            <a:endParaRPr lang="en-US" altLang="en-US" sz="4800"/>
          </a:p>
        </p:txBody>
      </p:sp>
      <p:sp>
        <p:nvSpPr>
          <p:cNvPr id="7" name="Text Box 6"/>
          <p:cNvSpPr txBox="1"/>
          <p:nvPr/>
        </p:nvSpPr>
        <p:spPr>
          <a:xfrm>
            <a:off x="5779135" y="1180465"/>
            <a:ext cx="6412230" cy="49949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457200">
              <a:lnSpc>
                <a:spcPct val="150000"/>
              </a:lnSpc>
              <a:buNone/>
            </a:pPr>
            <a:r>
              <a:rPr lang="zh-CN" altLang="en-US">
                <a:sym typeface="+mn-ea"/>
              </a:rPr>
              <a:t>// </a:t>
            </a:r>
            <a:r>
              <a:rPr lang="en-US" altLang="en-US">
                <a:sym typeface="+mn-ea"/>
              </a:rPr>
              <a:t>Clean, linear backward unwinding cleanup ladder</a:t>
            </a:r>
            <a:endParaRPr lang="en-US" altLang="en-US"/>
          </a:p>
          <a:p>
            <a:pPr marL="0" indent="457200">
              <a:lnSpc>
                <a:spcPct val="150000"/>
              </a:lnSpc>
              <a:buNone/>
            </a:pPr>
            <a:endParaRPr lang="en-US" altLang="en-US">
              <a:sym typeface="+mn-ea"/>
            </a:endParaRPr>
          </a:p>
          <a:p>
            <a:pPr marL="0" indent="457200">
              <a:lnSpc>
                <a:spcPct val="150000"/>
              </a:lnSpc>
              <a:buNone/>
            </a:pPr>
            <a:r>
              <a:rPr lang="en-US" altLang="en-US">
                <a:sym typeface="+mn-ea"/>
              </a:rPr>
              <a:t>fail_file:</a:t>
            </a:r>
            <a:endParaRPr lang="en-US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en-US" altLang="en-US">
                <a:sym typeface="+mn-ea"/>
              </a:rPr>
              <a:t>    printf("File missing, cleaning up buffer...\n");</a:t>
            </a:r>
            <a:endParaRPr lang="en-US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en-US" altLang="en-US">
                <a:sym typeface="+mn-ea"/>
              </a:rPr>
              <a:t>    free(buffer); // Clean up step 1 resource</a:t>
            </a:r>
            <a:endParaRPr lang="en-US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en-US" altLang="en-US">
                <a:sym typeface="+mn-ea"/>
              </a:rPr>
              <a:t>fail_buffer:</a:t>
            </a:r>
            <a:endParaRPr lang="en-US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en-US" altLang="en-US">
                <a:sym typeface="+mn-ea"/>
              </a:rPr>
              <a:t>    printf("System initialization failed.\n");</a:t>
            </a:r>
            <a:endParaRPr lang="en-US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en-US" altLang="en-US">
                <a:sym typeface="+mn-ea"/>
              </a:rPr>
              <a:t>    return 0; // Absolute Failure</a:t>
            </a:r>
            <a:endParaRPr lang="en-US" altLang="en-US"/>
          </a:p>
          <a:p>
            <a:pPr marL="0" indent="457200">
              <a:lnSpc>
                <a:spcPct val="150000"/>
              </a:lnSpc>
              <a:buNone/>
            </a:pPr>
            <a:r>
              <a:rPr lang="en-US" altLang="en-US">
                <a:sym typeface="+mn-ea"/>
              </a:rPr>
              <a:t>}</a:t>
            </a:r>
            <a:endParaRPr lang="en-US" altLang="en-US"/>
          </a:p>
          <a:p>
            <a:pPr marL="0" indent="457200">
              <a:lnSpc>
                <a:spcPct val="150000"/>
              </a:lnSpc>
              <a:buNone/>
            </a:pPr>
            <a:endParaRPr lang="en-US" altLang="en-US"/>
          </a:p>
          <a:p>
            <a:pPr>
              <a:lnSpc>
                <a:spcPct val="150000"/>
              </a:lnSpc>
            </a:pPr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Example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 altLang="en-US"/>
              <a:t>This precise pattern is used thousands of times across the Linux Kernel source code to guarantee that memory leaks never occur when an operation fails halfway through.</a:t>
            </a:r>
            <a:endParaRPr lang="en-US" altLang="en-US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695960" y="991869"/>
            <a:ext cx="10800000" cy="4873625"/>
          </a:xfrm>
        </p:spPr>
        <p:txBody>
          <a:bodyPr anchor="ctr" anchorCtr="0"/>
          <a:p>
            <a:pPr marL="0" indent="0" algn="ctr">
              <a:buNone/>
            </a:pPr>
            <a:r>
              <a:rPr lang="en-US" sz="8000"/>
              <a:t>THANK YOU</a:t>
            </a:r>
            <a:endParaRPr lang="en-US" sz="8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编辑母版标题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1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</p:tagLst>
</file>

<file path=ppt/tags/tag4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PRESET_TEXT" val="署名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6.xml><?xml version="1.0" encoding="utf-8"?>
<p:tagLst xmlns:p="http://schemas.openxmlformats.org/presentationml/2006/main">
  <p:tag name="KSO_WM_UNIT_TYPE" val="f"/>
  <p:tag name="KSO_WM_UNIT_SUBTYPE" val="g"/>
  <p:tag name="KSO_WM_UNIT_INDEX" val="4"/>
  <p:tag name="KSO_WM_BEAUTIFY_FLAG" val="#wm#"/>
  <p:tag name="KSO_WM_TAG_VERSION" val="3.0"/>
  <p:tag name="KSO_WM_UNIT_PRESET_TEXT" val="公司名"/>
  <p:tag name="KSO_WM_UNIT_ID" val="_1*f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7.xml><?xml version="1.0" encoding="utf-8"?>
<p:tagLst xmlns:p="http://schemas.openxmlformats.org/presentationml/2006/main">
  <p:tag name="KSO_WM_UNIT_TYPE" val="f"/>
  <p:tag name="KSO_WM_UNIT_SUBTYPE" val="c"/>
  <p:tag name="KSO_WM_UNIT_INDEX" val="2"/>
  <p:tag name="KSO_WM_BEAUTIFY_FLAG" val="#wm#"/>
  <p:tag name="KSO_WM_TAG_VERSION" val="3.0"/>
  <p:tag name="KSO_WM_UNIT_PRESET_TEXT" val="日期时间"/>
  <p:tag name="KSO_WM_UNIT_ID" val="_1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8.xml><?xml version="1.0" encoding="utf-8"?>
<p:tagLst xmlns:p="http://schemas.openxmlformats.org/presentationml/2006/main">
  <p:tag name="KSO_WM_UNIT_TYPE" val="f"/>
  <p:tag name="KSO_WM_UNIT_SUBTYPE" val="e"/>
  <p:tag name="KSO_WM_UNIT_INDEX" val="3"/>
  <p:tag name="KSO_WM_BEAUTIFY_FLAG" val="#wm#"/>
  <p:tag name="KSO_WM_TAG_VERSION" val="3.0"/>
  <p:tag name="KSO_WM_UNIT_PRESET_TEXT" val="年号"/>
  <p:tag name="KSO_WM_UNIT_ID" val="_1*f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0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2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4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8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19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2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2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1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20238442"/>
</p:tagLst>
</file>

<file path=ppt/tags/tag29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1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20238442"/>
</p:tagLst>
</file>

<file path=ppt/tags/tag30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1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2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34.xml><?xml version="1.0" encoding="utf-8"?>
<p:tagLst xmlns:p="http://schemas.openxmlformats.org/presentationml/2006/main">
  <p:tag name="KSO_WM_TEMPLATE_THUMBS_INDEX" val="1、9"/>
  <p:tag name="KSO_WM_TEMPLATE_SUBCATEGORY" val="29"/>
  <p:tag name="KSO_WM_TEMPLATE_COLOR_TYPE" val="0"/>
  <p:tag name="KSO_WM_TAG_VERSION" val="3.0"/>
  <p:tag name="KSO_WM_BEAUTIFY_FLAG" val="#wm#"/>
  <p:tag name="KSO_WM_TEMPLATE_INDEX" val="20238442"/>
  <p:tag name="KSO_WM_TEMPLATE_CATEGORY" val="custom"/>
  <p:tag name="KSO_WM_TEMPLATE_MASTER_TYPE" val="0"/>
  <p:tag name="KSO_WM_SPECIAL_SOURCE" val="bdnull"/>
</p:tagLst>
</file>

<file path=ppt/tags/tag3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ID" val="custom20238442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442"/>
  <p:tag name="KSO_WM_TEMPLATE_CATEGORY" val="custom"/>
  <p:tag name="KSO_WM_UNIT_ISCONTENTSTITLE" val="0"/>
  <p:tag name="KSO_WM_UNIT_VALUE" val="60"/>
  <p:tag name="KSO_WM_UNIT_PRESET_TEXT" val="The title goes here"/>
</p:tagLst>
</file>

<file path=ppt/tags/tag36.xml><?xml version="1.0" encoding="utf-8"?>
<p:tagLst xmlns:p="http://schemas.openxmlformats.org/presentationml/2006/main">
  <p:tag name="KSO_WM_UNIT_TYPE" val="f"/>
  <p:tag name="KSO_WM_UNIT_SUBTYPE" val="b"/>
  <p:tag name="KSO_WM_UNIT_INDEX" val="1"/>
  <p:tag name="KSO_WM_BEAUTIFY_FLAG" val="#wm#"/>
  <p:tag name="KSO_WM_TAG_VERSION" val="3.0"/>
  <p:tag name="KSO_WM_UNIT_ID" val="custom20238442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20238442"/>
  <p:tag name="KSO_WM_TEMPLATE_CATEGORY" val="custom"/>
  <p:tag name="KSO_WM_UNIT_VALUE" val="13"/>
  <p:tag name="KSO_WM_UNIT_PRESET_TEXT" val="Name"/>
</p:tagLst>
</file>

<file path=ppt/tags/tag37.xml><?xml version="1.0" encoding="utf-8"?>
<p:tagLst xmlns:p="http://schemas.openxmlformats.org/presentationml/2006/main">
  <p:tag name="KSO_WM_TEMPLATE_THUMBS_INDEX" val="1、9"/>
  <p:tag name="KSO_WM_SLIDE_TYPE" val="title"/>
  <p:tag name="KSO_WM_TEMPLATE_SUBCATEGORY" val="29"/>
  <p:tag name="KSO_WM_TEMPLATE_COLOR_TYPE" val="0"/>
  <p:tag name="KSO_WM_TAG_VERSION" val="3.0"/>
  <p:tag name="KSO_WM_SLIDE_SUBTYPE" val="pureTxt"/>
  <p:tag name="KSO_WM_SLIDE_ITEM_CNT" val="0"/>
  <p:tag name="KSO_WM_BEAUTIFY_FLAG" val="#wm#"/>
  <p:tag name="KSO_WM_TEMPLATE_INDEX" val="20238442"/>
  <p:tag name="KSO_WM_TEMPLATE_CATEGORY" val="custom"/>
  <p:tag name="KSO_WM_SLIDE_INDEX" val="1"/>
  <p:tag name="KSO_WM_SLIDE_ID" val="custom20238442_1"/>
  <p:tag name="KSO_WM_TEMPLATE_MASTER_TYPE" val="0"/>
  <p:tag name="KSO_WM_SLIDE_LAYOUT" val="a_b_f"/>
  <p:tag name="KSO_WM_SLIDE_LAYOUT_CNT" val="1_1_4"/>
  <p:tag name="KSO_WM_SPECIAL_SOURCE" val="bdnull"/>
</p:tagLst>
</file>

<file path=ppt/tags/tag38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39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1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2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3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4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5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6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7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8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49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50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51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52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53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54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55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56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57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ags/tag58.xml><?xml version="1.0" encoding="utf-8"?>
<p:tagLst xmlns:p="http://schemas.openxmlformats.org/presentationml/2006/main">
  <p:tag name="KSO_WM_BEAUTIFY_FLAG" val="#wm#"/>
  <p:tag name="KSO_WM_TEMPLATE_CATEGORY" val="custom"/>
  <p:tag name="KSO_WM_TEMPLATE_INDEX" val="20238442"/>
</p:tagLst>
</file>

<file path=ppt/theme/theme1.xml><?xml version="1.0" encoding="utf-8"?>
<a:theme xmlns:a="http://schemas.openxmlformats.org/drawingml/2006/main" name="Office Theme">
  <a:themeElements>
    <a:clrScheme name="自定义 241">
      <a:dk1>
        <a:sysClr val="windowText" lastClr="000000"/>
      </a:dk1>
      <a:lt1>
        <a:sysClr val="window" lastClr="FFFFFF"/>
      </a:lt1>
      <a:dk2>
        <a:srgbClr val="3F3F3F"/>
      </a:dk2>
      <a:lt2>
        <a:srgbClr val="E8F3D4"/>
      </a:lt2>
      <a:accent1>
        <a:srgbClr val="8BA969"/>
      </a:accent1>
      <a:accent2>
        <a:srgbClr val="8AB833"/>
      </a:accent2>
      <a:accent3>
        <a:srgbClr val="C0CF3A"/>
      </a:accent3>
      <a:accent4>
        <a:srgbClr val="B6AA8C"/>
      </a:accent4>
      <a:accent5>
        <a:srgbClr val="FFC000"/>
      </a:accent5>
      <a:accent6>
        <a:srgbClr val="F9A846"/>
      </a:accent6>
      <a:hlink>
        <a:srgbClr val="6B9F25"/>
      </a:hlink>
      <a:folHlink>
        <a:srgbClr val="BA6906"/>
      </a:folHlink>
    </a:clrScheme>
    <a:fontScheme name="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5284</Words>
  <Application>WPS Presentation</Application>
  <PresentationFormat>Widescreen</PresentationFormat>
  <Paragraphs>179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Lato</vt:lpstr>
      <vt:lpstr>Manrope ExtraBold</vt:lpstr>
      <vt:lpstr>monospace</vt:lpstr>
      <vt:lpstr>Segoe Print</vt:lpstr>
      <vt:lpstr>Office Theme</vt:lpstr>
      <vt:lpstr>The title goes here</vt:lpstr>
      <vt:lpstr>PowerPoint 演示文稿</vt:lpstr>
      <vt:lpstr>PowerPoint 演示文稿</vt:lpstr>
      <vt:lpstr>PowerPoint 演示文稿</vt:lpstr>
      <vt:lpstr>GOTO</vt:lpstr>
      <vt:lpstr>GOTO</vt:lpstr>
      <vt:lpstr>PowerPoint 演示文稿</vt:lpstr>
      <vt:lpstr>GOTO</vt:lpstr>
      <vt:lpstr>PowerPoint 演示文稿</vt:lpstr>
      <vt:lpstr>GOTO</vt:lpstr>
      <vt:lpstr>GOTO</vt:lpstr>
      <vt:lpstr>GOTO</vt:lpstr>
      <vt:lpstr>GOTO</vt:lpstr>
      <vt:lpstr>GOTO</vt:lpstr>
      <vt:lpstr>GOTO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GOTO STATEMENT</dc:title>
  <dc:creator/>
  <cp:lastModifiedBy>chatbotislive</cp:lastModifiedBy>
  <cp:revision>1</cp:revision>
  <dcterms:created xsi:type="dcterms:W3CDTF">2026-06-26T20:47:44Z</dcterms:created>
  <dcterms:modified xsi:type="dcterms:W3CDTF">2026-06-26T20:47:44Z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0AEA7E4B2A0B44A6AAF916CBB8B1DA4D_12</vt:lpwstr>
  </property>
</Properties>
</file>