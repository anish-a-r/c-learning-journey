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3"/>
    <p:sldId id="259" r:id="rId4"/>
    <p:sldId id="260" r:id="rId5"/>
    <p:sldId id="261" r:id="rId6"/>
    <p:sldId id="277" r:id="rId7"/>
    <p:sldId id="27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30"/>
          <p:cNvSpPr/>
          <p:nvPr userDrawn="1">
            <p:custDataLst>
              <p:tags r:id="rId3"/>
            </p:custDataLst>
          </p:nvPr>
        </p:nvSpPr>
        <p:spPr>
          <a:xfrm>
            <a:off x="7348406" y="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10421904" y="846740"/>
            <a:ext cx="556181" cy="84328"/>
          </a:xfrm>
          <a:custGeom>
            <a:avLst/>
            <a:gdLst>
              <a:gd name="connsiteX0" fmla="*/ 514017 w 556181"/>
              <a:gd name="connsiteY0" fmla="*/ 0 h 84328"/>
              <a:gd name="connsiteX1" fmla="*/ 556181 w 556181"/>
              <a:gd name="connsiteY1" fmla="*/ 42164 h 84328"/>
              <a:gd name="connsiteX2" fmla="*/ 514017 w 556181"/>
              <a:gd name="connsiteY2" fmla="*/ 84328 h 84328"/>
              <a:gd name="connsiteX3" fmla="*/ 471853 w 556181"/>
              <a:gd name="connsiteY3" fmla="*/ 42164 h 84328"/>
              <a:gd name="connsiteX4" fmla="*/ 514017 w 556181"/>
              <a:gd name="connsiteY4" fmla="*/ 0 h 84328"/>
              <a:gd name="connsiteX5" fmla="*/ 356734 w 556181"/>
              <a:gd name="connsiteY5" fmla="*/ 0 h 84328"/>
              <a:gd name="connsiteX6" fmla="*/ 398898 w 556181"/>
              <a:gd name="connsiteY6" fmla="*/ 42164 h 84328"/>
              <a:gd name="connsiteX7" fmla="*/ 356734 w 556181"/>
              <a:gd name="connsiteY7" fmla="*/ 84328 h 84328"/>
              <a:gd name="connsiteX8" fmla="*/ 314570 w 556181"/>
              <a:gd name="connsiteY8" fmla="*/ 42164 h 84328"/>
              <a:gd name="connsiteX9" fmla="*/ 356734 w 556181"/>
              <a:gd name="connsiteY9" fmla="*/ 0 h 84328"/>
              <a:gd name="connsiteX10" fmla="*/ 199448 w 556181"/>
              <a:gd name="connsiteY10" fmla="*/ 0 h 84328"/>
              <a:gd name="connsiteX11" fmla="*/ 241612 w 556181"/>
              <a:gd name="connsiteY11" fmla="*/ 42164 h 84328"/>
              <a:gd name="connsiteX12" fmla="*/ 199448 w 556181"/>
              <a:gd name="connsiteY12" fmla="*/ 84328 h 84328"/>
              <a:gd name="connsiteX13" fmla="*/ 157284 w 556181"/>
              <a:gd name="connsiteY13" fmla="*/ 42164 h 84328"/>
              <a:gd name="connsiteX14" fmla="*/ 199448 w 556181"/>
              <a:gd name="connsiteY14" fmla="*/ 0 h 84328"/>
              <a:gd name="connsiteX15" fmla="*/ 42164 w 556181"/>
              <a:gd name="connsiteY15" fmla="*/ 0 h 84328"/>
              <a:gd name="connsiteX16" fmla="*/ 84328 w 556181"/>
              <a:gd name="connsiteY16" fmla="*/ 42164 h 84328"/>
              <a:gd name="connsiteX17" fmla="*/ 42164 w 556181"/>
              <a:gd name="connsiteY17" fmla="*/ 84328 h 84328"/>
              <a:gd name="connsiteX18" fmla="*/ 0 w 556181"/>
              <a:gd name="connsiteY18" fmla="*/ 42164 h 84328"/>
              <a:gd name="connsiteX19" fmla="*/ 42164 w 556181"/>
              <a:gd name="connsiteY19" fmla="*/ 0 h 8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6181" h="84328">
                <a:moveTo>
                  <a:pt x="514017" y="0"/>
                </a:moveTo>
                <a:cubicBezTo>
                  <a:pt x="537304" y="0"/>
                  <a:pt x="556181" y="18877"/>
                  <a:pt x="556181" y="42164"/>
                </a:cubicBezTo>
                <a:cubicBezTo>
                  <a:pt x="556181" y="65451"/>
                  <a:pt x="537304" y="84328"/>
                  <a:pt x="514017" y="84328"/>
                </a:cubicBezTo>
                <a:cubicBezTo>
                  <a:pt x="490730" y="84328"/>
                  <a:pt x="471853" y="65451"/>
                  <a:pt x="471853" y="42164"/>
                </a:cubicBezTo>
                <a:cubicBezTo>
                  <a:pt x="471853" y="18877"/>
                  <a:pt x="490730" y="0"/>
                  <a:pt x="514017" y="0"/>
                </a:cubicBezTo>
                <a:close/>
                <a:moveTo>
                  <a:pt x="356734" y="0"/>
                </a:moveTo>
                <a:cubicBezTo>
                  <a:pt x="380021" y="0"/>
                  <a:pt x="398898" y="18877"/>
                  <a:pt x="398898" y="42164"/>
                </a:cubicBezTo>
                <a:cubicBezTo>
                  <a:pt x="398898" y="65451"/>
                  <a:pt x="380021" y="84328"/>
                  <a:pt x="356734" y="84328"/>
                </a:cubicBezTo>
                <a:cubicBezTo>
                  <a:pt x="333447" y="84328"/>
                  <a:pt x="314570" y="65451"/>
                  <a:pt x="314570" y="42164"/>
                </a:cubicBezTo>
                <a:cubicBezTo>
                  <a:pt x="314570" y="18877"/>
                  <a:pt x="333447" y="0"/>
                  <a:pt x="356734" y="0"/>
                </a:cubicBezTo>
                <a:close/>
                <a:moveTo>
                  <a:pt x="199448" y="0"/>
                </a:moveTo>
                <a:cubicBezTo>
                  <a:pt x="222735" y="0"/>
                  <a:pt x="241612" y="18877"/>
                  <a:pt x="241612" y="42164"/>
                </a:cubicBezTo>
                <a:cubicBezTo>
                  <a:pt x="241612" y="65451"/>
                  <a:pt x="222735" y="84328"/>
                  <a:pt x="199448" y="84328"/>
                </a:cubicBezTo>
                <a:cubicBezTo>
                  <a:pt x="176161" y="84328"/>
                  <a:pt x="157284" y="65451"/>
                  <a:pt x="157284" y="42164"/>
                </a:cubicBezTo>
                <a:cubicBezTo>
                  <a:pt x="157284" y="18877"/>
                  <a:pt x="176161" y="0"/>
                  <a:pt x="199448" y="0"/>
                </a:cubicBezTo>
                <a:close/>
                <a:moveTo>
                  <a:pt x="42164" y="0"/>
                </a:moveTo>
                <a:cubicBezTo>
                  <a:pt x="65451" y="0"/>
                  <a:pt x="84328" y="18877"/>
                  <a:pt x="84328" y="42164"/>
                </a:cubicBezTo>
                <a:cubicBezTo>
                  <a:pt x="84328" y="65451"/>
                  <a:pt x="65451" y="84328"/>
                  <a:pt x="42164" y="84328"/>
                </a:cubicBezTo>
                <a:cubicBezTo>
                  <a:pt x="18877" y="84328"/>
                  <a:pt x="0" y="65451"/>
                  <a:pt x="0" y="42164"/>
                </a:cubicBezTo>
                <a:cubicBezTo>
                  <a:pt x="0" y="18877"/>
                  <a:pt x="18877" y="0"/>
                  <a:pt x="4216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7" name="直接连接符 26"/>
          <p:cNvCxnSpPr/>
          <p:nvPr userDrawn="1">
            <p:custDataLst>
              <p:tags r:id="rId5"/>
            </p:custDataLst>
          </p:nvPr>
        </p:nvCxnSpPr>
        <p:spPr>
          <a:xfrm flipH="1">
            <a:off x="4639403" y="5949950"/>
            <a:ext cx="6169025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2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6"/>
            </p:custDataLst>
          </p:nvPr>
        </p:nvCxnSpPr>
        <p:spPr>
          <a:xfrm flipH="1">
            <a:off x="10915065" y="5949950"/>
            <a:ext cx="358226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7"/>
            </p:custDataLst>
          </p:nvPr>
        </p:nvCxnSpPr>
        <p:spPr>
          <a:xfrm flipH="1">
            <a:off x="11379928" y="5949950"/>
            <a:ext cx="135383" cy="0"/>
          </a:xfrm>
          <a:prstGeom prst="line">
            <a:avLst/>
          </a:prstGeom>
          <a:ln w="25400" cap="rnd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3833495" y="2242185"/>
            <a:ext cx="7122160" cy="2569210"/>
          </a:xfrm>
        </p:spPr>
        <p:txBody>
          <a:bodyPr wrap="square" anchor="t" anchorCtr="0">
            <a:normAutofit/>
          </a:bodyPr>
          <a:lstStyle>
            <a:lvl1pPr algn="r">
              <a:lnSpc>
                <a:spcPct val="100000"/>
              </a:lnSpc>
              <a:defRPr sz="5000" b="0"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3833406" y="1099230"/>
            <a:ext cx="7122470" cy="972000"/>
          </a:xfrm>
        </p:spPr>
        <p:txBody>
          <a:bodyPr wrap="square"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8265034" y="4921400"/>
            <a:ext cx="2690842" cy="545625"/>
          </a:xfrm>
          <a:custGeom>
            <a:avLst/>
            <a:gdLst>
              <a:gd name="connsiteX0" fmla="*/ 0 w 2690842"/>
              <a:gd name="connsiteY0" fmla="*/ 0 h 545625"/>
              <a:gd name="connsiteX1" fmla="*/ 2690842 w 2690842"/>
              <a:gd name="connsiteY1" fmla="*/ 0 h 545625"/>
              <a:gd name="connsiteX2" fmla="*/ 2690842 w 2690842"/>
              <a:gd name="connsiteY2" fmla="*/ 440636 h 545625"/>
              <a:gd name="connsiteX3" fmla="*/ 2365574 w 2690842"/>
              <a:gd name="connsiteY3" fmla="*/ 440636 h 545625"/>
              <a:gd name="connsiteX4" fmla="*/ 2280214 w 2690842"/>
              <a:gd name="connsiteY4" fmla="*/ 545625 h 545625"/>
              <a:gd name="connsiteX5" fmla="*/ 0 w 2690842"/>
              <a:gd name="connsiteY5" fmla="*/ 545625 h 54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0842" h="545625">
                <a:moveTo>
                  <a:pt x="0" y="0"/>
                </a:moveTo>
                <a:lnTo>
                  <a:pt x="2690842" y="0"/>
                </a:lnTo>
                <a:lnTo>
                  <a:pt x="2690842" y="440636"/>
                </a:lnTo>
                <a:lnTo>
                  <a:pt x="2365574" y="440636"/>
                </a:lnTo>
                <a:lnTo>
                  <a:pt x="2280214" y="545625"/>
                </a:lnTo>
                <a:lnTo>
                  <a:pt x="0" y="54562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9900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</a:ln>
        </p:spPr>
        <p:txBody>
          <a:bodyPr wrap="square" rIns="54000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任意多边形: 形状 19"/>
          <p:cNvSpPr/>
          <p:nvPr userDrawn="1">
            <p:custDataLst>
              <p:tags r:id="rId14"/>
            </p:custDataLst>
          </p:nvPr>
        </p:nvSpPr>
        <p:spPr>
          <a:xfrm flipH="1" flipV="1">
            <a:off x="10606610" y="5397193"/>
            <a:ext cx="312253" cy="69831"/>
          </a:xfrm>
          <a:custGeom>
            <a:avLst/>
            <a:gdLst>
              <a:gd name="connsiteX0" fmla="*/ 278134 w 389081"/>
              <a:gd name="connsiteY0" fmla="*/ 89627 h 89627"/>
              <a:gd name="connsiteX1" fmla="*/ 329769 w 389081"/>
              <a:gd name="connsiteY1" fmla="*/ 89627 h 89627"/>
              <a:gd name="connsiteX2" fmla="*/ 389081 w 389081"/>
              <a:gd name="connsiteY2" fmla="*/ 0 h 89627"/>
              <a:gd name="connsiteX3" fmla="*/ 337446 w 389081"/>
              <a:gd name="connsiteY3" fmla="*/ 0 h 89627"/>
              <a:gd name="connsiteX4" fmla="*/ 185423 w 389081"/>
              <a:gd name="connsiteY4" fmla="*/ 89627 h 89627"/>
              <a:gd name="connsiteX5" fmla="*/ 237057 w 389081"/>
              <a:gd name="connsiteY5" fmla="*/ 89627 h 89627"/>
              <a:gd name="connsiteX6" fmla="*/ 296370 w 389081"/>
              <a:gd name="connsiteY6" fmla="*/ 0 h 89627"/>
              <a:gd name="connsiteX7" fmla="*/ 244735 w 389081"/>
              <a:gd name="connsiteY7" fmla="*/ 0 h 89627"/>
              <a:gd name="connsiteX8" fmla="*/ 92711 w 389081"/>
              <a:gd name="connsiteY8" fmla="*/ 89627 h 89627"/>
              <a:gd name="connsiteX9" fmla="*/ 144346 w 389081"/>
              <a:gd name="connsiteY9" fmla="*/ 89627 h 89627"/>
              <a:gd name="connsiteX10" fmla="*/ 203659 w 389081"/>
              <a:gd name="connsiteY10" fmla="*/ 0 h 89627"/>
              <a:gd name="connsiteX11" fmla="*/ 152024 w 389081"/>
              <a:gd name="connsiteY11" fmla="*/ 0 h 89627"/>
              <a:gd name="connsiteX12" fmla="*/ 0 w 389081"/>
              <a:gd name="connsiteY12" fmla="*/ 89627 h 89627"/>
              <a:gd name="connsiteX13" fmla="*/ 51635 w 389081"/>
              <a:gd name="connsiteY13" fmla="*/ 89627 h 89627"/>
              <a:gd name="connsiteX14" fmla="*/ 110947 w 389081"/>
              <a:gd name="connsiteY14" fmla="*/ 0 h 89627"/>
              <a:gd name="connsiteX15" fmla="*/ 59312 w 389081"/>
              <a:gd name="connsiteY15" fmla="*/ 0 h 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9081" h="89627">
                <a:moveTo>
                  <a:pt x="278134" y="89627"/>
                </a:moveTo>
                <a:lnTo>
                  <a:pt x="329769" y="89627"/>
                </a:lnTo>
                <a:lnTo>
                  <a:pt x="389081" y="0"/>
                </a:lnTo>
                <a:lnTo>
                  <a:pt x="337446" y="0"/>
                </a:lnTo>
                <a:close/>
                <a:moveTo>
                  <a:pt x="185423" y="89627"/>
                </a:moveTo>
                <a:lnTo>
                  <a:pt x="237057" y="89627"/>
                </a:lnTo>
                <a:lnTo>
                  <a:pt x="296370" y="0"/>
                </a:lnTo>
                <a:lnTo>
                  <a:pt x="244735" y="0"/>
                </a:lnTo>
                <a:close/>
                <a:moveTo>
                  <a:pt x="92711" y="89627"/>
                </a:moveTo>
                <a:lnTo>
                  <a:pt x="144346" y="89627"/>
                </a:lnTo>
                <a:lnTo>
                  <a:pt x="203659" y="0"/>
                </a:lnTo>
                <a:lnTo>
                  <a:pt x="152024" y="0"/>
                </a:lnTo>
                <a:close/>
                <a:moveTo>
                  <a:pt x="0" y="89627"/>
                </a:moveTo>
                <a:lnTo>
                  <a:pt x="51635" y="89627"/>
                </a:lnTo>
                <a:lnTo>
                  <a:pt x="110947" y="0"/>
                </a:lnTo>
                <a:lnTo>
                  <a:pt x="59312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37" name="任意多边形: 形状 36"/>
          <p:cNvSpPr/>
          <p:nvPr userDrawn="1">
            <p:custDataLst>
              <p:tags r:id="rId15"/>
            </p:custDataLst>
          </p:nvPr>
        </p:nvSpPr>
        <p:spPr>
          <a:xfrm>
            <a:off x="0" y="460439"/>
            <a:ext cx="2968667" cy="5937123"/>
          </a:xfrm>
          <a:custGeom>
            <a:avLst/>
            <a:gdLst>
              <a:gd name="connsiteX0" fmla="*/ 0 w 2968667"/>
              <a:gd name="connsiteY0" fmla="*/ 0 h 5937123"/>
              <a:gd name="connsiteX1" fmla="*/ 2968459 w 2968667"/>
              <a:gd name="connsiteY1" fmla="*/ 2968457 h 5937123"/>
              <a:gd name="connsiteX2" fmla="*/ 2968667 w 2968667"/>
              <a:gd name="connsiteY2" fmla="*/ 2968457 h 5937123"/>
              <a:gd name="connsiteX3" fmla="*/ 0 w 2968667"/>
              <a:gd name="connsiteY3" fmla="*/ 5937123 h 5937123"/>
              <a:gd name="connsiteX4" fmla="*/ 0 w 2968667"/>
              <a:gd name="connsiteY4" fmla="*/ 4759980 h 5937123"/>
              <a:gd name="connsiteX5" fmla="*/ 1791524 w 2968667"/>
              <a:gd name="connsiteY5" fmla="*/ 2968457 h 5937123"/>
              <a:gd name="connsiteX6" fmla="*/ 0 w 2968667"/>
              <a:gd name="connsiteY6" fmla="*/ 1176935 h 593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8667" h="5937123">
                <a:moveTo>
                  <a:pt x="0" y="0"/>
                </a:moveTo>
                <a:lnTo>
                  <a:pt x="2968459" y="2968457"/>
                </a:lnTo>
                <a:lnTo>
                  <a:pt x="2968667" y="2968457"/>
                </a:lnTo>
                <a:lnTo>
                  <a:pt x="0" y="5937123"/>
                </a:lnTo>
                <a:lnTo>
                  <a:pt x="0" y="4759980"/>
                </a:lnTo>
                <a:lnTo>
                  <a:pt x="1791524" y="2968457"/>
                </a:lnTo>
                <a:lnTo>
                  <a:pt x="0" y="117693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cxnSp>
        <p:nvCxnSpPr>
          <p:cNvPr id="11" name="直接连接符 10"/>
          <p:cNvCxnSpPr/>
          <p:nvPr userDrawn="1">
            <p:custDataLst>
              <p:tags r:id="rId16"/>
            </p:custDataLst>
          </p:nvPr>
        </p:nvCxnSpPr>
        <p:spPr>
          <a:xfrm>
            <a:off x="1429263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11"/>
          <p:cNvCxnSpPr/>
          <p:nvPr userDrawn="1">
            <p:custDataLst>
              <p:tags r:id="rId17"/>
            </p:custDataLst>
          </p:nvPr>
        </p:nvCxnSpPr>
        <p:spPr>
          <a:xfrm>
            <a:off x="1232452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 userDrawn="1">
            <p:custDataLst>
              <p:tags r:id="rId18"/>
            </p:custDataLst>
          </p:nvPr>
        </p:nvCxnSpPr>
        <p:spPr>
          <a:xfrm>
            <a:off x="1035640" y="699862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直接连接符 14"/>
          <p:cNvCxnSpPr/>
          <p:nvPr userDrawn="1">
            <p:custDataLst>
              <p:tags r:id="rId19"/>
            </p:custDataLst>
          </p:nvPr>
        </p:nvCxnSpPr>
        <p:spPr>
          <a:xfrm flipV="1">
            <a:off x="1429263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接连接符 15"/>
          <p:cNvCxnSpPr/>
          <p:nvPr userDrawn="1">
            <p:custDataLst>
              <p:tags r:id="rId20"/>
            </p:custDataLst>
          </p:nvPr>
        </p:nvCxnSpPr>
        <p:spPr>
          <a:xfrm flipV="1">
            <a:off x="1232452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直接连接符 16"/>
          <p:cNvCxnSpPr/>
          <p:nvPr userDrawn="1">
            <p:custDataLst>
              <p:tags r:id="rId21"/>
            </p:custDataLst>
          </p:nvPr>
        </p:nvCxnSpPr>
        <p:spPr>
          <a:xfrm flipV="1">
            <a:off x="1035640" y="3962228"/>
            <a:ext cx="2207333" cy="2207333"/>
          </a:xfrm>
          <a:prstGeom prst="line">
            <a:avLst/>
          </a:prstGeom>
          <a:noFill/>
          <a:ln w="22225">
            <a:gradFill>
              <a:gsLst>
                <a:gs pos="917">
                  <a:schemeClr val="accent1">
                    <a:alpha val="0"/>
                  </a:schemeClr>
                </a:gs>
                <a:gs pos="97248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任意多边形: 形状 25"/>
          <p:cNvSpPr/>
          <p:nvPr userDrawn="1">
            <p:custDataLst>
              <p:tags r:id="rId22"/>
            </p:custDataLst>
          </p:nvPr>
        </p:nvSpPr>
        <p:spPr>
          <a:xfrm>
            <a:off x="0" y="2874648"/>
            <a:ext cx="554354" cy="1108704"/>
          </a:xfrm>
          <a:custGeom>
            <a:avLst/>
            <a:gdLst>
              <a:gd name="connsiteX0" fmla="*/ 0 w 554354"/>
              <a:gd name="connsiteY0" fmla="*/ 0 h 1108704"/>
              <a:gd name="connsiteX1" fmla="*/ 554354 w 554354"/>
              <a:gd name="connsiteY1" fmla="*/ 554352 h 1108704"/>
              <a:gd name="connsiteX2" fmla="*/ 0 w 554354"/>
              <a:gd name="connsiteY2" fmla="*/ 1108704 h 110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4354" h="1108704">
                <a:moveTo>
                  <a:pt x="0" y="0"/>
                </a:moveTo>
                <a:lnTo>
                  <a:pt x="554354" y="554352"/>
                </a:lnTo>
                <a:lnTo>
                  <a:pt x="0" y="110870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4" name="任意多边形: 形状 33"/>
          <p:cNvSpPr/>
          <p:nvPr userDrawn="1">
            <p:custDataLst>
              <p:tags r:id="rId23"/>
            </p:custDataLst>
          </p:nvPr>
        </p:nvSpPr>
        <p:spPr>
          <a:xfrm>
            <a:off x="0" y="1337201"/>
            <a:ext cx="2091874" cy="4183599"/>
          </a:xfrm>
          <a:custGeom>
            <a:avLst/>
            <a:gdLst>
              <a:gd name="connsiteX0" fmla="*/ 0 w 2091874"/>
              <a:gd name="connsiteY0" fmla="*/ 0 h 4183599"/>
              <a:gd name="connsiteX1" fmla="*/ 2091727 w 2091874"/>
              <a:gd name="connsiteY1" fmla="*/ 2091726 h 4183599"/>
              <a:gd name="connsiteX2" fmla="*/ 2091874 w 2091874"/>
              <a:gd name="connsiteY2" fmla="*/ 2091726 h 4183599"/>
              <a:gd name="connsiteX3" fmla="*/ 0 w 2091874"/>
              <a:gd name="connsiteY3" fmla="*/ 4183599 h 4183599"/>
              <a:gd name="connsiteX4" fmla="*/ 0 w 2091874"/>
              <a:gd name="connsiteY4" fmla="*/ 3354124 h 4183599"/>
              <a:gd name="connsiteX5" fmla="*/ 1262398 w 2091874"/>
              <a:gd name="connsiteY5" fmla="*/ 2091726 h 4183599"/>
              <a:gd name="connsiteX6" fmla="*/ 0 w 2091874"/>
              <a:gd name="connsiteY6" fmla="*/ 829327 h 418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1874" h="4183599">
                <a:moveTo>
                  <a:pt x="0" y="0"/>
                </a:moveTo>
                <a:lnTo>
                  <a:pt x="2091727" y="2091726"/>
                </a:lnTo>
                <a:lnTo>
                  <a:pt x="2091874" y="2091726"/>
                </a:lnTo>
                <a:lnTo>
                  <a:pt x="0" y="4183599"/>
                </a:lnTo>
                <a:lnTo>
                  <a:pt x="0" y="3354124"/>
                </a:lnTo>
                <a:lnTo>
                  <a:pt x="1262398" y="2091726"/>
                </a:lnTo>
                <a:lnTo>
                  <a:pt x="0" y="829327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1" name="任意多边形: 形状 40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3436547" cy="6858000"/>
          </a:xfrm>
          <a:custGeom>
            <a:avLst/>
            <a:gdLst>
              <a:gd name="connsiteX0" fmla="*/ 1 w 3436547"/>
              <a:gd name="connsiteY0" fmla="*/ 0 h 6871033"/>
              <a:gd name="connsiteX1" fmla="*/ 3436547 w 3436547"/>
              <a:gd name="connsiteY1" fmla="*/ 3435516 h 6871033"/>
              <a:gd name="connsiteX2" fmla="*/ 1 w 3436547"/>
              <a:gd name="connsiteY2" fmla="*/ 6871033 h 6871033"/>
              <a:gd name="connsiteX3" fmla="*/ 0 w 3436547"/>
              <a:gd name="connsiteY3" fmla="*/ 6871032 h 6871033"/>
              <a:gd name="connsiteX4" fmla="*/ 0 w 3436547"/>
              <a:gd name="connsiteY4" fmla="*/ 6041558 h 6871033"/>
              <a:gd name="connsiteX5" fmla="*/ 1 w 3436547"/>
              <a:gd name="connsiteY5" fmla="*/ 6041559 h 6871033"/>
              <a:gd name="connsiteX6" fmla="*/ 2606778 w 3436547"/>
              <a:gd name="connsiteY6" fmla="*/ 3435516 h 6871033"/>
              <a:gd name="connsiteX7" fmla="*/ 1 w 3436547"/>
              <a:gd name="connsiteY7" fmla="*/ 829475 h 6871033"/>
              <a:gd name="connsiteX8" fmla="*/ 0 w 3436547"/>
              <a:gd name="connsiteY8" fmla="*/ 829476 h 6871033"/>
              <a:gd name="connsiteX9" fmla="*/ 0 w 3436547"/>
              <a:gd name="connsiteY9" fmla="*/ 1 h 687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6547" h="6871033">
                <a:moveTo>
                  <a:pt x="1" y="0"/>
                </a:moveTo>
                <a:lnTo>
                  <a:pt x="3436547" y="3435516"/>
                </a:lnTo>
                <a:lnTo>
                  <a:pt x="1" y="6871033"/>
                </a:lnTo>
                <a:lnTo>
                  <a:pt x="0" y="6871032"/>
                </a:lnTo>
                <a:lnTo>
                  <a:pt x="0" y="6041558"/>
                </a:lnTo>
                <a:lnTo>
                  <a:pt x="1" y="6041559"/>
                </a:lnTo>
                <a:lnTo>
                  <a:pt x="2606778" y="3435516"/>
                </a:lnTo>
                <a:lnTo>
                  <a:pt x="1" y="829475"/>
                </a:lnTo>
                <a:lnTo>
                  <a:pt x="0" y="829476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6000">
                <a:schemeClr val="accent1">
                  <a:alpha val="0"/>
                </a:schemeClr>
              </a:gs>
            </a:gsLst>
            <a:lin ang="5400000" scaled="1"/>
            <a:tileRect/>
          </a:gradFill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4" name="任意多边形: 形状 43"/>
          <p:cNvSpPr/>
          <p:nvPr userDrawn="1">
            <p:custDataLst>
              <p:tags r:id="rId25"/>
            </p:custDataLst>
          </p:nvPr>
        </p:nvSpPr>
        <p:spPr>
          <a:xfrm>
            <a:off x="1468573" y="0"/>
            <a:ext cx="4961673" cy="6857999"/>
          </a:xfrm>
          <a:custGeom>
            <a:avLst/>
            <a:gdLst>
              <a:gd name="connsiteX0" fmla="*/ 13037 w 4961673"/>
              <a:gd name="connsiteY0" fmla="*/ 0 h 6857999"/>
              <a:gd name="connsiteX1" fmla="*/ 1531645 w 4961673"/>
              <a:gd name="connsiteY1" fmla="*/ 0 h 6857999"/>
              <a:gd name="connsiteX2" fmla="*/ 4961673 w 4961673"/>
              <a:gd name="connsiteY2" fmla="*/ 3422495 h 6857999"/>
              <a:gd name="connsiteX3" fmla="*/ 1518608 w 4961673"/>
              <a:gd name="connsiteY3" fmla="*/ 6857999 h 6857999"/>
              <a:gd name="connsiteX4" fmla="*/ 0 w 4961673"/>
              <a:gd name="connsiteY4" fmla="*/ 6857999 h 6857999"/>
              <a:gd name="connsiteX5" fmla="*/ 3443005 w 4961673"/>
              <a:gd name="connsiteY5" fmla="*/ 342249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1673" h="6857999">
                <a:moveTo>
                  <a:pt x="13037" y="0"/>
                </a:moveTo>
                <a:lnTo>
                  <a:pt x="1531645" y="0"/>
                </a:lnTo>
                <a:lnTo>
                  <a:pt x="4961673" y="3422495"/>
                </a:lnTo>
                <a:lnTo>
                  <a:pt x="1518608" y="6857999"/>
                </a:lnTo>
                <a:lnTo>
                  <a:pt x="0" y="6857999"/>
                </a:lnTo>
                <a:lnTo>
                  <a:pt x="3443005" y="3422495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 flipV="1">
            <a:off x="7348406" y="2997200"/>
            <a:ext cx="4843594" cy="3860800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>
            <a:off x="11065933" y="5731933"/>
            <a:ext cx="1126068" cy="1126067"/>
          </a:xfrm>
          <a:custGeom>
            <a:avLst/>
            <a:gdLst>
              <a:gd name="connsiteX0" fmla="*/ 1081313 w 1081313"/>
              <a:gd name="connsiteY0" fmla="*/ 0 h 1081313"/>
              <a:gd name="connsiteX1" fmla="*/ 1081313 w 1081313"/>
              <a:gd name="connsiteY1" fmla="*/ 1081313 h 1081313"/>
              <a:gd name="connsiteX2" fmla="*/ 0 w 1081313"/>
              <a:gd name="connsiteY2" fmla="*/ 1081313 h 108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1313" h="1081313">
                <a:moveTo>
                  <a:pt x="1081313" y="0"/>
                </a:moveTo>
                <a:lnTo>
                  <a:pt x="1081313" y="1081313"/>
                </a:lnTo>
                <a:lnTo>
                  <a:pt x="0" y="108131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6"/>
            </p:custDataLst>
          </p:nvPr>
        </p:nvSpPr>
        <p:spPr>
          <a:xfrm>
            <a:off x="10769600" y="5435600"/>
            <a:ext cx="1422401" cy="1422400"/>
          </a:xfrm>
          <a:custGeom>
            <a:avLst/>
            <a:gdLst>
              <a:gd name="connsiteX0" fmla="*/ 3367360 w 3368637"/>
              <a:gd name="connsiteY0" fmla="*/ 0 h 3368637"/>
              <a:gd name="connsiteX1" fmla="*/ 3368637 w 3368637"/>
              <a:gd name="connsiteY1" fmla="*/ 1277 h 3368637"/>
              <a:gd name="connsiteX2" fmla="*/ 3368637 w 3368637"/>
              <a:gd name="connsiteY2" fmla="*/ 1446091 h 3368637"/>
              <a:gd name="connsiteX3" fmla="*/ 3367360 w 3368637"/>
              <a:gd name="connsiteY3" fmla="*/ 1444814 h 3368637"/>
              <a:gd name="connsiteX4" fmla="*/ 1444814 w 3368637"/>
              <a:gd name="connsiteY4" fmla="*/ 3367360 h 3368637"/>
              <a:gd name="connsiteX5" fmla="*/ 1446091 w 3368637"/>
              <a:gd name="connsiteY5" fmla="*/ 3368637 h 3368637"/>
              <a:gd name="connsiteX6" fmla="*/ 1277 w 3368637"/>
              <a:gd name="connsiteY6" fmla="*/ 3368637 h 3368637"/>
              <a:gd name="connsiteX7" fmla="*/ 0 w 3368637"/>
              <a:gd name="connsiteY7" fmla="*/ 3367360 h 336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8637" h="3368637">
                <a:moveTo>
                  <a:pt x="3367360" y="0"/>
                </a:moveTo>
                <a:lnTo>
                  <a:pt x="3368637" y="1277"/>
                </a:lnTo>
                <a:lnTo>
                  <a:pt x="3368637" y="1446091"/>
                </a:lnTo>
                <a:lnTo>
                  <a:pt x="3367360" y="1444814"/>
                </a:lnTo>
                <a:lnTo>
                  <a:pt x="1444814" y="3367360"/>
                </a:lnTo>
                <a:lnTo>
                  <a:pt x="1446091" y="3368637"/>
                </a:lnTo>
                <a:lnTo>
                  <a:pt x="1277" y="3368637"/>
                </a:lnTo>
                <a:lnTo>
                  <a:pt x="0" y="33673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w="508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1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1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anchor="b" anchorCtr="0"/>
          <a:lstStyle/>
          <a:p>
            <a:pPr algn="ctr"/>
            <a:r>
              <a:rPr lang="en-US" altLang="en-US"/>
              <a:t>Switch </a:t>
            </a:r>
            <a:endParaRPr lang="en-US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How Switch Works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 switch statement evaluates a single integer expression and jumps directly to a matching label (case).</a:t>
            </a:r>
            <a:endParaRPr lang="en-US" altLang="en-US"/>
          </a:p>
          <a:p>
            <a:r>
              <a:rPr lang="en-US" altLang="en-US"/>
              <a:t>Unlike an if-else ladder that tests conditions sequentially (O(N) time complexity), the compiler often optimizes a switch statement using a Jump Table (an array of memory addresses) if the case values are closely grouped. This allows the program to jump to the correct case instantly in constant time (O(1)).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pPr marL="0" indent="457200">
              <a:buNone/>
            </a:pPr>
            <a:r>
              <a:rPr lang="en-US" altLang="en-US"/>
              <a:t>switch (integer_expression)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case constant_1: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// code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case constant_2: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// code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default: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// catch-all code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Switch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1. The Fall-Through Trap (Missing break):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By design, once the compiler jumps to a matching case, it executes that code and continues straight down into the code of the subsequent cases. It does not stop unless it hits a break statement.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0" indent="457200">
              <a:buNone/>
            </a:pPr>
            <a:r>
              <a:rPr lang="en-US" altLang="en-US" sz="1900"/>
              <a:t>int tool_type = 1;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switch (tool_type) {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case 1: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printf("Initialize Laser\n"); // Executes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case 2: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printf("Initialize Drill\n"); // Runs anyway because case 1 fell through!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break;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case 3: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printf("Initialize Saw\n");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}</a:t>
            </a:r>
            <a:endParaRPr lang="en-US" altLang="en-US" sz="1900"/>
          </a:p>
          <a:p>
            <a:pPr marL="0" indent="457200">
              <a:buNone/>
            </a:pPr>
            <a:endParaRPr lang="en-US" altLang="en-US" sz="13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080134"/>
            <a:ext cx="10800000" cy="4873625"/>
          </a:xfrm>
        </p:spPr>
        <p:txBody>
          <a:bodyPr>
            <a:noAutofit/>
          </a:bodyPr>
          <a:p>
            <a:r>
              <a:rPr lang="en-US" altLang="en-US" sz="1900"/>
              <a:t>Always end every case block with a break statement unless the fall-through is intentional. If it is intentional, modern coding standards require an explicit comment so developers don't mistake it for a bug:</a:t>
            </a:r>
            <a:endParaRPr lang="en-US" altLang="en-US" sz="1900"/>
          </a:p>
          <a:p>
            <a:pPr marL="0" indent="0">
              <a:buNone/>
            </a:pP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switch (tool_type) {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case 1: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printf("Initialize Laser\n");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/* FALLTHROUGH */ 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case 2: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printf("Initialize Drill\n");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        break;</a:t>
            </a:r>
            <a:endParaRPr lang="en-US" altLang="en-US" sz="1900"/>
          </a:p>
          <a:p>
            <a:pPr marL="0" indent="457200">
              <a:buNone/>
            </a:pPr>
            <a:r>
              <a:rPr lang="en-US" altLang="en-US" sz="1900"/>
              <a:t>}</a:t>
            </a:r>
            <a:endParaRPr lang="en-US" altLang="en-US" sz="1900"/>
          </a:p>
          <a:p>
            <a:pPr marL="0" indent="457200">
              <a:buNone/>
            </a:pPr>
            <a:endParaRPr lang="en-US" altLang="en-US" sz="13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Switch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2. Variable Initialization Bypass: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You cannot initialize variables with assignments directly inside a switch block before the first case label, or even inside an early case if a later case tries to use it.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26605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switch (x)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int data = 100; // CRITICAL TRAP: This code is unreachable!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// The switch jumps clean over it straight to a case.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case 1: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printf("%d\n", data); // Garbage value or compilation error!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case 2: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int y = 20; // COMPILER ERROR on many compilers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0" indent="457200">
              <a:buNone/>
            </a:pPr>
            <a:r>
              <a:rPr lang="en-US" altLang="en-US" sz="1700"/>
              <a:t>If a specific case requires its own local variable, wrap that entire case inside its own explicit scope block using curly braces {}.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switch (x) {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case 1: { // </a:t>
            </a:r>
            <a:r>
              <a:rPr lang="zh-CN" altLang="en-US" sz="1700"/>
              <a:t>️ </a:t>
            </a:r>
            <a:r>
              <a:rPr lang="en-US" altLang="en-US" sz="1700"/>
              <a:t>Created a local scope block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int data = 100; 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printf("%d\n", data); 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break;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}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case 2: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// 'data' does not exist here; clean and safe.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break;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}</a:t>
            </a:r>
            <a:endParaRPr lang="en-US" altLang="en-US" sz="1700"/>
          </a:p>
          <a:p>
            <a:pPr marL="0" indent="457200">
              <a:buNone/>
            </a:pPr>
            <a:endParaRPr lang="en-US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Switch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3.</a:t>
            </a:r>
            <a:r>
              <a:rPr lang="en-US" altLang="en-US"/>
              <a:t>The Integral Constraint Trap: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A switch statement only works with integer types. You cannot use it to evaluate objects, arrays, strings, or floating-point numbers.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300980"/>
          </a:xfrm>
        </p:spPr>
        <p:txBody>
          <a:bodyPr>
            <a:normAutofit fontScale="70000"/>
          </a:bodyPr>
          <a:p>
            <a:pPr marL="0" indent="457200">
              <a:buNone/>
            </a:pPr>
            <a:r>
              <a:rPr lang="en-US" altLang="en-US"/>
              <a:t>float price = 5.99;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switch (price) { //  COMPILER ERROR: switch quantity not an integer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case 5.99: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char name[] = "Admin";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switch (name) { //  COMPILER ERROR: switch quantity not an integer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case "Admin":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For floats, you must use an if-else ladder combined with a tiny epsilon range check.</a:t>
            </a:r>
            <a:endParaRPr lang="en-US" altLang="en-US"/>
          </a:p>
          <a:p>
            <a:r>
              <a:rPr lang="en-US" altLang="en-US"/>
              <a:t>For strings, you must use string matching functions like strcmp() in an if-else structure.</a:t>
            </a:r>
            <a:endParaRPr lang="en-US" altLang="en-US"/>
          </a:p>
          <a:p>
            <a:r>
              <a:rPr lang="en-US" altLang="en-US"/>
              <a:t>Exception: Individual characters (e.g., 'A') are allowed because they are treated as integer ASCII values underneath.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Switch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4. Duplicate and Non-Constant Case Labels: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Every case label inside a switch must resolve to a unique compile-time constant integer expression. You cannot use normal variables as a case marker.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351780"/>
          </a:xfrm>
        </p:spPr>
        <p:txBody>
          <a:bodyPr>
            <a:normAutofit fontScale="80000"/>
          </a:bodyPr>
          <a:p>
            <a:pPr marL="0" indent="457200">
              <a:buNone/>
            </a:pPr>
            <a:r>
              <a:rPr lang="en-US" altLang="en-US"/>
              <a:t>int user_choice = 2;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int dynamic_value = 2;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switch (user_choice)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case dynamic_value: //  COMPILER ERROR: case expression not constant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case 2: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case 2:             //  COMPILER ERROR: duplicate case value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break;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Case parameters must be raw literals (case 5:), defined preprocessor constants (case MACRO_VAL:), or enum values (case ENUM_VAL:).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Switch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5. The Misplaced default Behavior: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Many beginners believe that the default block must go at the very bottom of the switch statement. This is structurally false.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5960" y="-45"/>
            <a:ext cx="10800000" cy="720000"/>
          </a:xfrm>
        </p:spPr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720090"/>
            <a:ext cx="10800080" cy="5556250"/>
          </a:xfrm>
        </p:spPr>
        <p:txBody>
          <a:bodyPr>
            <a:noAutofit/>
          </a:bodyPr>
          <a:p>
            <a:r>
              <a:rPr lang="en-US" altLang="en-US" sz="1700"/>
              <a:t>The compiler evaluates default only if absolutely no other case labels match, regardless of where default sits textually inside the code block.</a:t>
            </a:r>
            <a:endParaRPr lang="en-US" altLang="en-US" sz="1700"/>
          </a:p>
          <a:p>
            <a:pPr marL="0" indent="457200">
              <a:buNone/>
            </a:pP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int code = 5;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switch (code) {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default: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printf("Unknown Code\n"); // Executes because code=5 matches nothing else.</a:t>
            </a:r>
            <a:endParaRPr lang="en-US" altLang="en-US" sz="1700"/>
          </a:p>
          <a:p>
            <a:pPr marL="0" indent="457200">
              <a:buNone/>
            </a:pPr>
            <a:r>
              <a:rPr lang="zh-CN" altLang="en-US" sz="1700"/>
              <a:t>        // </a:t>
            </a:r>
            <a:r>
              <a:rPr lang="en-US" altLang="en-US" sz="1700"/>
              <a:t>TRAP: Missing break here means it falls straight into Case 1!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case 1: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printf("Case 1\n"); 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break;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}</a:t>
            </a:r>
            <a:endParaRPr lang="en-US" altLang="en-US" sz="1700"/>
          </a:p>
          <a:p>
            <a:pPr marL="285750" indent="-285750"/>
            <a:r>
              <a:rPr lang="en-US" altLang="en-US" sz="1700">
                <a:sym typeface="+mn-ea"/>
              </a:rPr>
              <a:t>If code is 5, the program jumps to default, prints "Unknown Code", and then falls through to print "Case 1" because there was no break explicitly stopping it.</a:t>
            </a:r>
            <a:endParaRPr lang="en-US" altLang="en-US" sz="1700"/>
          </a:p>
          <a:p>
            <a:pPr marL="0" indent="457200">
              <a:buNone/>
            </a:pPr>
            <a:endParaRPr lang="en-US" altLang="en-US" sz="1700"/>
          </a:p>
          <a:p>
            <a:pPr marL="0" indent="457200">
              <a:buNone/>
            </a:pPr>
            <a:endParaRPr lang="en-US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Fix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Always place default at the very bottom of your switch block as a logical convention, and ensure it terminates with a break; statement if placed elsewhere.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186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1.0"/>
  <p:tag name="KSO_WM_BEAUTIFY_FLAG" val="#wm#"/>
  <p:tag name="KSO_WM_TEMPLATE_CATEGORY" val="custom"/>
  <p:tag name="KSO_WM_TEMPLATE_INDEX" val="20238136"/>
</p:tagLst>
</file>

<file path=ppt/tags/tag3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1.0"/>
  <p:tag name="KSO_WM_BEAUTIFY_FLAG" val="#wm#"/>
  <p:tag name="KSO_WM_TEMPLATE_CATEGORY" val="custom"/>
  <p:tag name="KSO_WM_TEMPLATE_INDEX" val="20238136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36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36_1*a*1"/>
  <p:tag name="KSO_WM_TEMPLATE_CATEGORY" val="custom"/>
  <p:tag name="KSO_WM_TEMPLATE_INDEX" val="20238136"/>
  <p:tag name="KSO_WM_UNIT_LAYERLEVEL" val="1"/>
  <p:tag name="KSO_WM_TAG_VERSION" val="3.0"/>
  <p:tag name="KSO_WM_BEAUTIFY_FLAG" val="#wm#"/>
  <p:tag name="KSO_WM_UNIT_PRESET_TEXT" val="The title goes here"/>
</p:tagLst>
</file>

<file path=ppt/tags/tag36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136_1*f*4"/>
  <p:tag name="KSO_WM_TEMPLATE_CATEGORY" val="custom"/>
  <p:tag name="KSO_WM_TEMPLATE_INDEX" val="20238136"/>
  <p:tag name="KSO_WM_UNIT_LAYERLEVEL" val="1"/>
  <p:tag name="KSO_WM_TAG_VERSION" val="3.0"/>
  <p:tag name="KSO_WM_BEAUTIFY_FLAG" val="#wm#"/>
  <p:tag name="KSO_WM_UNIT_PRESET_TEXT" val="Name"/>
</p:tagLst>
</file>

<file path=ppt/tags/tag3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13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36"/>
  <p:tag name="KSO_WM_SLIDE_LAYOUT" val="a_b_f"/>
  <p:tag name="KSO_WM_SLIDE_LAYOUT_CNT" val="1_1_1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38136"/>
</p:tagLst>
</file>

<file path=ppt/theme/theme1.xml><?xml version="1.0" encoding="utf-8"?>
<a:theme xmlns:a="http://schemas.openxmlformats.org/drawingml/2006/main" name="Office Theme">
  <a:themeElements>
    <a:clrScheme name="001-6">
      <a:dk1>
        <a:srgbClr val="333333"/>
      </a:dk1>
      <a:lt1>
        <a:sysClr val="window" lastClr="FFFFFF"/>
      </a:lt1>
      <a:dk2>
        <a:srgbClr val="000000"/>
      </a:dk2>
      <a:lt2>
        <a:srgbClr val="FFF7F7"/>
      </a:lt2>
      <a:accent1>
        <a:srgbClr val="FE0000"/>
      </a:accent1>
      <a:accent2>
        <a:srgbClr val="E8CA16"/>
      </a:accent2>
      <a:accent3>
        <a:srgbClr val="0BBFE9"/>
      </a:accent3>
      <a:accent4>
        <a:srgbClr val="1C40F4"/>
      </a:accent4>
      <a:accent5>
        <a:srgbClr val="7F12F6"/>
      </a:accent5>
      <a:accent6>
        <a:srgbClr val="F53DC0"/>
      </a:accent6>
      <a:hlink>
        <a:srgbClr val="0026E5"/>
      </a:hlink>
      <a:folHlink>
        <a:srgbClr val="7E1FAD"/>
      </a:folHlink>
    </a:clrScheme>
    <a:fontScheme name="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4572</Words>
  <Application>WPS Presentation</Application>
  <PresentationFormat>Widescreen</PresentationFormat>
  <Paragraphs>167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Manrope ExtraBold</vt:lpstr>
      <vt:lpstr>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 </dc:title>
  <dc:creator/>
  <cp:lastModifiedBy>chatbotislive</cp:lastModifiedBy>
  <cp:revision>1</cp:revision>
  <dcterms:created xsi:type="dcterms:W3CDTF">2026-06-26T20:06:07Z</dcterms:created>
  <dcterms:modified xsi:type="dcterms:W3CDTF">2026-06-26T20:06:07Z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6298CE8A723644738C744496550ACB0C_12</vt:lpwstr>
  </property>
</Properties>
</file>