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3"/>
  </p:handoutMasterIdLst>
  <p:sldIdLst>
    <p:sldId id="257" r:id="rId3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9" r:id="rId13"/>
    <p:sldId id="270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7" Type="http://schemas.openxmlformats.org/officeDocument/2006/relationships/image" Target="../media/image1.png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3810" y="0"/>
            <a:ext cx="12188190" cy="685736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859155" y="1041400"/>
            <a:ext cx="5925820" cy="3112135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4000">
                <a:solidFill>
                  <a:schemeClr val="accent2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838200" y="4203065"/>
            <a:ext cx="5233670" cy="482600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837925" y="5117280"/>
            <a:ext cx="2880000" cy="5040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9" name="圆角矩形 28"/>
          <p:cNvSpPr/>
          <p:nvPr userDrawn="1">
            <p:custDataLst>
              <p:tags r:id="rId6"/>
            </p:custDataLst>
          </p:nvPr>
        </p:nvSpPr>
        <p:spPr>
          <a:xfrm>
            <a:off x="544195" y="339725"/>
            <a:ext cx="11108055" cy="6692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7"/>
            </p:custDataLst>
          </p:nvPr>
        </p:nvSpPr>
        <p:spPr>
          <a:xfrm>
            <a:off x="1682750" y="448310"/>
            <a:ext cx="2123440" cy="50419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4" name="日期时间占位符 7"/>
          <p:cNvSpPr>
            <a:spLocks noGrp="1"/>
          </p:cNvSpPr>
          <p:nvPr>
            <p:ph type="body" sz="quarter" idx="14" hasCustomPrompt="1"/>
            <p:custDataLst>
              <p:tags r:id="rId8"/>
            </p:custDataLst>
          </p:nvPr>
        </p:nvSpPr>
        <p:spPr>
          <a:xfrm>
            <a:off x="4262120" y="448310"/>
            <a:ext cx="1810385" cy="50419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8" name="年号占位符 8"/>
          <p:cNvSpPr>
            <a:spLocks noGrp="1"/>
          </p:cNvSpPr>
          <p:nvPr>
            <p:ph type="body" sz="quarter" idx="15" hasCustomPrompt="1"/>
            <p:custDataLst>
              <p:tags r:id="rId9"/>
            </p:custDataLst>
          </p:nvPr>
        </p:nvSpPr>
        <p:spPr>
          <a:xfrm>
            <a:off x="10121265" y="447675"/>
            <a:ext cx="1121410" cy="50419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60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cxnSp>
        <p:nvCxnSpPr>
          <p:cNvPr id="27" name="直接连接符 26"/>
          <p:cNvCxnSpPr/>
          <p:nvPr userDrawn="1">
            <p:custDataLst>
              <p:tags r:id="rId10"/>
            </p:custDataLst>
          </p:nvPr>
        </p:nvCxnSpPr>
        <p:spPr>
          <a:xfrm flipH="1">
            <a:off x="826135" y="627380"/>
            <a:ext cx="509905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 userDrawn="1">
            <p:custDataLst>
              <p:tags r:id="rId11"/>
            </p:custDataLst>
          </p:nvPr>
        </p:nvCxnSpPr>
        <p:spPr>
          <a:xfrm flipH="1">
            <a:off x="826135" y="755650"/>
            <a:ext cx="318135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 userDrawn="1">
            <p:custDataLst>
              <p:tags r:id="rId12"/>
            </p:custDataLst>
          </p:nvPr>
        </p:nvCxnSpPr>
        <p:spPr>
          <a:xfrm>
            <a:off x="4003040" y="594995"/>
            <a:ext cx="0" cy="200025"/>
          </a:xfrm>
          <a:prstGeom prst="line">
            <a:avLst/>
          </a:prstGeom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 userDrawn="1">
            <p:custDataLst>
              <p:tags r:id="rId13"/>
            </p:custDataLst>
          </p:nvPr>
        </p:nvCxnSpPr>
        <p:spPr>
          <a:xfrm>
            <a:off x="6253480" y="663575"/>
            <a:ext cx="3713480" cy="0"/>
          </a:xfrm>
          <a:prstGeom prst="line">
            <a:avLst/>
          </a:prstGeom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 userDrawn="1">
            <p:custDataLst>
              <p:tags r:id="rId14"/>
            </p:custDataLst>
          </p:nvPr>
        </p:nvCxnSpPr>
        <p:spPr>
          <a:xfrm>
            <a:off x="838200" y="4721860"/>
            <a:ext cx="3357245" cy="0"/>
          </a:xfrm>
          <a:prstGeom prst="line">
            <a:avLst/>
          </a:prstGeom>
          <a:ln>
            <a:solidFill>
              <a:schemeClr val="accent2">
                <a:alpha val="2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8" name="任意多边形 57"/>
          <p:cNvSpPr/>
          <p:nvPr userDrawn="1">
            <p:custDataLst>
              <p:tags r:id="rId15"/>
            </p:custDataLst>
          </p:nvPr>
        </p:nvSpPr>
        <p:spPr>
          <a:xfrm>
            <a:off x="3409950" y="2348230"/>
            <a:ext cx="8782050" cy="450913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3830" h="7102">
                <a:moveTo>
                  <a:pt x="13830" y="0"/>
                </a:moveTo>
                <a:lnTo>
                  <a:pt x="13830" y="7102"/>
                </a:lnTo>
                <a:lnTo>
                  <a:pt x="0" y="7102"/>
                </a:lnTo>
                <a:lnTo>
                  <a:pt x="28" y="7098"/>
                </a:lnTo>
                <a:cubicBezTo>
                  <a:pt x="1534" y="6888"/>
                  <a:pt x="3145" y="6504"/>
                  <a:pt x="4784" y="5939"/>
                </a:cubicBezTo>
                <a:cubicBezTo>
                  <a:pt x="9005" y="4486"/>
                  <a:pt x="12346" y="2202"/>
                  <a:pt x="13829" y="2"/>
                </a:cubicBezTo>
                <a:lnTo>
                  <a:pt x="13830" y="0"/>
                </a:lnTo>
                <a:close/>
              </a:path>
            </a:pathLst>
          </a:custGeom>
          <a:gradFill>
            <a:gsLst>
              <a:gs pos="2000">
                <a:schemeClr val="bg1"/>
              </a:gs>
              <a:gs pos="100000">
                <a:schemeClr val="bg2"/>
              </a:gs>
            </a:gsLst>
            <a:lin ang="1404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5" name="椭圆 24"/>
          <p:cNvSpPr/>
          <p:nvPr userDrawn="1">
            <p:custDataLst>
              <p:tags r:id="rId19"/>
            </p:custDataLst>
          </p:nvPr>
        </p:nvSpPr>
        <p:spPr>
          <a:xfrm>
            <a:off x="6415405" y="1615440"/>
            <a:ext cx="4488180" cy="4488180"/>
          </a:xfrm>
          <a:prstGeom prst="ellipse">
            <a:avLst/>
          </a:prstGeom>
          <a:gradFill>
            <a:gsLst>
              <a:gs pos="35000">
                <a:schemeClr val="accent2">
                  <a:lumMod val="60000"/>
                  <a:lumOff val="40000"/>
                  <a:alpha val="0"/>
                </a:schemeClr>
              </a:gs>
              <a:gs pos="100000">
                <a:schemeClr val="accent3">
                  <a:lumMod val="20000"/>
                  <a:lumOff val="80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椭圆 41"/>
          <p:cNvSpPr/>
          <p:nvPr userDrawn="1">
            <p:custDataLst>
              <p:tags r:id="rId20"/>
            </p:custDataLst>
          </p:nvPr>
        </p:nvSpPr>
        <p:spPr>
          <a:xfrm>
            <a:off x="6785610" y="2419350"/>
            <a:ext cx="3208655" cy="3208655"/>
          </a:xfrm>
          <a:prstGeom prst="ellipse">
            <a:avLst/>
          </a:prstGeom>
          <a:gradFill>
            <a:gsLst>
              <a:gs pos="0">
                <a:schemeClr val="accent5"/>
              </a:gs>
              <a:gs pos="100000">
                <a:schemeClr val="accent3">
                  <a:lumMod val="20000"/>
                  <a:lumOff val="80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十字星 52"/>
          <p:cNvSpPr/>
          <p:nvPr userDrawn="1">
            <p:custDataLst>
              <p:tags r:id="rId21"/>
            </p:custDataLst>
          </p:nvPr>
        </p:nvSpPr>
        <p:spPr>
          <a:xfrm rot="660000">
            <a:off x="6447155" y="2379980"/>
            <a:ext cx="368300" cy="368300"/>
          </a:xfrm>
          <a:prstGeom prst="star4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任意多边形: 形状 22"/>
          <p:cNvSpPr/>
          <p:nvPr userDrawn="1">
            <p:custDataLst>
              <p:tags r:id="rId22"/>
            </p:custDataLst>
          </p:nvPr>
        </p:nvSpPr>
        <p:spPr>
          <a:xfrm>
            <a:off x="6496758" y="3671302"/>
            <a:ext cx="645924" cy="1142651"/>
          </a:xfrm>
          <a:custGeom>
            <a:avLst/>
            <a:gdLst>
              <a:gd name="connsiteX0" fmla="*/ 606660 w 645924"/>
              <a:gd name="connsiteY0" fmla="*/ 1064121 h 1142651"/>
              <a:gd name="connsiteX1" fmla="*/ 645924 w 645924"/>
              <a:gd name="connsiteY1" fmla="*/ 1103386 h 1142651"/>
              <a:gd name="connsiteX2" fmla="*/ 606660 w 645924"/>
              <a:gd name="connsiteY2" fmla="*/ 1142651 h 1142651"/>
              <a:gd name="connsiteX3" fmla="*/ 567396 w 645924"/>
              <a:gd name="connsiteY3" fmla="*/ 1103386 h 1142651"/>
              <a:gd name="connsiteX4" fmla="*/ 606660 w 645924"/>
              <a:gd name="connsiteY4" fmla="*/ 1064121 h 1142651"/>
              <a:gd name="connsiteX5" fmla="*/ 417527 w 645924"/>
              <a:gd name="connsiteY5" fmla="*/ 1064121 h 1142651"/>
              <a:gd name="connsiteX6" fmla="*/ 456791 w 645924"/>
              <a:gd name="connsiteY6" fmla="*/ 1103386 h 1142651"/>
              <a:gd name="connsiteX7" fmla="*/ 417527 w 645924"/>
              <a:gd name="connsiteY7" fmla="*/ 1142651 h 1142651"/>
              <a:gd name="connsiteX8" fmla="*/ 378263 w 645924"/>
              <a:gd name="connsiteY8" fmla="*/ 1103386 h 1142651"/>
              <a:gd name="connsiteX9" fmla="*/ 417527 w 645924"/>
              <a:gd name="connsiteY9" fmla="*/ 1064121 h 1142651"/>
              <a:gd name="connsiteX10" fmla="*/ 228396 w 645924"/>
              <a:gd name="connsiteY10" fmla="*/ 1064121 h 1142651"/>
              <a:gd name="connsiteX11" fmla="*/ 267660 w 645924"/>
              <a:gd name="connsiteY11" fmla="*/ 1103386 h 1142651"/>
              <a:gd name="connsiteX12" fmla="*/ 228396 w 645924"/>
              <a:gd name="connsiteY12" fmla="*/ 1142651 h 1142651"/>
              <a:gd name="connsiteX13" fmla="*/ 189132 w 645924"/>
              <a:gd name="connsiteY13" fmla="*/ 1103386 h 1142651"/>
              <a:gd name="connsiteX14" fmla="*/ 228396 w 645924"/>
              <a:gd name="connsiteY14" fmla="*/ 1064121 h 1142651"/>
              <a:gd name="connsiteX15" fmla="*/ 39264 w 645924"/>
              <a:gd name="connsiteY15" fmla="*/ 1064121 h 1142651"/>
              <a:gd name="connsiteX16" fmla="*/ 78528 w 645924"/>
              <a:gd name="connsiteY16" fmla="*/ 1103386 h 1142651"/>
              <a:gd name="connsiteX17" fmla="*/ 39264 w 645924"/>
              <a:gd name="connsiteY17" fmla="*/ 1142651 h 1142651"/>
              <a:gd name="connsiteX18" fmla="*/ 0 w 645924"/>
              <a:gd name="connsiteY18" fmla="*/ 1103386 h 1142651"/>
              <a:gd name="connsiteX19" fmla="*/ 39264 w 645924"/>
              <a:gd name="connsiteY19" fmla="*/ 1064121 h 1142651"/>
              <a:gd name="connsiteX20" fmla="*/ 606660 w 645924"/>
              <a:gd name="connsiteY20" fmla="*/ 851298 h 1142651"/>
              <a:gd name="connsiteX21" fmla="*/ 645924 w 645924"/>
              <a:gd name="connsiteY21" fmla="*/ 890563 h 1142651"/>
              <a:gd name="connsiteX22" fmla="*/ 606660 w 645924"/>
              <a:gd name="connsiteY22" fmla="*/ 929828 h 1142651"/>
              <a:gd name="connsiteX23" fmla="*/ 567396 w 645924"/>
              <a:gd name="connsiteY23" fmla="*/ 890563 h 1142651"/>
              <a:gd name="connsiteX24" fmla="*/ 606660 w 645924"/>
              <a:gd name="connsiteY24" fmla="*/ 851298 h 1142651"/>
              <a:gd name="connsiteX25" fmla="*/ 417527 w 645924"/>
              <a:gd name="connsiteY25" fmla="*/ 851298 h 1142651"/>
              <a:gd name="connsiteX26" fmla="*/ 456791 w 645924"/>
              <a:gd name="connsiteY26" fmla="*/ 890563 h 1142651"/>
              <a:gd name="connsiteX27" fmla="*/ 417527 w 645924"/>
              <a:gd name="connsiteY27" fmla="*/ 929828 h 1142651"/>
              <a:gd name="connsiteX28" fmla="*/ 378263 w 645924"/>
              <a:gd name="connsiteY28" fmla="*/ 890563 h 1142651"/>
              <a:gd name="connsiteX29" fmla="*/ 417527 w 645924"/>
              <a:gd name="connsiteY29" fmla="*/ 851298 h 1142651"/>
              <a:gd name="connsiteX30" fmla="*/ 228396 w 645924"/>
              <a:gd name="connsiteY30" fmla="*/ 851298 h 1142651"/>
              <a:gd name="connsiteX31" fmla="*/ 267660 w 645924"/>
              <a:gd name="connsiteY31" fmla="*/ 890563 h 1142651"/>
              <a:gd name="connsiteX32" fmla="*/ 228396 w 645924"/>
              <a:gd name="connsiteY32" fmla="*/ 929828 h 1142651"/>
              <a:gd name="connsiteX33" fmla="*/ 189132 w 645924"/>
              <a:gd name="connsiteY33" fmla="*/ 890563 h 1142651"/>
              <a:gd name="connsiteX34" fmla="*/ 228396 w 645924"/>
              <a:gd name="connsiteY34" fmla="*/ 851298 h 1142651"/>
              <a:gd name="connsiteX35" fmla="*/ 39264 w 645924"/>
              <a:gd name="connsiteY35" fmla="*/ 851298 h 1142651"/>
              <a:gd name="connsiteX36" fmla="*/ 78528 w 645924"/>
              <a:gd name="connsiteY36" fmla="*/ 890563 h 1142651"/>
              <a:gd name="connsiteX37" fmla="*/ 39264 w 645924"/>
              <a:gd name="connsiteY37" fmla="*/ 929828 h 1142651"/>
              <a:gd name="connsiteX38" fmla="*/ 0 w 645924"/>
              <a:gd name="connsiteY38" fmla="*/ 890563 h 1142651"/>
              <a:gd name="connsiteX39" fmla="*/ 39264 w 645924"/>
              <a:gd name="connsiteY39" fmla="*/ 851298 h 1142651"/>
              <a:gd name="connsiteX40" fmla="*/ 606660 w 645924"/>
              <a:gd name="connsiteY40" fmla="*/ 638473 h 1142651"/>
              <a:gd name="connsiteX41" fmla="*/ 645924 w 645924"/>
              <a:gd name="connsiteY41" fmla="*/ 677738 h 1142651"/>
              <a:gd name="connsiteX42" fmla="*/ 606660 w 645924"/>
              <a:gd name="connsiteY42" fmla="*/ 717003 h 1142651"/>
              <a:gd name="connsiteX43" fmla="*/ 567396 w 645924"/>
              <a:gd name="connsiteY43" fmla="*/ 677738 h 1142651"/>
              <a:gd name="connsiteX44" fmla="*/ 606660 w 645924"/>
              <a:gd name="connsiteY44" fmla="*/ 638473 h 1142651"/>
              <a:gd name="connsiteX45" fmla="*/ 417527 w 645924"/>
              <a:gd name="connsiteY45" fmla="*/ 638473 h 1142651"/>
              <a:gd name="connsiteX46" fmla="*/ 456791 w 645924"/>
              <a:gd name="connsiteY46" fmla="*/ 677738 h 1142651"/>
              <a:gd name="connsiteX47" fmla="*/ 417527 w 645924"/>
              <a:gd name="connsiteY47" fmla="*/ 717003 h 1142651"/>
              <a:gd name="connsiteX48" fmla="*/ 378263 w 645924"/>
              <a:gd name="connsiteY48" fmla="*/ 677738 h 1142651"/>
              <a:gd name="connsiteX49" fmla="*/ 417527 w 645924"/>
              <a:gd name="connsiteY49" fmla="*/ 638473 h 1142651"/>
              <a:gd name="connsiteX50" fmla="*/ 228396 w 645924"/>
              <a:gd name="connsiteY50" fmla="*/ 638473 h 1142651"/>
              <a:gd name="connsiteX51" fmla="*/ 267660 w 645924"/>
              <a:gd name="connsiteY51" fmla="*/ 677738 h 1142651"/>
              <a:gd name="connsiteX52" fmla="*/ 228396 w 645924"/>
              <a:gd name="connsiteY52" fmla="*/ 717003 h 1142651"/>
              <a:gd name="connsiteX53" fmla="*/ 189132 w 645924"/>
              <a:gd name="connsiteY53" fmla="*/ 677738 h 1142651"/>
              <a:gd name="connsiteX54" fmla="*/ 228396 w 645924"/>
              <a:gd name="connsiteY54" fmla="*/ 638473 h 1142651"/>
              <a:gd name="connsiteX55" fmla="*/ 39264 w 645924"/>
              <a:gd name="connsiteY55" fmla="*/ 638473 h 1142651"/>
              <a:gd name="connsiteX56" fmla="*/ 78528 w 645924"/>
              <a:gd name="connsiteY56" fmla="*/ 677738 h 1142651"/>
              <a:gd name="connsiteX57" fmla="*/ 39264 w 645924"/>
              <a:gd name="connsiteY57" fmla="*/ 717003 h 1142651"/>
              <a:gd name="connsiteX58" fmla="*/ 0 w 645924"/>
              <a:gd name="connsiteY58" fmla="*/ 677738 h 1142651"/>
              <a:gd name="connsiteX59" fmla="*/ 39264 w 645924"/>
              <a:gd name="connsiteY59" fmla="*/ 638473 h 1142651"/>
              <a:gd name="connsiteX60" fmla="*/ 606660 w 645924"/>
              <a:gd name="connsiteY60" fmla="*/ 425649 h 1142651"/>
              <a:gd name="connsiteX61" fmla="*/ 645924 w 645924"/>
              <a:gd name="connsiteY61" fmla="*/ 464914 h 1142651"/>
              <a:gd name="connsiteX62" fmla="*/ 606660 w 645924"/>
              <a:gd name="connsiteY62" fmla="*/ 504179 h 1142651"/>
              <a:gd name="connsiteX63" fmla="*/ 567396 w 645924"/>
              <a:gd name="connsiteY63" fmla="*/ 464914 h 1142651"/>
              <a:gd name="connsiteX64" fmla="*/ 606660 w 645924"/>
              <a:gd name="connsiteY64" fmla="*/ 425649 h 1142651"/>
              <a:gd name="connsiteX65" fmla="*/ 417527 w 645924"/>
              <a:gd name="connsiteY65" fmla="*/ 425649 h 1142651"/>
              <a:gd name="connsiteX66" fmla="*/ 456791 w 645924"/>
              <a:gd name="connsiteY66" fmla="*/ 464914 h 1142651"/>
              <a:gd name="connsiteX67" fmla="*/ 417527 w 645924"/>
              <a:gd name="connsiteY67" fmla="*/ 504179 h 1142651"/>
              <a:gd name="connsiteX68" fmla="*/ 378263 w 645924"/>
              <a:gd name="connsiteY68" fmla="*/ 464914 h 1142651"/>
              <a:gd name="connsiteX69" fmla="*/ 417527 w 645924"/>
              <a:gd name="connsiteY69" fmla="*/ 425649 h 1142651"/>
              <a:gd name="connsiteX70" fmla="*/ 228396 w 645924"/>
              <a:gd name="connsiteY70" fmla="*/ 425649 h 1142651"/>
              <a:gd name="connsiteX71" fmla="*/ 267660 w 645924"/>
              <a:gd name="connsiteY71" fmla="*/ 464914 h 1142651"/>
              <a:gd name="connsiteX72" fmla="*/ 228396 w 645924"/>
              <a:gd name="connsiteY72" fmla="*/ 504179 h 1142651"/>
              <a:gd name="connsiteX73" fmla="*/ 189132 w 645924"/>
              <a:gd name="connsiteY73" fmla="*/ 464914 h 1142651"/>
              <a:gd name="connsiteX74" fmla="*/ 228396 w 645924"/>
              <a:gd name="connsiteY74" fmla="*/ 425649 h 1142651"/>
              <a:gd name="connsiteX75" fmla="*/ 39264 w 645924"/>
              <a:gd name="connsiteY75" fmla="*/ 425649 h 1142651"/>
              <a:gd name="connsiteX76" fmla="*/ 78528 w 645924"/>
              <a:gd name="connsiteY76" fmla="*/ 464914 h 1142651"/>
              <a:gd name="connsiteX77" fmla="*/ 39264 w 645924"/>
              <a:gd name="connsiteY77" fmla="*/ 504179 h 1142651"/>
              <a:gd name="connsiteX78" fmla="*/ 0 w 645924"/>
              <a:gd name="connsiteY78" fmla="*/ 464914 h 1142651"/>
              <a:gd name="connsiteX79" fmla="*/ 39264 w 645924"/>
              <a:gd name="connsiteY79" fmla="*/ 425649 h 1142651"/>
              <a:gd name="connsiteX80" fmla="*/ 606660 w 645924"/>
              <a:gd name="connsiteY80" fmla="*/ 212824 h 1142651"/>
              <a:gd name="connsiteX81" fmla="*/ 645924 w 645924"/>
              <a:gd name="connsiteY81" fmla="*/ 252089 h 1142651"/>
              <a:gd name="connsiteX82" fmla="*/ 606660 w 645924"/>
              <a:gd name="connsiteY82" fmla="*/ 291354 h 1142651"/>
              <a:gd name="connsiteX83" fmla="*/ 567396 w 645924"/>
              <a:gd name="connsiteY83" fmla="*/ 252089 h 1142651"/>
              <a:gd name="connsiteX84" fmla="*/ 606660 w 645924"/>
              <a:gd name="connsiteY84" fmla="*/ 212824 h 1142651"/>
              <a:gd name="connsiteX85" fmla="*/ 417527 w 645924"/>
              <a:gd name="connsiteY85" fmla="*/ 212824 h 1142651"/>
              <a:gd name="connsiteX86" fmla="*/ 456791 w 645924"/>
              <a:gd name="connsiteY86" fmla="*/ 252089 h 1142651"/>
              <a:gd name="connsiteX87" fmla="*/ 417527 w 645924"/>
              <a:gd name="connsiteY87" fmla="*/ 291354 h 1142651"/>
              <a:gd name="connsiteX88" fmla="*/ 378263 w 645924"/>
              <a:gd name="connsiteY88" fmla="*/ 252089 h 1142651"/>
              <a:gd name="connsiteX89" fmla="*/ 417527 w 645924"/>
              <a:gd name="connsiteY89" fmla="*/ 212824 h 1142651"/>
              <a:gd name="connsiteX90" fmla="*/ 228396 w 645924"/>
              <a:gd name="connsiteY90" fmla="*/ 212824 h 1142651"/>
              <a:gd name="connsiteX91" fmla="*/ 267660 w 645924"/>
              <a:gd name="connsiteY91" fmla="*/ 252089 h 1142651"/>
              <a:gd name="connsiteX92" fmla="*/ 228396 w 645924"/>
              <a:gd name="connsiteY92" fmla="*/ 291354 h 1142651"/>
              <a:gd name="connsiteX93" fmla="*/ 189132 w 645924"/>
              <a:gd name="connsiteY93" fmla="*/ 252089 h 1142651"/>
              <a:gd name="connsiteX94" fmla="*/ 228396 w 645924"/>
              <a:gd name="connsiteY94" fmla="*/ 212824 h 1142651"/>
              <a:gd name="connsiteX95" fmla="*/ 39264 w 645924"/>
              <a:gd name="connsiteY95" fmla="*/ 212824 h 1142651"/>
              <a:gd name="connsiteX96" fmla="*/ 78528 w 645924"/>
              <a:gd name="connsiteY96" fmla="*/ 252089 h 1142651"/>
              <a:gd name="connsiteX97" fmla="*/ 39264 w 645924"/>
              <a:gd name="connsiteY97" fmla="*/ 291354 h 1142651"/>
              <a:gd name="connsiteX98" fmla="*/ 0 w 645924"/>
              <a:gd name="connsiteY98" fmla="*/ 252089 h 1142651"/>
              <a:gd name="connsiteX99" fmla="*/ 39264 w 645924"/>
              <a:gd name="connsiteY99" fmla="*/ 212824 h 1142651"/>
              <a:gd name="connsiteX100" fmla="*/ 606660 w 645924"/>
              <a:gd name="connsiteY100" fmla="*/ 0 h 1142651"/>
              <a:gd name="connsiteX101" fmla="*/ 645924 w 645924"/>
              <a:gd name="connsiteY101" fmla="*/ 39265 h 1142651"/>
              <a:gd name="connsiteX102" fmla="*/ 606660 w 645924"/>
              <a:gd name="connsiteY102" fmla="*/ 78530 h 1142651"/>
              <a:gd name="connsiteX103" fmla="*/ 567396 w 645924"/>
              <a:gd name="connsiteY103" fmla="*/ 39265 h 1142651"/>
              <a:gd name="connsiteX104" fmla="*/ 606660 w 645924"/>
              <a:gd name="connsiteY104" fmla="*/ 0 h 1142651"/>
              <a:gd name="connsiteX105" fmla="*/ 417527 w 645924"/>
              <a:gd name="connsiteY105" fmla="*/ 0 h 1142651"/>
              <a:gd name="connsiteX106" fmla="*/ 456791 w 645924"/>
              <a:gd name="connsiteY106" fmla="*/ 39265 h 1142651"/>
              <a:gd name="connsiteX107" fmla="*/ 417527 w 645924"/>
              <a:gd name="connsiteY107" fmla="*/ 78530 h 1142651"/>
              <a:gd name="connsiteX108" fmla="*/ 378263 w 645924"/>
              <a:gd name="connsiteY108" fmla="*/ 39265 h 1142651"/>
              <a:gd name="connsiteX109" fmla="*/ 417527 w 645924"/>
              <a:gd name="connsiteY109" fmla="*/ 0 h 1142651"/>
              <a:gd name="connsiteX110" fmla="*/ 228396 w 645924"/>
              <a:gd name="connsiteY110" fmla="*/ 0 h 1142651"/>
              <a:gd name="connsiteX111" fmla="*/ 267660 w 645924"/>
              <a:gd name="connsiteY111" fmla="*/ 39265 h 1142651"/>
              <a:gd name="connsiteX112" fmla="*/ 228396 w 645924"/>
              <a:gd name="connsiteY112" fmla="*/ 78530 h 1142651"/>
              <a:gd name="connsiteX113" fmla="*/ 189132 w 645924"/>
              <a:gd name="connsiteY113" fmla="*/ 39265 h 1142651"/>
              <a:gd name="connsiteX114" fmla="*/ 228396 w 645924"/>
              <a:gd name="connsiteY114" fmla="*/ 0 h 1142651"/>
              <a:gd name="connsiteX115" fmla="*/ 39264 w 645924"/>
              <a:gd name="connsiteY115" fmla="*/ 0 h 1142651"/>
              <a:gd name="connsiteX116" fmla="*/ 78528 w 645924"/>
              <a:gd name="connsiteY116" fmla="*/ 39265 h 1142651"/>
              <a:gd name="connsiteX117" fmla="*/ 39264 w 645924"/>
              <a:gd name="connsiteY117" fmla="*/ 78530 h 1142651"/>
              <a:gd name="connsiteX118" fmla="*/ 0 w 645924"/>
              <a:gd name="connsiteY118" fmla="*/ 39265 h 1142651"/>
              <a:gd name="connsiteX119" fmla="*/ 39264 w 645924"/>
              <a:gd name="connsiteY119" fmla="*/ 0 h 1142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645924" h="1142651">
                <a:moveTo>
                  <a:pt x="606660" y="1064121"/>
                </a:moveTo>
                <a:cubicBezTo>
                  <a:pt x="628345" y="1064121"/>
                  <a:pt x="645924" y="1081701"/>
                  <a:pt x="645924" y="1103386"/>
                </a:cubicBezTo>
                <a:cubicBezTo>
                  <a:pt x="645924" y="1125071"/>
                  <a:pt x="628345" y="1142651"/>
                  <a:pt x="606660" y="1142651"/>
                </a:cubicBezTo>
                <a:cubicBezTo>
                  <a:pt x="584975" y="1142651"/>
                  <a:pt x="567396" y="1125071"/>
                  <a:pt x="567396" y="1103386"/>
                </a:cubicBezTo>
                <a:cubicBezTo>
                  <a:pt x="567396" y="1081701"/>
                  <a:pt x="584975" y="1064121"/>
                  <a:pt x="606660" y="1064121"/>
                </a:cubicBezTo>
                <a:close/>
                <a:moveTo>
                  <a:pt x="417527" y="1064121"/>
                </a:moveTo>
                <a:cubicBezTo>
                  <a:pt x="439212" y="1064121"/>
                  <a:pt x="456791" y="1081701"/>
                  <a:pt x="456791" y="1103386"/>
                </a:cubicBezTo>
                <a:cubicBezTo>
                  <a:pt x="456791" y="1125071"/>
                  <a:pt x="439212" y="1142651"/>
                  <a:pt x="417527" y="1142651"/>
                </a:cubicBezTo>
                <a:cubicBezTo>
                  <a:pt x="395842" y="1142651"/>
                  <a:pt x="378263" y="1125071"/>
                  <a:pt x="378263" y="1103386"/>
                </a:cubicBezTo>
                <a:cubicBezTo>
                  <a:pt x="378263" y="1081701"/>
                  <a:pt x="395842" y="1064121"/>
                  <a:pt x="417527" y="1064121"/>
                </a:cubicBezTo>
                <a:close/>
                <a:moveTo>
                  <a:pt x="228396" y="1064121"/>
                </a:moveTo>
                <a:cubicBezTo>
                  <a:pt x="250081" y="1064121"/>
                  <a:pt x="267660" y="1081701"/>
                  <a:pt x="267660" y="1103386"/>
                </a:cubicBezTo>
                <a:cubicBezTo>
                  <a:pt x="267660" y="1125071"/>
                  <a:pt x="250081" y="1142651"/>
                  <a:pt x="228396" y="1142651"/>
                </a:cubicBezTo>
                <a:cubicBezTo>
                  <a:pt x="206711" y="1142651"/>
                  <a:pt x="189132" y="1125071"/>
                  <a:pt x="189132" y="1103386"/>
                </a:cubicBezTo>
                <a:cubicBezTo>
                  <a:pt x="189132" y="1081701"/>
                  <a:pt x="206711" y="1064121"/>
                  <a:pt x="228396" y="1064121"/>
                </a:cubicBezTo>
                <a:close/>
                <a:moveTo>
                  <a:pt x="39264" y="1064121"/>
                </a:moveTo>
                <a:cubicBezTo>
                  <a:pt x="60949" y="1064121"/>
                  <a:pt x="78528" y="1081701"/>
                  <a:pt x="78528" y="1103386"/>
                </a:cubicBezTo>
                <a:cubicBezTo>
                  <a:pt x="78528" y="1125071"/>
                  <a:pt x="60949" y="1142651"/>
                  <a:pt x="39264" y="1142651"/>
                </a:cubicBezTo>
                <a:cubicBezTo>
                  <a:pt x="17579" y="1142651"/>
                  <a:pt x="0" y="1125071"/>
                  <a:pt x="0" y="1103386"/>
                </a:cubicBezTo>
                <a:cubicBezTo>
                  <a:pt x="0" y="1081701"/>
                  <a:pt x="17579" y="1064121"/>
                  <a:pt x="39264" y="1064121"/>
                </a:cubicBezTo>
                <a:close/>
                <a:moveTo>
                  <a:pt x="606660" y="851298"/>
                </a:moveTo>
                <a:cubicBezTo>
                  <a:pt x="628345" y="851298"/>
                  <a:pt x="645924" y="868878"/>
                  <a:pt x="645924" y="890563"/>
                </a:cubicBezTo>
                <a:cubicBezTo>
                  <a:pt x="645924" y="912248"/>
                  <a:pt x="628345" y="929828"/>
                  <a:pt x="606660" y="929828"/>
                </a:cubicBezTo>
                <a:cubicBezTo>
                  <a:pt x="584975" y="929828"/>
                  <a:pt x="567396" y="912248"/>
                  <a:pt x="567396" y="890563"/>
                </a:cubicBezTo>
                <a:cubicBezTo>
                  <a:pt x="567396" y="868878"/>
                  <a:pt x="584975" y="851298"/>
                  <a:pt x="606660" y="851298"/>
                </a:cubicBezTo>
                <a:close/>
                <a:moveTo>
                  <a:pt x="417527" y="851298"/>
                </a:moveTo>
                <a:cubicBezTo>
                  <a:pt x="439212" y="851298"/>
                  <a:pt x="456791" y="868878"/>
                  <a:pt x="456791" y="890563"/>
                </a:cubicBezTo>
                <a:cubicBezTo>
                  <a:pt x="456791" y="912248"/>
                  <a:pt x="439212" y="929828"/>
                  <a:pt x="417527" y="929828"/>
                </a:cubicBezTo>
                <a:cubicBezTo>
                  <a:pt x="395842" y="929828"/>
                  <a:pt x="378263" y="912248"/>
                  <a:pt x="378263" y="890563"/>
                </a:cubicBezTo>
                <a:cubicBezTo>
                  <a:pt x="378263" y="868878"/>
                  <a:pt x="395842" y="851298"/>
                  <a:pt x="417527" y="851298"/>
                </a:cubicBezTo>
                <a:close/>
                <a:moveTo>
                  <a:pt x="228396" y="851298"/>
                </a:moveTo>
                <a:cubicBezTo>
                  <a:pt x="250081" y="851298"/>
                  <a:pt x="267660" y="868878"/>
                  <a:pt x="267660" y="890563"/>
                </a:cubicBezTo>
                <a:cubicBezTo>
                  <a:pt x="267660" y="912248"/>
                  <a:pt x="250081" y="929828"/>
                  <a:pt x="228396" y="929828"/>
                </a:cubicBezTo>
                <a:cubicBezTo>
                  <a:pt x="206711" y="929828"/>
                  <a:pt x="189132" y="912248"/>
                  <a:pt x="189132" y="890563"/>
                </a:cubicBezTo>
                <a:cubicBezTo>
                  <a:pt x="189132" y="868878"/>
                  <a:pt x="206711" y="851298"/>
                  <a:pt x="228396" y="851298"/>
                </a:cubicBezTo>
                <a:close/>
                <a:moveTo>
                  <a:pt x="39264" y="851298"/>
                </a:moveTo>
                <a:cubicBezTo>
                  <a:pt x="60949" y="851298"/>
                  <a:pt x="78528" y="868878"/>
                  <a:pt x="78528" y="890563"/>
                </a:cubicBezTo>
                <a:cubicBezTo>
                  <a:pt x="78528" y="912248"/>
                  <a:pt x="60949" y="929828"/>
                  <a:pt x="39264" y="929828"/>
                </a:cubicBezTo>
                <a:cubicBezTo>
                  <a:pt x="17579" y="929828"/>
                  <a:pt x="0" y="912248"/>
                  <a:pt x="0" y="890563"/>
                </a:cubicBezTo>
                <a:cubicBezTo>
                  <a:pt x="0" y="868878"/>
                  <a:pt x="17579" y="851298"/>
                  <a:pt x="39264" y="851298"/>
                </a:cubicBezTo>
                <a:close/>
                <a:moveTo>
                  <a:pt x="606660" y="638473"/>
                </a:moveTo>
                <a:cubicBezTo>
                  <a:pt x="628345" y="638473"/>
                  <a:pt x="645924" y="656053"/>
                  <a:pt x="645924" y="677738"/>
                </a:cubicBezTo>
                <a:cubicBezTo>
                  <a:pt x="645924" y="699423"/>
                  <a:pt x="628345" y="717003"/>
                  <a:pt x="606660" y="717003"/>
                </a:cubicBezTo>
                <a:cubicBezTo>
                  <a:pt x="584975" y="717003"/>
                  <a:pt x="567396" y="699423"/>
                  <a:pt x="567396" y="677738"/>
                </a:cubicBezTo>
                <a:cubicBezTo>
                  <a:pt x="567396" y="656053"/>
                  <a:pt x="584975" y="638473"/>
                  <a:pt x="606660" y="638473"/>
                </a:cubicBezTo>
                <a:close/>
                <a:moveTo>
                  <a:pt x="417527" y="638473"/>
                </a:moveTo>
                <a:cubicBezTo>
                  <a:pt x="439212" y="638473"/>
                  <a:pt x="456791" y="656053"/>
                  <a:pt x="456791" y="677738"/>
                </a:cubicBezTo>
                <a:cubicBezTo>
                  <a:pt x="456791" y="699423"/>
                  <a:pt x="439212" y="717003"/>
                  <a:pt x="417527" y="717003"/>
                </a:cubicBezTo>
                <a:cubicBezTo>
                  <a:pt x="395842" y="717003"/>
                  <a:pt x="378263" y="699423"/>
                  <a:pt x="378263" y="677738"/>
                </a:cubicBezTo>
                <a:cubicBezTo>
                  <a:pt x="378263" y="656053"/>
                  <a:pt x="395842" y="638473"/>
                  <a:pt x="417527" y="638473"/>
                </a:cubicBezTo>
                <a:close/>
                <a:moveTo>
                  <a:pt x="228396" y="638473"/>
                </a:moveTo>
                <a:cubicBezTo>
                  <a:pt x="250081" y="638473"/>
                  <a:pt x="267660" y="656053"/>
                  <a:pt x="267660" y="677738"/>
                </a:cubicBezTo>
                <a:cubicBezTo>
                  <a:pt x="267660" y="699423"/>
                  <a:pt x="250081" y="717003"/>
                  <a:pt x="228396" y="717003"/>
                </a:cubicBezTo>
                <a:cubicBezTo>
                  <a:pt x="206711" y="717003"/>
                  <a:pt x="189132" y="699423"/>
                  <a:pt x="189132" y="677738"/>
                </a:cubicBezTo>
                <a:cubicBezTo>
                  <a:pt x="189132" y="656053"/>
                  <a:pt x="206711" y="638473"/>
                  <a:pt x="228396" y="638473"/>
                </a:cubicBezTo>
                <a:close/>
                <a:moveTo>
                  <a:pt x="39264" y="638473"/>
                </a:moveTo>
                <a:cubicBezTo>
                  <a:pt x="60949" y="638473"/>
                  <a:pt x="78528" y="656053"/>
                  <a:pt x="78528" y="677738"/>
                </a:cubicBezTo>
                <a:cubicBezTo>
                  <a:pt x="78528" y="699423"/>
                  <a:pt x="60949" y="717003"/>
                  <a:pt x="39264" y="717003"/>
                </a:cubicBezTo>
                <a:cubicBezTo>
                  <a:pt x="17579" y="717003"/>
                  <a:pt x="0" y="699423"/>
                  <a:pt x="0" y="677738"/>
                </a:cubicBezTo>
                <a:cubicBezTo>
                  <a:pt x="0" y="656053"/>
                  <a:pt x="17579" y="638473"/>
                  <a:pt x="39264" y="638473"/>
                </a:cubicBezTo>
                <a:close/>
                <a:moveTo>
                  <a:pt x="606660" y="425649"/>
                </a:moveTo>
                <a:cubicBezTo>
                  <a:pt x="628345" y="425649"/>
                  <a:pt x="645924" y="443229"/>
                  <a:pt x="645924" y="464914"/>
                </a:cubicBezTo>
                <a:cubicBezTo>
                  <a:pt x="645924" y="486599"/>
                  <a:pt x="628345" y="504179"/>
                  <a:pt x="606660" y="504179"/>
                </a:cubicBezTo>
                <a:cubicBezTo>
                  <a:pt x="584975" y="504179"/>
                  <a:pt x="567396" y="486599"/>
                  <a:pt x="567396" y="464914"/>
                </a:cubicBezTo>
                <a:cubicBezTo>
                  <a:pt x="567396" y="443229"/>
                  <a:pt x="584975" y="425649"/>
                  <a:pt x="606660" y="425649"/>
                </a:cubicBezTo>
                <a:close/>
                <a:moveTo>
                  <a:pt x="417527" y="425649"/>
                </a:moveTo>
                <a:cubicBezTo>
                  <a:pt x="439212" y="425649"/>
                  <a:pt x="456791" y="443229"/>
                  <a:pt x="456791" y="464914"/>
                </a:cubicBezTo>
                <a:cubicBezTo>
                  <a:pt x="456791" y="486599"/>
                  <a:pt x="439212" y="504179"/>
                  <a:pt x="417527" y="504179"/>
                </a:cubicBezTo>
                <a:cubicBezTo>
                  <a:pt x="395842" y="504179"/>
                  <a:pt x="378263" y="486599"/>
                  <a:pt x="378263" y="464914"/>
                </a:cubicBezTo>
                <a:cubicBezTo>
                  <a:pt x="378263" y="443229"/>
                  <a:pt x="395842" y="425649"/>
                  <a:pt x="417527" y="425649"/>
                </a:cubicBezTo>
                <a:close/>
                <a:moveTo>
                  <a:pt x="228396" y="425649"/>
                </a:moveTo>
                <a:cubicBezTo>
                  <a:pt x="250081" y="425649"/>
                  <a:pt x="267660" y="443229"/>
                  <a:pt x="267660" y="464914"/>
                </a:cubicBezTo>
                <a:cubicBezTo>
                  <a:pt x="267660" y="486599"/>
                  <a:pt x="250081" y="504179"/>
                  <a:pt x="228396" y="504179"/>
                </a:cubicBezTo>
                <a:cubicBezTo>
                  <a:pt x="206711" y="504179"/>
                  <a:pt x="189132" y="486599"/>
                  <a:pt x="189132" y="464914"/>
                </a:cubicBezTo>
                <a:cubicBezTo>
                  <a:pt x="189132" y="443229"/>
                  <a:pt x="206711" y="425649"/>
                  <a:pt x="228396" y="425649"/>
                </a:cubicBezTo>
                <a:close/>
                <a:moveTo>
                  <a:pt x="39264" y="425649"/>
                </a:moveTo>
                <a:cubicBezTo>
                  <a:pt x="60949" y="425649"/>
                  <a:pt x="78528" y="443229"/>
                  <a:pt x="78528" y="464914"/>
                </a:cubicBezTo>
                <a:cubicBezTo>
                  <a:pt x="78528" y="486599"/>
                  <a:pt x="60949" y="504179"/>
                  <a:pt x="39264" y="504179"/>
                </a:cubicBezTo>
                <a:cubicBezTo>
                  <a:pt x="17579" y="504179"/>
                  <a:pt x="0" y="486599"/>
                  <a:pt x="0" y="464914"/>
                </a:cubicBezTo>
                <a:cubicBezTo>
                  <a:pt x="0" y="443229"/>
                  <a:pt x="17579" y="425649"/>
                  <a:pt x="39264" y="425649"/>
                </a:cubicBezTo>
                <a:close/>
                <a:moveTo>
                  <a:pt x="606660" y="212824"/>
                </a:moveTo>
                <a:cubicBezTo>
                  <a:pt x="628345" y="212824"/>
                  <a:pt x="645924" y="230404"/>
                  <a:pt x="645924" y="252089"/>
                </a:cubicBezTo>
                <a:cubicBezTo>
                  <a:pt x="645924" y="273774"/>
                  <a:pt x="628345" y="291354"/>
                  <a:pt x="606660" y="291354"/>
                </a:cubicBezTo>
                <a:cubicBezTo>
                  <a:pt x="584975" y="291354"/>
                  <a:pt x="567396" y="273774"/>
                  <a:pt x="567396" y="252089"/>
                </a:cubicBezTo>
                <a:cubicBezTo>
                  <a:pt x="567396" y="230404"/>
                  <a:pt x="584975" y="212824"/>
                  <a:pt x="606660" y="212824"/>
                </a:cubicBezTo>
                <a:close/>
                <a:moveTo>
                  <a:pt x="417527" y="212824"/>
                </a:moveTo>
                <a:cubicBezTo>
                  <a:pt x="439212" y="212824"/>
                  <a:pt x="456791" y="230404"/>
                  <a:pt x="456791" y="252089"/>
                </a:cubicBezTo>
                <a:cubicBezTo>
                  <a:pt x="456791" y="273774"/>
                  <a:pt x="439212" y="291354"/>
                  <a:pt x="417527" y="291354"/>
                </a:cubicBezTo>
                <a:cubicBezTo>
                  <a:pt x="395842" y="291354"/>
                  <a:pt x="378263" y="273774"/>
                  <a:pt x="378263" y="252089"/>
                </a:cubicBezTo>
                <a:cubicBezTo>
                  <a:pt x="378263" y="230404"/>
                  <a:pt x="395842" y="212824"/>
                  <a:pt x="417527" y="212824"/>
                </a:cubicBezTo>
                <a:close/>
                <a:moveTo>
                  <a:pt x="228396" y="212824"/>
                </a:moveTo>
                <a:cubicBezTo>
                  <a:pt x="250081" y="212824"/>
                  <a:pt x="267660" y="230404"/>
                  <a:pt x="267660" y="252089"/>
                </a:cubicBezTo>
                <a:cubicBezTo>
                  <a:pt x="267660" y="273774"/>
                  <a:pt x="250081" y="291354"/>
                  <a:pt x="228396" y="291354"/>
                </a:cubicBezTo>
                <a:cubicBezTo>
                  <a:pt x="206711" y="291354"/>
                  <a:pt x="189132" y="273774"/>
                  <a:pt x="189132" y="252089"/>
                </a:cubicBezTo>
                <a:cubicBezTo>
                  <a:pt x="189132" y="230404"/>
                  <a:pt x="206711" y="212824"/>
                  <a:pt x="228396" y="212824"/>
                </a:cubicBezTo>
                <a:close/>
                <a:moveTo>
                  <a:pt x="39264" y="212824"/>
                </a:moveTo>
                <a:cubicBezTo>
                  <a:pt x="60949" y="212824"/>
                  <a:pt x="78528" y="230404"/>
                  <a:pt x="78528" y="252089"/>
                </a:cubicBezTo>
                <a:cubicBezTo>
                  <a:pt x="78528" y="273774"/>
                  <a:pt x="60949" y="291354"/>
                  <a:pt x="39264" y="291354"/>
                </a:cubicBezTo>
                <a:cubicBezTo>
                  <a:pt x="17579" y="291354"/>
                  <a:pt x="0" y="273774"/>
                  <a:pt x="0" y="252089"/>
                </a:cubicBezTo>
                <a:cubicBezTo>
                  <a:pt x="0" y="230404"/>
                  <a:pt x="17579" y="212824"/>
                  <a:pt x="39264" y="212824"/>
                </a:cubicBezTo>
                <a:close/>
                <a:moveTo>
                  <a:pt x="606660" y="0"/>
                </a:moveTo>
                <a:cubicBezTo>
                  <a:pt x="628345" y="0"/>
                  <a:pt x="645924" y="17580"/>
                  <a:pt x="645924" y="39265"/>
                </a:cubicBezTo>
                <a:cubicBezTo>
                  <a:pt x="645924" y="60950"/>
                  <a:pt x="628345" y="78530"/>
                  <a:pt x="606660" y="78530"/>
                </a:cubicBezTo>
                <a:cubicBezTo>
                  <a:pt x="584975" y="78530"/>
                  <a:pt x="567396" y="60950"/>
                  <a:pt x="567396" y="39265"/>
                </a:cubicBezTo>
                <a:cubicBezTo>
                  <a:pt x="567396" y="17580"/>
                  <a:pt x="584975" y="0"/>
                  <a:pt x="606660" y="0"/>
                </a:cubicBezTo>
                <a:close/>
                <a:moveTo>
                  <a:pt x="417527" y="0"/>
                </a:moveTo>
                <a:cubicBezTo>
                  <a:pt x="439212" y="0"/>
                  <a:pt x="456791" y="17580"/>
                  <a:pt x="456791" y="39265"/>
                </a:cubicBezTo>
                <a:cubicBezTo>
                  <a:pt x="456791" y="60950"/>
                  <a:pt x="439212" y="78530"/>
                  <a:pt x="417527" y="78530"/>
                </a:cubicBezTo>
                <a:cubicBezTo>
                  <a:pt x="395842" y="78530"/>
                  <a:pt x="378263" y="60950"/>
                  <a:pt x="378263" y="39265"/>
                </a:cubicBezTo>
                <a:cubicBezTo>
                  <a:pt x="378263" y="17580"/>
                  <a:pt x="395842" y="0"/>
                  <a:pt x="417527" y="0"/>
                </a:cubicBezTo>
                <a:close/>
                <a:moveTo>
                  <a:pt x="228396" y="0"/>
                </a:moveTo>
                <a:cubicBezTo>
                  <a:pt x="250081" y="0"/>
                  <a:pt x="267660" y="17580"/>
                  <a:pt x="267660" y="39265"/>
                </a:cubicBezTo>
                <a:cubicBezTo>
                  <a:pt x="267660" y="60950"/>
                  <a:pt x="250081" y="78530"/>
                  <a:pt x="228396" y="78530"/>
                </a:cubicBezTo>
                <a:cubicBezTo>
                  <a:pt x="206711" y="78530"/>
                  <a:pt x="189132" y="60950"/>
                  <a:pt x="189132" y="39265"/>
                </a:cubicBezTo>
                <a:cubicBezTo>
                  <a:pt x="189132" y="17580"/>
                  <a:pt x="206711" y="0"/>
                  <a:pt x="228396" y="0"/>
                </a:cubicBezTo>
                <a:close/>
                <a:moveTo>
                  <a:pt x="39264" y="0"/>
                </a:moveTo>
                <a:cubicBezTo>
                  <a:pt x="60949" y="0"/>
                  <a:pt x="78528" y="17580"/>
                  <a:pt x="78528" y="39265"/>
                </a:cubicBezTo>
                <a:cubicBezTo>
                  <a:pt x="78528" y="60950"/>
                  <a:pt x="60949" y="78530"/>
                  <a:pt x="39264" y="78530"/>
                </a:cubicBezTo>
                <a:cubicBezTo>
                  <a:pt x="17579" y="78530"/>
                  <a:pt x="0" y="60950"/>
                  <a:pt x="0" y="39265"/>
                </a:cubicBezTo>
                <a:cubicBezTo>
                  <a:pt x="0" y="17580"/>
                  <a:pt x="17579" y="0"/>
                  <a:pt x="39264" y="0"/>
                </a:cubicBezTo>
                <a:close/>
              </a:path>
            </a:pathLst>
          </a:custGeom>
          <a:solidFill>
            <a:srgbClr val="FFFFFF">
              <a:alpha val="5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7" name="十字星 36"/>
          <p:cNvSpPr/>
          <p:nvPr userDrawn="1">
            <p:custDataLst>
              <p:tags r:id="rId23"/>
            </p:custDataLst>
          </p:nvPr>
        </p:nvSpPr>
        <p:spPr>
          <a:xfrm rot="660000">
            <a:off x="10162540" y="4550410"/>
            <a:ext cx="368300" cy="368300"/>
          </a:xfrm>
          <a:prstGeom prst="star4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矩形 59"/>
          <p:cNvSpPr/>
          <p:nvPr userDrawn="1">
            <p:custDataLst>
              <p:tags r:id="rId24"/>
            </p:custDataLst>
          </p:nvPr>
        </p:nvSpPr>
        <p:spPr>
          <a:xfrm>
            <a:off x="635" y="6722110"/>
            <a:ext cx="12191365" cy="135255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>
                  <a:lumMod val="20000"/>
                  <a:lumOff val="8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任意多边形 55"/>
          <p:cNvSpPr/>
          <p:nvPr userDrawn="1">
            <p:custDataLst>
              <p:tags r:id="rId25"/>
            </p:custDataLst>
          </p:nvPr>
        </p:nvSpPr>
        <p:spPr>
          <a:xfrm>
            <a:off x="10250170" y="5077460"/>
            <a:ext cx="1941830" cy="178054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967" h="3461">
                <a:moveTo>
                  <a:pt x="3541" y="0"/>
                </a:moveTo>
                <a:cubicBezTo>
                  <a:pt x="3679" y="0"/>
                  <a:pt x="3814" y="8"/>
                  <a:pt x="3948" y="23"/>
                </a:cubicBezTo>
                <a:lnTo>
                  <a:pt x="3967" y="25"/>
                </a:lnTo>
                <a:lnTo>
                  <a:pt x="3967" y="906"/>
                </a:lnTo>
                <a:lnTo>
                  <a:pt x="3948" y="903"/>
                </a:lnTo>
                <a:cubicBezTo>
                  <a:pt x="3815" y="883"/>
                  <a:pt x="3679" y="872"/>
                  <a:pt x="3541" y="872"/>
                </a:cubicBezTo>
                <a:cubicBezTo>
                  <a:pt x="2101" y="872"/>
                  <a:pt x="928" y="2012"/>
                  <a:pt x="873" y="3439"/>
                </a:cubicBezTo>
                <a:lnTo>
                  <a:pt x="873" y="3461"/>
                </a:lnTo>
                <a:lnTo>
                  <a:pt x="0" y="3461"/>
                </a:lnTo>
                <a:lnTo>
                  <a:pt x="0" y="3451"/>
                </a:lnTo>
                <a:cubicBezTo>
                  <a:pt x="49" y="1537"/>
                  <a:pt x="1616" y="0"/>
                  <a:pt x="3541" y="0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  <a:alpha val="20000"/>
            </a:schemeClr>
          </a:solidFill>
        </p:spPr>
        <p:txBody>
          <a:bodyPr vert="horz" wrap="square" lIns="0" tIns="0" rIns="0" bIns="0" rtlCol="0" anchor="b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00000"/>
              </a:lnSpc>
            </a:pPr>
            <a:endParaRPr lang="en-US" sz="6600" b="1" dirty="0">
              <a:sym typeface="+mn-lt"/>
            </a:endParaRPr>
          </a:p>
        </p:txBody>
      </p:sp>
      <p:pic>
        <p:nvPicPr>
          <p:cNvPr id="9" name="图片 8" descr="3"/>
          <p:cNvPicPr>
            <a:picLocks noChangeAspect="1"/>
          </p:cNvPicPr>
          <p:nvPr userDrawn="1">
            <p:custDataLst>
              <p:tags r:id="rId26"/>
            </p:custDataLst>
          </p:nvPr>
        </p:nvPicPr>
        <p:blipFill>
          <a:blip r:embed="rId27"/>
          <a:stretch>
            <a:fillRect/>
          </a:stretch>
        </p:blipFill>
        <p:spPr>
          <a:xfrm>
            <a:off x="6974840" y="1292860"/>
            <a:ext cx="2829560" cy="48418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3810" y="0"/>
            <a:ext cx="12188190" cy="6857365"/>
          </a:xfrm>
          <a:prstGeom prst="rect">
            <a:avLst/>
          </a:prstGeom>
          <a:gradFill>
            <a:gsLst>
              <a:gs pos="0">
                <a:schemeClr val="bg1"/>
              </a:gs>
              <a:gs pos="89000">
                <a:schemeClr val="bg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58" name="任意多边形 57"/>
          <p:cNvSpPr/>
          <p:nvPr userDrawn="1">
            <p:custDataLst>
              <p:tags r:id="rId4"/>
            </p:custDataLst>
          </p:nvPr>
        </p:nvSpPr>
        <p:spPr>
          <a:xfrm>
            <a:off x="3409950" y="3916680"/>
            <a:ext cx="8782050" cy="294068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3830" h="7102">
                <a:moveTo>
                  <a:pt x="13830" y="0"/>
                </a:moveTo>
                <a:lnTo>
                  <a:pt x="13830" y="7102"/>
                </a:lnTo>
                <a:lnTo>
                  <a:pt x="0" y="7102"/>
                </a:lnTo>
                <a:lnTo>
                  <a:pt x="28" y="7098"/>
                </a:lnTo>
                <a:cubicBezTo>
                  <a:pt x="1534" y="6888"/>
                  <a:pt x="3145" y="6504"/>
                  <a:pt x="4784" y="5939"/>
                </a:cubicBezTo>
                <a:cubicBezTo>
                  <a:pt x="9005" y="4486"/>
                  <a:pt x="12346" y="2202"/>
                  <a:pt x="13829" y="2"/>
                </a:cubicBezTo>
                <a:lnTo>
                  <a:pt x="13830" y="0"/>
                </a:lnTo>
                <a:close/>
              </a:path>
            </a:pathLst>
          </a:custGeom>
          <a:gradFill>
            <a:gsLst>
              <a:gs pos="2000">
                <a:schemeClr val="accent3">
                  <a:lumMod val="20000"/>
                  <a:lumOff val="80000"/>
                  <a:alpha val="46000"/>
                </a:schemeClr>
              </a:gs>
              <a:gs pos="100000">
                <a:schemeClr val="accent3">
                  <a:lumMod val="20000"/>
                  <a:lumOff val="80000"/>
                  <a:alpha val="0"/>
                </a:schemeClr>
              </a:gs>
            </a:gsLst>
            <a:lin ang="1404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6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7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8" name="矩形 17"/>
          <p:cNvSpPr/>
          <p:nvPr userDrawn="1">
            <p:custDataLst>
              <p:tags r:id="rId10"/>
            </p:custDataLst>
          </p:nvPr>
        </p:nvSpPr>
        <p:spPr>
          <a:xfrm>
            <a:off x="635" y="6722110"/>
            <a:ext cx="12191365" cy="135255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>
                  <a:lumMod val="20000"/>
                  <a:lumOff val="8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9" name="KSO_TEMPLATE" hidden="1"/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tags" Target="../tags/tag3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41.xml"/><Relationship Id="rId1" Type="http://schemas.openxmlformats.org/officeDocument/2006/relationships/tags" Target="../tags/tag4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FILE HANDLING</a:t>
            </a:r>
            <a:endParaRPr lang="en-US"/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ANISH A R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The 4 Steps of File Handling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Every file operation follows the exact same lifecycle:</a:t>
            </a:r>
            <a:endParaRPr lang="en-US" altLang="en-US"/>
          </a:p>
          <a:p>
            <a:r>
              <a:rPr lang="en-US" altLang="en-US"/>
              <a:t>Declare a file pointer: FILE *fptr;</a:t>
            </a:r>
            <a:endParaRPr lang="en-US" altLang="en-US"/>
          </a:p>
          <a:p>
            <a:r>
              <a:rPr lang="en-US" altLang="en-US"/>
              <a:t>Open the file using fopen(): Connects your code to the actual file on your hard drive.</a:t>
            </a:r>
            <a:endParaRPr lang="en-US" altLang="en-US"/>
          </a:p>
          <a:p>
            <a:r>
              <a:rPr lang="en-US" altLang="en-US"/>
              <a:t>Process the file: Read from it or write to it.Close the file using fclose(): Saves the data, clears buffers, and frees system memory.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Core Functions 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Here are the standard library functions found inside &lt;stdio.h&gt; for file manipulation: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Core Functions Reference</a:t>
            </a:r>
            <a:endParaRPr lang="en-US"/>
          </a:p>
        </p:txBody>
      </p:sp>
      <p:graphicFrame>
        <p:nvGraphicFramePr>
          <p:cNvPr id="6" name="Table 5"/>
          <p:cNvGraphicFramePr/>
          <p:nvPr>
            <p:custDataLst>
              <p:tags r:id="rId1"/>
            </p:custDataLst>
          </p:nvPr>
        </p:nvGraphicFramePr>
        <p:xfrm>
          <a:off x="695325" y="1295400"/>
          <a:ext cx="10801350" cy="5143500"/>
        </p:xfrm>
        <a:graphic>
          <a:graphicData uri="http://schemas.openxmlformats.org/drawingml/2006/table">
            <a:tbl>
              <a:tblPr/>
              <a:tblGrid>
                <a:gridCol w="3600450"/>
                <a:gridCol w="3600450"/>
                <a:gridCol w="3600450"/>
              </a:tblGrid>
              <a:tr h="49530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 b="1">
                          <a:latin typeface="Arial" panose="020B0604020202020204" pitchFamily="34" charset="0"/>
                          <a:ea typeface="Google Sans"/>
                          <a:cs typeface="Arial" panose="020B0604020202020204" pitchFamily="34" charset="0"/>
                        </a:rPr>
                        <a:t>Action </a:t>
                      </a:r>
                      <a:endParaRPr sz="2400" b="1">
                        <a:latin typeface="Arial" panose="020B0604020202020204" pitchFamily="34" charset="0"/>
                        <a:ea typeface="Google Sans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 b="1">
                          <a:latin typeface="Arial" panose="020B0604020202020204" pitchFamily="34" charset="0"/>
                          <a:ea typeface="Google Sans"/>
                          <a:cs typeface="Arial" panose="020B0604020202020204" pitchFamily="34" charset="0"/>
                        </a:rPr>
                        <a:t>Function</a:t>
                      </a:r>
                      <a:endParaRPr sz="2400" b="1">
                        <a:latin typeface="Arial" panose="020B0604020202020204" pitchFamily="34" charset="0"/>
                        <a:ea typeface="Google Sans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 b="1">
                          <a:latin typeface="Arial" panose="020B0604020202020204" pitchFamily="34" charset="0"/>
                          <a:ea typeface="Google Sans"/>
                          <a:cs typeface="Arial" panose="020B0604020202020204" pitchFamily="34" charset="0"/>
                        </a:rPr>
                        <a:t>Best Used For</a:t>
                      </a:r>
                      <a:endParaRPr sz="2400" b="1">
                        <a:latin typeface="Arial" panose="020B0604020202020204" pitchFamily="34" charset="0"/>
                        <a:ea typeface="Google Sans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9530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 b="1">
                          <a:latin typeface="Arial" panose="020B0604020202020204" pitchFamily="34" charset="0"/>
                          <a:ea typeface="Google Sans"/>
                          <a:cs typeface="Arial" panose="020B0604020202020204" pitchFamily="34" charset="0"/>
                        </a:rPr>
                        <a:t>Open / Close</a:t>
                      </a:r>
                      <a:endParaRPr sz="2400" b="1">
                        <a:latin typeface="Arial" panose="020B0604020202020204" pitchFamily="34" charset="0"/>
                        <a:ea typeface="Google Sans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 b="0">
                          <a:latin typeface="Arial" panose="020B0604020202020204" pitchFamily="34" charset="0"/>
                          <a:ea typeface="Google Sans"/>
                          <a:cs typeface="Arial" panose="020B0604020202020204" pitchFamily="34" charset="0"/>
                        </a:rPr>
                        <a:t>fopen(), fclose()</a:t>
                      </a:r>
                      <a:endParaRPr sz="2400" b="0">
                        <a:latin typeface="Arial" panose="020B0604020202020204" pitchFamily="34" charset="0"/>
                        <a:ea typeface="Google Sans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 b="0">
                          <a:latin typeface="Arial" panose="020B0604020202020204" pitchFamily="34" charset="0"/>
                          <a:ea typeface="Google Sans"/>
                          <a:cs typeface="Arial" panose="020B0604020202020204" pitchFamily="34" charset="0"/>
                        </a:rPr>
                        <a:t>Managing the file lifecycle stream.</a:t>
                      </a:r>
                      <a:endParaRPr sz="2400" b="0">
                        <a:latin typeface="Arial" panose="020B0604020202020204" pitchFamily="34" charset="0"/>
                        <a:ea typeface="Google Sans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9060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 b="1">
                          <a:latin typeface="Arial" panose="020B0604020202020204" pitchFamily="34" charset="0"/>
                          <a:ea typeface="Google Sans"/>
                          <a:cs typeface="Arial" panose="020B0604020202020204" pitchFamily="34" charset="0"/>
                        </a:rPr>
                        <a:t>Text Output</a:t>
                      </a:r>
                      <a:endParaRPr sz="2400" b="1">
                        <a:latin typeface="Arial" panose="020B0604020202020204" pitchFamily="34" charset="0"/>
                        <a:ea typeface="Google Sans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 b="0">
                          <a:latin typeface="Arial" panose="020B0604020202020204" pitchFamily="34" charset="0"/>
                          <a:ea typeface="Google Sans"/>
                          <a:cs typeface="Arial" panose="020B0604020202020204" pitchFamily="34" charset="0"/>
                        </a:rPr>
                        <a:t>fprintf(), </a:t>
                      </a:r>
                      <a:r>
                        <a:rPr sz="2400" b="0">
                          <a:latin typeface="Arial" panose="020B0604020202020204" pitchFamily="34" charset="0"/>
                          <a:ea typeface="Google Sans"/>
                          <a:cs typeface="Arial" panose="020B0604020202020204" pitchFamily="34" charset="0"/>
                        </a:rPr>
                        <a:t>fputs(), fputc()</a:t>
                      </a:r>
                      <a:endParaRPr sz="2400" b="0">
                        <a:latin typeface="Arial" panose="020B0604020202020204" pitchFamily="34" charset="0"/>
                        <a:ea typeface="Google Sans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 b="0">
                          <a:latin typeface="Arial" panose="020B0604020202020204" pitchFamily="34" charset="0"/>
                          <a:ea typeface="Google Sans"/>
                          <a:cs typeface="Arial" panose="020B0604020202020204" pitchFamily="34" charset="0"/>
                        </a:rPr>
                        <a:t>Writing strings, formatted data, or single characters.</a:t>
                      </a:r>
                      <a:endParaRPr sz="2400" b="0">
                        <a:latin typeface="Arial" panose="020B0604020202020204" pitchFamily="34" charset="0"/>
                        <a:ea typeface="Google Sans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9720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 b="1">
                          <a:latin typeface="Arial" panose="020B0604020202020204" pitchFamily="34" charset="0"/>
                          <a:ea typeface="Google Sans"/>
                          <a:cs typeface="Arial" panose="020B0604020202020204" pitchFamily="34" charset="0"/>
                        </a:rPr>
                        <a:t>Text Input</a:t>
                      </a:r>
                      <a:endParaRPr sz="2400" b="1">
                        <a:latin typeface="Arial" panose="020B0604020202020204" pitchFamily="34" charset="0"/>
                        <a:ea typeface="Google Sans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 b="0">
                          <a:latin typeface="Arial" panose="020B0604020202020204" pitchFamily="34" charset="0"/>
                          <a:ea typeface="Google Sans"/>
                          <a:cs typeface="Arial" panose="020B0604020202020204" pitchFamily="34" charset="0"/>
                        </a:rPr>
                        <a:t>fscanf(), </a:t>
                      </a:r>
                      <a:r>
                        <a:rPr sz="2400" b="0">
                          <a:latin typeface="Arial" panose="020B0604020202020204" pitchFamily="34" charset="0"/>
                          <a:ea typeface="Google Sans"/>
                          <a:cs typeface="Arial" panose="020B0604020202020204" pitchFamily="34" charset="0"/>
                        </a:rPr>
                        <a:t>fgets(), fgetc()</a:t>
                      </a:r>
                      <a:endParaRPr sz="2400" b="0">
                        <a:latin typeface="Arial" panose="020B0604020202020204" pitchFamily="34" charset="0"/>
                        <a:ea typeface="Google Sans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 b="0">
                          <a:latin typeface="Arial" panose="020B0604020202020204" pitchFamily="34" charset="0"/>
                          <a:ea typeface="Google Sans"/>
                          <a:cs typeface="Arial" panose="020B0604020202020204" pitchFamily="34" charset="0"/>
                        </a:rPr>
                        <a:t>Reading words, whole lines, or single characters.</a:t>
                      </a:r>
                      <a:endParaRPr sz="2400" b="0">
                        <a:latin typeface="Arial" panose="020B0604020202020204" pitchFamily="34" charset="0"/>
                        <a:ea typeface="Google Sans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9060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 b="1">
                          <a:latin typeface="Arial" panose="020B0604020202020204" pitchFamily="34" charset="0"/>
                          <a:ea typeface="Google Sans"/>
                          <a:cs typeface="Arial" panose="020B0604020202020204" pitchFamily="34" charset="0"/>
                        </a:rPr>
                        <a:t>Binary I/O</a:t>
                      </a:r>
                      <a:endParaRPr sz="2400" b="1">
                        <a:latin typeface="Arial" panose="020B0604020202020204" pitchFamily="34" charset="0"/>
                        <a:ea typeface="Google Sans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 b="0">
                          <a:latin typeface="Arial" panose="020B0604020202020204" pitchFamily="34" charset="0"/>
                          <a:ea typeface="Google Sans"/>
                          <a:cs typeface="Arial" panose="020B0604020202020204" pitchFamily="34" charset="0"/>
                        </a:rPr>
                        <a:t>fwrite(), fread()</a:t>
                      </a:r>
                      <a:endParaRPr sz="2400" b="0">
                        <a:latin typeface="Arial" panose="020B0604020202020204" pitchFamily="34" charset="0"/>
                        <a:ea typeface="Google Sans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 b="0">
                          <a:latin typeface="Arial" panose="020B0604020202020204" pitchFamily="34" charset="0"/>
                          <a:ea typeface="Google Sans"/>
                          <a:cs typeface="Arial" panose="020B0604020202020204" pitchFamily="34" charset="0"/>
                        </a:rPr>
                        <a:t>Saving/loading raw memory arrays, structures, and blocks.</a:t>
                      </a:r>
                      <a:endParaRPr sz="2400" b="0">
                        <a:latin typeface="Arial" panose="020B0604020202020204" pitchFamily="34" charset="0"/>
                        <a:ea typeface="Google Sans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9060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 b="1">
                          <a:latin typeface="Arial" panose="020B0604020202020204" pitchFamily="34" charset="0"/>
                          <a:ea typeface="Google Sans"/>
                          <a:cs typeface="Arial" panose="020B0604020202020204" pitchFamily="34" charset="0"/>
                        </a:rPr>
                        <a:t>Navigation</a:t>
                      </a:r>
                      <a:endParaRPr sz="2400" b="1">
                        <a:latin typeface="Arial" panose="020B0604020202020204" pitchFamily="34" charset="0"/>
                        <a:ea typeface="Google Sans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 b="0">
                          <a:latin typeface="Arial" panose="020B0604020202020204" pitchFamily="34" charset="0"/>
                          <a:ea typeface="Google Sans"/>
                          <a:cs typeface="Arial" panose="020B0604020202020204" pitchFamily="34" charset="0"/>
                        </a:rPr>
                        <a:t>fseek(), </a:t>
                      </a:r>
                      <a:r>
                        <a:rPr sz="2400" b="0">
                          <a:latin typeface="Arial" panose="020B0604020202020204" pitchFamily="34" charset="0"/>
                          <a:ea typeface="Google Sans"/>
                          <a:cs typeface="Arial" panose="020B0604020202020204" pitchFamily="34" charset="0"/>
                        </a:rPr>
                        <a:t>ftell(), rewind()</a:t>
                      </a:r>
                      <a:endParaRPr sz="2400" b="0">
                        <a:latin typeface="Arial" panose="020B0604020202020204" pitchFamily="34" charset="0"/>
                        <a:ea typeface="Google Sans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 b="0">
                          <a:latin typeface="Arial" panose="020B0604020202020204" pitchFamily="34" charset="0"/>
                          <a:ea typeface="Google Sans"/>
                          <a:cs typeface="Arial" panose="020B0604020202020204" pitchFamily="34" charset="0"/>
                        </a:rPr>
                        <a:t>Jumping around to specific byte positions inside a file.</a:t>
                      </a:r>
                      <a:endParaRPr sz="2400" b="0">
                        <a:latin typeface="Arial" panose="020B0604020202020204" pitchFamily="34" charset="0"/>
                        <a:ea typeface="Google Sans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File Opening Modes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When you call fopen("filename.txt", "mode"), the mode determines your access permissions:</a:t>
            </a:r>
            <a:endParaRPr lang="en-US" altLang="en-US"/>
          </a:p>
          <a:p>
            <a:pPr marL="457200" indent="-457200">
              <a:buFont typeface="+mj-lt"/>
              <a:buAutoNum type="alphaLcParenR"/>
            </a:pPr>
            <a:r>
              <a:rPr lang="en-US" altLang="en-US"/>
              <a:t>"r" (Read): Opens an existing text file. Fails if the file does not exist.</a:t>
            </a:r>
            <a:endParaRPr lang="en-US" altLang="en-US"/>
          </a:p>
          <a:p>
            <a:pPr marL="457200" indent="-457200">
              <a:buFont typeface="+mj-lt"/>
              <a:buAutoNum type="alphaLcParenR"/>
            </a:pPr>
            <a:r>
              <a:rPr lang="en-US" altLang="en-US"/>
              <a:t>"w" (Write): Creates a new text file. Warning: If the file already exists, it completely erases (truncates) the old content.</a:t>
            </a:r>
            <a:endParaRPr lang="en-US" altLang="en-US"/>
          </a:p>
          <a:p>
            <a:pPr marL="457200" indent="-457200">
              <a:buFont typeface="+mj-lt"/>
              <a:buAutoNum type="alphaLcParenR"/>
            </a:pPr>
            <a:r>
              <a:rPr lang="en-US" altLang="en-US"/>
              <a:t>"a" (Append): Opens or creates a text file. Keeps old content and adds new data strictly to the very end.</a:t>
            </a:r>
            <a:endParaRPr lang="en-US" altLang="en-US"/>
          </a:p>
          <a:p>
            <a:pPr marL="457200" indent="-457200">
              <a:buFont typeface="+mj-lt"/>
              <a:buAutoNum type="alphaLcParenR"/>
            </a:pPr>
            <a:r>
              <a:rPr lang="en-US" altLang="en-US"/>
              <a:t>"rb", "wb", "ab": The binary equivalents. Required on Windows systems to prevent line-ending translations (\n to \r\n).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fopen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 sz="2400"/>
              <a:t>Opens a file and returns a pointer to a FILE structure, establishing a communication stream.</a:t>
            </a:r>
            <a:endParaRPr lang="en-US" altLang="en-US" sz="2400"/>
          </a:p>
          <a:p>
            <a:r>
              <a:rPr lang="en-US" altLang="en-US" sz="2400"/>
              <a:t>Syntax: </a:t>
            </a:r>
            <a:endParaRPr lang="en-US" altLang="en-US" sz="2400"/>
          </a:p>
          <a:p>
            <a:pPr marL="332105" lvl="1" indent="0">
              <a:buNone/>
            </a:pPr>
            <a:r>
              <a:rPr lang="en-US" altLang="en-US" sz="2400"/>
              <a:t>FILE *fopen(const char *filename, const char *mode);</a:t>
            </a:r>
            <a:endParaRPr lang="en-US" altLang="en-US" sz="2400"/>
          </a:p>
          <a:p>
            <a:r>
              <a:rPr lang="en-US" altLang="en-US" sz="2400"/>
              <a:t>Mechanics: Requests a file descriptor from the operating system. </a:t>
            </a:r>
            <a:endParaRPr lang="en-US" altLang="en-US" sz="2400"/>
          </a:p>
          <a:p>
            <a:r>
              <a:rPr lang="en-US" altLang="en-US" sz="2400"/>
              <a:t>Returns NULL if permissions are denied or the file does not exist (in "r" mode).</a:t>
            </a:r>
            <a:endParaRPr lang="en-US" altLang="en-US" sz="2400"/>
          </a:p>
          <a:p>
            <a:r>
              <a:rPr lang="en-US" altLang="en-US" sz="2400"/>
              <a:t>Example: FILE *f = fopen("log.txt", "w");</a:t>
            </a: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fclose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Closes an open file stream, flushes any unwritten data in the system buffer to the disk, and releases the file descriptor.</a:t>
            </a:r>
            <a:endParaRPr lang="en-US" altLang="en-US"/>
          </a:p>
          <a:p>
            <a:r>
              <a:rPr lang="en-US" altLang="en-US"/>
              <a:t>Syntax: 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int fclose(FILE *stream);</a:t>
            </a:r>
            <a:endParaRPr lang="en-US" altLang="en-US"/>
          </a:p>
          <a:p>
            <a:r>
              <a:rPr lang="en-US" altLang="en-US"/>
              <a:t>Mechanics: Returns 0 on success, or EOF if an error occurs. Neglecting to call this causes memory and file resource leaks.</a:t>
            </a:r>
            <a:endParaRPr lang="en-US" altLang="en-US"/>
          </a:p>
          <a:p>
            <a:r>
              <a:rPr lang="en-US" altLang="en-US"/>
              <a:t>Example: fclose(f);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Writing Text to a File 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Use fprintf for formatted data (like variables).</a:t>
            </a:r>
            <a:endParaRPr lang="en-US" altLang="en-US"/>
          </a:p>
          <a:p>
            <a:r>
              <a:rPr lang="en-US" altLang="en-US"/>
              <a:t>Use fputs for plain strings.</a:t>
            </a:r>
            <a:endParaRPr lang="en-US" altLang="en-US"/>
          </a:p>
          <a:p>
            <a:r>
              <a:rPr lang="en-US" altLang="en-US"/>
              <a:t>Use fputc for individual characters.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Example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0" indent="457200">
              <a:buNone/>
            </a:pPr>
            <a:r>
              <a:rPr lang="en-US" altLang="en-US"/>
              <a:t>FILE *file = fopen("output.txt", "w");</a:t>
            </a:r>
            <a:endParaRPr lang="en-US" altLang="en-US"/>
          </a:p>
          <a:p>
            <a:pPr marL="0" indent="457200">
              <a:buNone/>
            </a:pPr>
            <a:endParaRPr lang="en-US" altLang="en-US"/>
          </a:p>
          <a:p>
            <a:pPr marL="0" indent="457200">
              <a:buNone/>
            </a:pPr>
            <a:r>
              <a:rPr lang="en-US" altLang="en-US"/>
              <a:t>fprintf(file, "Age: %d, Score: %.2f\n", 25, 95.5); // Formatted output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fputs("Hello World\n", file);                     // String output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fputc('A', file);                                 // Single character output</a:t>
            </a:r>
            <a:endParaRPr lang="en-US" altLang="en-US"/>
          </a:p>
          <a:p>
            <a:pPr marL="0" indent="457200">
              <a:buNone/>
            </a:pPr>
            <a:endParaRPr lang="en-US" altLang="en-US"/>
          </a:p>
          <a:p>
            <a:pPr marL="0" indent="457200">
              <a:buNone/>
            </a:pPr>
            <a:r>
              <a:rPr lang="en-US" altLang="en-US"/>
              <a:t>fclose(file);</a:t>
            </a:r>
            <a:endParaRPr lang="en-US" altLang="en-US"/>
          </a:p>
          <a:p>
            <a:pPr marL="0" indent="457200">
              <a:buNone/>
            </a:pP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Reading Text from a File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Use fscanf to extract specific data types.</a:t>
            </a:r>
            <a:endParaRPr lang="en-US" altLang="en-US"/>
          </a:p>
          <a:p>
            <a:r>
              <a:rPr lang="en-US" altLang="en-US"/>
              <a:t>Use fgets to read line by line safely.</a:t>
            </a:r>
            <a:endParaRPr lang="en-US" altLang="en-US"/>
          </a:p>
          <a:p>
            <a:r>
              <a:rPr lang="en-US" altLang="en-US"/>
              <a:t>Use fgetc to read character by character until EOF (End of File).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Example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pPr marL="0" indent="457200">
              <a:buNone/>
            </a:pPr>
            <a:r>
              <a:rPr lang="en-US" altLang="en-US" sz="1800"/>
              <a:t>// 1. Reading formatted data</a:t>
            </a:r>
            <a:endParaRPr lang="en-US" altLang="en-US" sz="1800"/>
          </a:p>
          <a:p>
            <a:pPr marL="0" indent="457200">
              <a:buNone/>
            </a:pPr>
            <a:r>
              <a:rPr lang="en-US" altLang="en-US" sz="1800"/>
              <a:t>fscanf(file, "Age: %d, Score: %f\n", &amp;age, &amp;score); </a:t>
            </a:r>
            <a:endParaRPr lang="en-US" altLang="en-US" sz="1800"/>
          </a:p>
          <a:p>
            <a:pPr marL="0" indent="457200">
              <a:buNone/>
            </a:pPr>
            <a:r>
              <a:rPr lang="en-US" altLang="en-US" sz="1800"/>
              <a:t>// 2. Reading a whole line</a:t>
            </a:r>
            <a:endParaRPr lang="en-US" altLang="en-US" sz="1800"/>
          </a:p>
          <a:p>
            <a:pPr marL="0" indent="457200">
              <a:buNone/>
            </a:pPr>
            <a:r>
              <a:rPr lang="en-US" altLang="en-US" sz="1800"/>
              <a:t>fgets(buffer, sizeof(buffer), file); </a:t>
            </a:r>
            <a:endParaRPr lang="en-US" altLang="en-US" sz="1800"/>
          </a:p>
          <a:p>
            <a:pPr marL="0" indent="457200">
              <a:buNone/>
            </a:pPr>
            <a:r>
              <a:rPr lang="en-US" altLang="en-US" sz="1800"/>
              <a:t>// 3. Reading character by character until the end</a:t>
            </a:r>
            <a:endParaRPr lang="en-US" altLang="en-US" sz="1800"/>
          </a:p>
          <a:p>
            <a:pPr marL="0" indent="457200">
              <a:buNone/>
            </a:pPr>
            <a:r>
              <a:rPr lang="en-US" altLang="en-US" sz="1800"/>
              <a:t>while ((ch = fgetc(file)) != EOF) {</a:t>
            </a:r>
            <a:endParaRPr lang="en-US" altLang="en-US" sz="1800"/>
          </a:p>
          <a:p>
            <a:pPr marL="0" indent="457200">
              <a:buNone/>
            </a:pPr>
            <a:r>
              <a:rPr lang="en-US" altLang="en-US" sz="1800"/>
              <a:t>    putchar(ch);</a:t>
            </a:r>
            <a:endParaRPr lang="en-US" altLang="en-US" sz="1800"/>
          </a:p>
          <a:p>
            <a:pPr marL="0" indent="457200">
              <a:buNone/>
            </a:pPr>
            <a:r>
              <a:rPr lang="en-US" altLang="en-US" sz="1800"/>
              <a:t>}</a:t>
            </a:r>
            <a:endParaRPr lang="en-US" altLang="en-US" sz="1800"/>
          </a:p>
          <a:p>
            <a:pPr marL="0" indent="457200">
              <a:buNone/>
            </a:pPr>
            <a:r>
              <a:rPr lang="en-US" altLang="en-US" sz="1800"/>
              <a:t>fclose(file);</a:t>
            </a:r>
            <a:endParaRPr lang="en-US" altLang="en-US" sz="1800"/>
          </a:p>
          <a:p>
            <a:pPr marL="0" indent="457200">
              <a:buNone/>
            </a:pPr>
            <a:endParaRPr lang="en-US" altLang="en-US" sz="1800"/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File Navigation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These functions allow you to jump to different parts of a file instead of reading sequentially.</a:t>
            </a:r>
            <a:endParaRPr lang="en-US" altLang="en-US"/>
          </a:p>
          <a:p>
            <a:r>
              <a:rPr lang="en-US" altLang="en-US"/>
              <a:t>fseek(file, offset, origin): Origin can be SEEK_SET (start), SEEK_CUR (current), or SEEK_END (end).</a:t>
            </a:r>
            <a:endParaRPr lang="en-US" altLang="en-US"/>
          </a:p>
          <a:p>
            <a:r>
              <a:rPr lang="en-US" altLang="en-US"/>
              <a:t>ftell(file): Tells you the exact byte position you are currently at.rewind(file): Jumps straight back to byte 0.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Example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0000"/>
          </a:bodyPr>
          <a:p>
            <a:pPr marL="0" indent="457200">
              <a:buNone/>
            </a:pPr>
            <a:r>
              <a:rPr lang="en-US" altLang="en-US"/>
              <a:t>FILE *file = fopen("test.txt", "w+"); // Open for reading and writing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fputs("ABCDEFGHIJ", file);            // Writes 10 bytes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// 1. Get current position using ftell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long pos = ftell(file); 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printf("Current position: %ld\n", pos); // Outputs 10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// 2. Move cursor using fseek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fseek(file, 3, SEEK_SET); // Move to the 3rd byte from the start (0-indexed)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char ch = fgetc(file);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printf("Character at position 3: %c\n", ch); // Outputs 'D'</a:t>
            </a:r>
            <a:endParaRPr lang="en-US" altLang="en-US"/>
          </a:p>
          <a:p>
            <a:pPr marL="0" indent="457200">
              <a:buNone/>
            </a:pP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Example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0" indent="457200">
              <a:buNone/>
            </a:pPr>
            <a:endParaRPr lang="en-US" altLang="en-US"/>
          </a:p>
          <a:p>
            <a:pPr marL="0" indent="457200">
              <a:buNone/>
            </a:pPr>
            <a:r>
              <a:rPr lang="en-US" altLang="en-US">
                <a:sym typeface="+mn-ea"/>
              </a:rPr>
              <a:t>// 3. Reset cursor using rewind</a:t>
            </a:r>
            <a:endParaRPr lang="en-US" altLang="en-US"/>
          </a:p>
          <a:p>
            <a:pPr marL="0" indent="457200">
              <a:buNone/>
            </a:pPr>
            <a:r>
              <a:rPr lang="en-US" altLang="en-US">
                <a:sym typeface="+mn-ea"/>
              </a:rPr>
              <a:t>rewind(file);</a:t>
            </a:r>
            <a:endParaRPr lang="en-US" altLang="en-US"/>
          </a:p>
          <a:p>
            <a:pPr marL="0" indent="457200">
              <a:buNone/>
            </a:pPr>
            <a:r>
              <a:rPr lang="en-US" altLang="en-US">
                <a:sym typeface="+mn-ea"/>
              </a:rPr>
              <a:t>ch = fgetc(file);</a:t>
            </a:r>
            <a:endParaRPr lang="en-US" altLang="en-US"/>
          </a:p>
          <a:p>
            <a:pPr marL="0" indent="457200">
              <a:buNone/>
            </a:pPr>
            <a:r>
              <a:rPr lang="en-US" altLang="en-US">
                <a:sym typeface="+mn-ea"/>
              </a:rPr>
              <a:t>printf("Character at start: %c\n", ch); // Outputs 'A'</a:t>
            </a:r>
            <a:endParaRPr lang="en-US" altLang="en-US"/>
          </a:p>
          <a:p>
            <a:pPr marL="0" indent="457200">
              <a:buNone/>
            </a:pPr>
            <a:endParaRPr lang="en-US" altLang="en-US"/>
          </a:p>
          <a:p>
            <a:pPr marL="0" indent="457200">
              <a:buNone/>
            </a:pPr>
            <a:r>
              <a:rPr lang="en-US" altLang="en-US">
                <a:sym typeface="+mn-ea"/>
              </a:rPr>
              <a:t>fclose(file);</a:t>
            </a:r>
            <a:endParaRPr lang="en-US" altLang="en-US"/>
          </a:p>
          <a:p>
            <a:pPr marL="0" indent="457200">
              <a:buNone/>
            </a:pPr>
            <a:endParaRPr lang="en-US" altLang="en-US"/>
          </a:p>
          <a:p>
            <a:pPr marL="0" indent="457200">
              <a:buNone/>
            </a:pPr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Some Special Cases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0000"/>
          </a:bodyPr>
          <a:p>
            <a:pPr marL="0" indent="0">
              <a:buNone/>
            </a:pPr>
            <a:r>
              <a:rPr lang="en-US" altLang="en-US"/>
              <a:t>1. fopen()</a:t>
            </a:r>
            <a:endParaRPr lang="en-US" altLang="en-US"/>
          </a:p>
          <a:p>
            <a:pPr marL="342900" indent="-342900"/>
            <a:r>
              <a:rPr lang="en-US" altLang="en-US"/>
              <a:t>File Permissions / Path Issues: If a file is read-only, opening it with "w" or "a" will fail and return NULL.</a:t>
            </a:r>
            <a:endParaRPr lang="en-US" altLang="en-US"/>
          </a:p>
          <a:p>
            <a:pPr marL="342900" indent="-342900"/>
            <a:r>
              <a:rPr lang="en-US" altLang="en-US"/>
              <a:t>Missing Directory: Opening "folder/file.txt" with "w" will fail if folder does not exist. fopen creates files, not directories.</a:t>
            </a:r>
            <a:endParaRPr lang="en-US" altLang="en-US"/>
          </a:p>
          <a:p>
            <a:pPr marL="342900" indent="-342900"/>
            <a:r>
              <a:rPr lang="en-US" altLang="en-US"/>
              <a:t>Exclusive Creation: If you want to write a file but prevent overwriting an existing one, use the "wx" mode (C11 standard). It fails if the file already exists.</a:t>
            </a:r>
            <a:endParaRPr lang="en-US" altLang="en-US"/>
          </a:p>
          <a:p>
            <a:pPr marL="342900" indent="-342900"/>
            <a:r>
              <a:rPr lang="en-US" altLang="en-US"/>
              <a:t>Maximum Open Files: Operating systems limit how many files a program can open simultaneously (defined by FOPEN_MAX). Forgetting to close files causes leaks that eventually block new fopen calls.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Some Special Cases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2. fclose() :</a:t>
            </a:r>
            <a:endParaRPr lang="en-US" altLang="en-US"/>
          </a:p>
          <a:p>
            <a:pPr marL="342900" indent="-342900"/>
            <a:r>
              <a:rPr lang="en-US" altLang="en-US"/>
              <a:t>Double Closing: Calling fclose() twice on the same pointer causes undefined behavior, often resulting in a segmentation fault or memory corruption.</a:t>
            </a:r>
            <a:endParaRPr lang="en-US" altLang="en-US"/>
          </a:p>
          <a:p>
            <a:pPr marL="342900" indent="-342900"/>
            <a:r>
              <a:rPr lang="en-US" altLang="en-US"/>
              <a:t>Disk Full / Delayed Write: fclose() actually flushes the output buffer to the disk. If the disk runs out of space during this final flush, fclose() will fail. Always check its return value.</a:t>
            </a:r>
            <a:endParaRPr lang="en-US" altLang="en-US"/>
          </a:p>
          <a:p>
            <a:pPr marL="342900" indent="-342900"/>
            <a:r>
              <a:rPr lang="en-US" altLang="en-US"/>
              <a:t>On success: fclose() returns 0.</a:t>
            </a:r>
            <a:endParaRPr lang="en-US" altLang="en-US"/>
          </a:p>
          <a:p>
            <a:pPr marL="342900" indent="-342900"/>
            <a:r>
              <a:rPr lang="en-US" altLang="en-US"/>
              <a:t>On failure: fclose() returns the constant EOF (which is typically defined as -1).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Special Cases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3.</a:t>
            </a:r>
            <a:r>
              <a:rPr lang="en-US" altLang="en-US"/>
              <a:t>fgets():</a:t>
            </a:r>
            <a:endParaRPr lang="en-US" altLang="en-US"/>
          </a:p>
          <a:p>
            <a:pPr marL="342900" indent="-342900"/>
            <a:r>
              <a:rPr lang="en-US" altLang="en-US"/>
              <a:t>No Newline: If a line is longer than your buffer size - 1, fgets reads a partial line without a \n. The next fgets call reads the remainder of that same line.</a:t>
            </a:r>
            <a:endParaRPr lang="en-US" altLang="en-US"/>
          </a:p>
          <a:p>
            <a:pPr marL="342900" indent="-342900"/>
            <a:r>
              <a:rPr lang="en-US" altLang="en-US"/>
              <a:t>Empty File: If you call fgets on an empty file, it returns NULL immediately. Your buffer remains unchanged.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Special Cases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/>
          </a:bodyPr>
          <a:p>
            <a:pPr marL="0" indent="0">
              <a:buNone/>
            </a:pPr>
            <a:r>
              <a:rPr lang="en-US"/>
              <a:t>4.</a:t>
            </a:r>
            <a:r>
              <a:rPr lang="en-US" altLang="en-US"/>
              <a:t>fscanf():</a:t>
            </a:r>
            <a:endParaRPr lang="en-US" altLang="en-US"/>
          </a:p>
          <a:p>
            <a:r>
              <a:rPr lang="en-US" altLang="en-US"/>
              <a:t>Matching Failure: If fscanf(file, "%d", &amp;num) encounters a letter instead of a number, it returns 0 (items matched) but does not advance the file pointer. Calling it again inside a while loop creates a permanent infinite loop.</a:t>
            </a:r>
            <a:endParaRPr lang="en-US" altLang="en-US"/>
          </a:p>
          <a:p>
            <a:r>
              <a:rPr lang="en-US" altLang="en-US"/>
              <a:t>Example: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int num;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// DANGEROUS: Will loop forever if file contains text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while (fscanf(file, "%d", &amp;num) != EOF) { ... } </a:t>
            </a:r>
            <a:endParaRPr lang="en-US" altLang="en-US"/>
          </a:p>
          <a:p>
            <a:pPr marL="0" indent="457200">
              <a:buNone/>
            </a:pPr>
            <a:endParaRPr lang="en-US" altLang="en-US"/>
          </a:p>
          <a:p>
            <a:pPr marL="0" indent="457200">
              <a:buNone/>
            </a:pPr>
            <a:r>
              <a:rPr lang="en-US" altLang="en-US"/>
              <a:t>// SAFE: Check if exactly 1 item was successfully matched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while (fscanf(file, "%d", &amp;num) == 1) { ... }</a:t>
            </a:r>
            <a:endParaRPr lang="en-US" altLang="en-US"/>
          </a:p>
          <a:p>
            <a:pPr marL="0" indent="457200">
              <a:buNone/>
            </a:pP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95960" y="992504"/>
            <a:ext cx="10800000" cy="4873625"/>
          </a:xfrm>
        </p:spPr>
        <p:txBody>
          <a:bodyPr anchor="ctr" anchorCtr="0"/>
          <a:p>
            <a:pPr marL="0" indent="0" algn="ctr">
              <a:buNone/>
            </a:pPr>
            <a:r>
              <a:rPr lang="en-US" sz="8000"/>
              <a:t>THANK YOU</a:t>
            </a:r>
            <a:endParaRPr lang="en-US" sz="800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编辑母版标题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3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4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.xml><?xml version="1.0" encoding="utf-8"?>
<p:tagLst xmlns:p="http://schemas.openxmlformats.org/presentationml/2006/main">
  <p:tag name="KSO_WM_UNIT_TYPE" val="f"/>
  <p:tag name="KSO_WM_UNIT_SUBTYPE" val="g"/>
  <p:tag name="KSO_WM_UNIT_INDEX" val="4"/>
  <p:tag name="KSO_WM_BEAUTIFY_FLAG" val="#wm#"/>
  <p:tag name="KSO_WM_TAG_VERSION" val="3.0"/>
  <p:tag name="KSO_WM_UNIT_PRESET_TEXT" val="公司名"/>
  <p:tag name="KSO_WM_UNIT_ID" val="_1*f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.xml><?xml version="1.0" encoding="utf-8"?>
<p:tagLst xmlns:p="http://schemas.openxmlformats.org/presentationml/2006/main">
  <p:tag name="KSO_WM_UNIT_TYPE" val="f"/>
  <p:tag name="KSO_WM_UNIT_SUBTYPE" val="c"/>
  <p:tag name="KSO_WM_UNIT_INDEX" val="2"/>
  <p:tag name="KSO_WM_BEAUTIFY_FLAG" val="#wm#"/>
  <p:tag name="KSO_WM_TAG_VERSION" val="3.0"/>
  <p:tag name="KSO_WM_UNIT_PRESET_TEXT" val="日期时间"/>
  <p:tag name="KSO_WM_UNIT_ID" val="_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.xml><?xml version="1.0" encoding="utf-8"?>
<p:tagLst xmlns:p="http://schemas.openxmlformats.org/presentationml/2006/main">
  <p:tag name="KSO_WM_UNIT_TYPE" val="f"/>
  <p:tag name="KSO_WM_UNIT_SUBTYPE" val="e"/>
  <p:tag name="KSO_WM_UNIT_INDEX" val="3"/>
  <p:tag name="KSO_WM_BEAUTIFY_FLAG" val="#wm#"/>
  <p:tag name="KSO_WM_TAG_VERSION" val="3.0"/>
  <p:tag name="KSO_WM_UNIT_PRESET_TEXT" val="年号"/>
  <p:tag name="KSO_WM_UNIT_ID" val="_1*f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1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1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1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1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1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20238442"/>
</p:tagLst>
</file>

<file path=ppt/tags/tag29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CATEGORY" val="custom"/>
  <p:tag name="KSO_WM_TEMPLATE_INDEX" val="20238442"/>
</p:tagLst>
</file>

<file path=ppt/tags/tag30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.xml><?xml version="1.0" encoding="utf-8"?>
<p:tagLst xmlns:p="http://schemas.openxmlformats.org/presentationml/2006/main">
  <p:tag name="KSO_WM_TEMPLATE_THUMBS_INDEX" val="1、9"/>
  <p:tag name="KSO_WM_TEMPLATE_SUBCATEGORY" val="29"/>
  <p:tag name="KSO_WM_TEMPLATE_COLOR_TYPE" val="0"/>
  <p:tag name="KSO_WM_TAG_VERSION" val="3.0"/>
  <p:tag name="KSO_WM_BEAUTIFY_FLAG" val="#wm#"/>
  <p:tag name="KSO_WM_TEMPLATE_INDEX" val="20238442"/>
  <p:tag name="KSO_WM_TEMPLATE_CATEGORY" val="custom"/>
  <p:tag name="KSO_WM_TEMPLATE_MASTER_TYPE" val="0"/>
  <p:tag name="KSO_WM_SPECIAL_SOURCE" val="bdnull"/>
</p:tagLst>
</file>

<file path=ppt/tags/tag3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442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442"/>
  <p:tag name="KSO_WM_TEMPLATE_CATEGORY" val="custom"/>
  <p:tag name="KSO_WM_UNIT_ISCONTENTSTITLE" val="0"/>
  <p:tag name="KSO_WM_UNIT_VALUE" val="60"/>
  <p:tag name="KSO_WM_UNIT_PRESET_TEXT" val="The title goes here"/>
</p:tagLst>
</file>

<file path=ppt/tags/tag36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ID" val="custom20238442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442"/>
  <p:tag name="KSO_WM_TEMPLATE_CATEGORY" val="custom"/>
  <p:tag name="KSO_WM_UNIT_VALUE" val="13"/>
  <p:tag name="KSO_WM_UNIT_PRESET_TEXT" val="Name"/>
</p:tagLst>
</file>

<file path=ppt/tags/tag37.xml><?xml version="1.0" encoding="utf-8"?>
<p:tagLst xmlns:p="http://schemas.openxmlformats.org/presentationml/2006/main">
  <p:tag name="KSO_WM_TEMPLATE_THUMBS_INDEX" val="1、9"/>
  <p:tag name="KSO_WM_SLIDE_TYPE" val="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8442"/>
  <p:tag name="KSO_WM_TEMPLATE_CATEGORY" val="custom"/>
  <p:tag name="KSO_WM_SLIDE_INDEX" val="1"/>
  <p:tag name="KSO_WM_SLIDE_ID" val="custom20238442_1"/>
  <p:tag name="KSO_WM_TEMPLATE_MASTER_TYPE" val="0"/>
  <p:tag name="KSO_WM_SLIDE_LAYOUT" val="a_b_f"/>
  <p:tag name="KSO_WM_SLIDE_LAYOUT_CNT" val="1_1_4"/>
  <p:tag name="KSO_WM_SPECIAL_SOURCE" val="bdnull"/>
</p:tagLst>
</file>

<file path=ppt/tags/tag38.xml><?xml version="1.0" encoding="utf-8"?>
<p:tagLst xmlns:p="http://schemas.openxmlformats.org/presentationml/2006/main">
  <p:tag name="KSO_WM_BEAUTIFY_FLAG" val="#wm#"/>
  <p:tag name="KSO_WM_TEMPLATE_CATEGORY" val="custom"/>
  <p:tag name="KSO_WM_TEMPLATE_INDEX" val="20238442"/>
</p:tagLst>
</file>

<file path=ppt/tags/tag39.xml><?xml version="1.0" encoding="utf-8"?>
<p:tagLst xmlns:p="http://schemas.openxmlformats.org/presentationml/2006/main">
  <p:tag name="KSO_WM_BEAUTIFY_FLAG" val="#wm#"/>
  <p:tag name="KSO_WM_TEMPLATE_CATEGORY" val="custom"/>
  <p:tag name="KSO_WM_TEMPLATE_INDEX" val="20238442"/>
</p:tagLst>
</file>

<file path=ppt/tags/tag40.xml><?xml version="1.0" encoding="utf-8"?>
<p:tagLst xmlns:p="http://schemas.openxmlformats.org/presentationml/2006/main">
  <p:tag name="TABLE_ENDDRAG_ORIGIN_RECT" val="850*405"/>
  <p:tag name="TABLE_ENDDRAG_RECT" val="54*102*850*405"/>
</p:tagLst>
</file>

<file path=ppt/tags/tag41.xml><?xml version="1.0" encoding="utf-8"?>
<p:tagLst xmlns:p="http://schemas.openxmlformats.org/presentationml/2006/main">
  <p:tag name="KSO_WM_BEAUTIFY_FLAG" val="#wm#"/>
  <p:tag name="KSO_WM_TEMPLATE_CATEGORY" val="custom"/>
  <p:tag name="KSO_WM_TEMPLATE_INDEX" val="20238442"/>
</p:tagLst>
</file>

<file path=ppt/tags/tag42.xml><?xml version="1.0" encoding="utf-8"?>
<p:tagLst xmlns:p="http://schemas.openxmlformats.org/presentationml/2006/main">
  <p:tag name="KSO_WM_BEAUTIFY_FLAG" val="#wm#"/>
  <p:tag name="KSO_WM_TEMPLATE_CATEGORY" val="custom"/>
  <p:tag name="KSO_WM_TEMPLATE_INDEX" val="20238442"/>
</p:tagLst>
</file>

<file path=ppt/tags/tag43.xml><?xml version="1.0" encoding="utf-8"?>
<p:tagLst xmlns:p="http://schemas.openxmlformats.org/presentationml/2006/main">
  <p:tag name="KSO_WM_BEAUTIFY_FLAG" val="#wm#"/>
  <p:tag name="KSO_WM_TEMPLATE_CATEGORY" val="custom"/>
  <p:tag name="KSO_WM_TEMPLATE_INDEX" val="20238442"/>
</p:tagLst>
</file>

<file path=ppt/tags/tag44.xml><?xml version="1.0" encoding="utf-8"?>
<p:tagLst xmlns:p="http://schemas.openxmlformats.org/presentationml/2006/main">
  <p:tag name="KSO_WM_BEAUTIFY_FLAG" val="#wm#"/>
  <p:tag name="KSO_WM_TEMPLATE_CATEGORY" val="custom"/>
  <p:tag name="KSO_WM_TEMPLATE_INDEX" val="20238442"/>
</p:tagLst>
</file>

<file path=ppt/tags/tag45.xml><?xml version="1.0" encoding="utf-8"?>
<p:tagLst xmlns:p="http://schemas.openxmlformats.org/presentationml/2006/main">
  <p:tag name="KSO_WM_BEAUTIFY_FLAG" val="#wm#"/>
  <p:tag name="KSO_WM_TEMPLATE_CATEGORY" val="custom"/>
  <p:tag name="KSO_WM_TEMPLATE_INDEX" val="20238442"/>
</p:tagLst>
</file>

<file path=ppt/tags/tag46.xml><?xml version="1.0" encoding="utf-8"?>
<p:tagLst xmlns:p="http://schemas.openxmlformats.org/presentationml/2006/main">
  <p:tag name="KSO_WM_BEAUTIFY_FLAG" val="#wm#"/>
  <p:tag name="KSO_WM_TEMPLATE_CATEGORY" val="custom"/>
  <p:tag name="KSO_WM_TEMPLATE_INDEX" val="20238442"/>
</p:tagLst>
</file>

<file path=ppt/tags/tag47.xml><?xml version="1.0" encoding="utf-8"?>
<p:tagLst xmlns:p="http://schemas.openxmlformats.org/presentationml/2006/main">
  <p:tag name="KSO_WM_BEAUTIFY_FLAG" val="#wm#"/>
  <p:tag name="KSO_WM_TEMPLATE_CATEGORY" val="custom"/>
  <p:tag name="KSO_WM_TEMPLATE_INDEX" val="20238442"/>
</p:tagLst>
</file>

<file path=ppt/tags/tag48.xml><?xml version="1.0" encoding="utf-8"?>
<p:tagLst xmlns:p="http://schemas.openxmlformats.org/presentationml/2006/main">
  <p:tag name="KSO_WM_BEAUTIFY_FLAG" val="#wm#"/>
  <p:tag name="KSO_WM_TEMPLATE_CATEGORY" val="custom"/>
  <p:tag name="KSO_WM_TEMPLATE_INDEX" val="20238442"/>
</p:tagLst>
</file>

<file path=ppt/tags/tag49.xml><?xml version="1.0" encoding="utf-8"?>
<p:tagLst xmlns:p="http://schemas.openxmlformats.org/presentationml/2006/main">
  <p:tag name="KSO_WM_BEAUTIFY_FLAG" val="#wm#"/>
  <p:tag name="KSO_WM_TEMPLATE_CATEGORY" val="custom"/>
  <p:tag name="KSO_WM_TEMPLATE_INDEX" val="20238442"/>
</p:tagLst>
</file>

<file path=ppt/tags/tag50.xml><?xml version="1.0" encoding="utf-8"?>
<p:tagLst xmlns:p="http://schemas.openxmlformats.org/presentationml/2006/main">
  <p:tag name="KSO_WM_BEAUTIFY_FLAG" val="#wm#"/>
  <p:tag name="KSO_WM_TEMPLATE_CATEGORY" val="custom"/>
  <p:tag name="KSO_WM_TEMPLATE_INDEX" val="20238442"/>
</p:tagLst>
</file>

<file path=ppt/tags/tag51.xml><?xml version="1.0" encoding="utf-8"?>
<p:tagLst xmlns:p="http://schemas.openxmlformats.org/presentationml/2006/main">
  <p:tag name="KSO_WM_BEAUTIFY_FLAG" val="#wm#"/>
  <p:tag name="KSO_WM_TEMPLATE_CATEGORY" val="custom"/>
  <p:tag name="KSO_WM_TEMPLATE_INDEX" val="20238442"/>
</p:tagLst>
</file>

<file path=ppt/tags/tag52.xml><?xml version="1.0" encoding="utf-8"?>
<p:tagLst xmlns:p="http://schemas.openxmlformats.org/presentationml/2006/main">
  <p:tag name="KSO_WM_BEAUTIFY_FLAG" val="#wm#"/>
  <p:tag name="KSO_WM_TEMPLATE_CATEGORY" val="custom"/>
  <p:tag name="KSO_WM_TEMPLATE_INDEX" val="20238442"/>
</p:tagLst>
</file>

<file path=ppt/tags/tag53.xml><?xml version="1.0" encoding="utf-8"?>
<p:tagLst xmlns:p="http://schemas.openxmlformats.org/presentationml/2006/main">
  <p:tag name="KSO_WM_BEAUTIFY_FLAG" val="#wm#"/>
  <p:tag name="KSO_WM_TEMPLATE_CATEGORY" val="custom"/>
  <p:tag name="KSO_WM_TEMPLATE_INDEX" val="20238442"/>
</p:tagLst>
</file>

<file path=ppt/tags/tag54.xml><?xml version="1.0" encoding="utf-8"?>
<p:tagLst xmlns:p="http://schemas.openxmlformats.org/presentationml/2006/main">
  <p:tag name="KSO_WM_BEAUTIFY_FLAG" val="#wm#"/>
  <p:tag name="KSO_WM_TEMPLATE_CATEGORY" val="custom"/>
  <p:tag name="KSO_WM_TEMPLATE_INDEX" val="20238442"/>
</p:tagLst>
</file>

<file path=ppt/tags/tag55.xml><?xml version="1.0" encoding="utf-8"?>
<p:tagLst xmlns:p="http://schemas.openxmlformats.org/presentationml/2006/main">
  <p:tag name="KSO_WM_BEAUTIFY_FLAG" val="#wm#"/>
  <p:tag name="KSO_WM_TEMPLATE_CATEGORY" val="custom"/>
  <p:tag name="KSO_WM_TEMPLATE_INDEX" val="20238442"/>
</p:tagLst>
</file>

<file path=ppt/tags/tag56.xml><?xml version="1.0" encoding="utf-8"?>
<p:tagLst xmlns:p="http://schemas.openxmlformats.org/presentationml/2006/main">
  <p:tag name="KSO_WM_BEAUTIFY_FLAG" val="#wm#"/>
  <p:tag name="KSO_WM_TEMPLATE_CATEGORY" val="custom"/>
  <p:tag name="KSO_WM_TEMPLATE_INDEX" val="20238442"/>
</p:tagLst>
</file>

<file path=ppt/theme/theme1.xml><?xml version="1.0" encoding="utf-8"?>
<a:theme xmlns:a="http://schemas.openxmlformats.org/drawingml/2006/main" name="Office Theme">
  <a:themeElements>
    <a:clrScheme name="自定义 241">
      <a:dk1>
        <a:sysClr val="windowText" lastClr="000000"/>
      </a:dk1>
      <a:lt1>
        <a:sysClr val="window" lastClr="FFFFFF"/>
      </a:lt1>
      <a:dk2>
        <a:srgbClr val="3F3F3F"/>
      </a:dk2>
      <a:lt2>
        <a:srgbClr val="E8F3D4"/>
      </a:lt2>
      <a:accent1>
        <a:srgbClr val="8BA969"/>
      </a:accent1>
      <a:accent2>
        <a:srgbClr val="8AB833"/>
      </a:accent2>
      <a:accent3>
        <a:srgbClr val="C0CF3A"/>
      </a:accent3>
      <a:accent4>
        <a:srgbClr val="B6AA8C"/>
      </a:accent4>
      <a:accent5>
        <a:srgbClr val="FFC000"/>
      </a:accent5>
      <a:accent6>
        <a:srgbClr val="F9A846"/>
      </a:accent6>
      <a:hlink>
        <a:srgbClr val="6B9F25"/>
      </a:hlink>
      <a:folHlink>
        <a:srgbClr val="BA6906"/>
      </a:folHlink>
    </a:clrScheme>
    <a:fontScheme name="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5692</Words>
  <Application>WPS Presentation</Application>
  <PresentationFormat>Widescreen</PresentationFormat>
  <Paragraphs>182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2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Lato</vt:lpstr>
      <vt:lpstr>Manrope ExtraBold</vt:lpstr>
      <vt:lpstr>Google Sans</vt:lpstr>
      <vt:lpstr>monospace</vt:lpstr>
      <vt:lpstr>Segoe Print</vt:lpstr>
      <vt:lpstr>Office Theme</vt:lpstr>
      <vt:lpstr>The title goes here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 HANDLING</dc:title>
  <dc:creator/>
  <cp:lastModifiedBy>chatbotislive</cp:lastModifiedBy>
  <cp:revision>3</cp:revision>
  <dcterms:created xsi:type="dcterms:W3CDTF">2026-06-27T18:55:37Z</dcterms:created>
  <dcterms:modified xsi:type="dcterms:W3CDTF">2026-06-27T19:55:26Z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37AA3D776411490E83317C0F3945FEC8_12</vt:lpwstr>
  </property>
</Properties>
</file>