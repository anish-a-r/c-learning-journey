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-14831"/>
            <a:ext cx="12192000" cy="68728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972310"/>
            <a:ext cx="7421880" cy="221869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949960"/>
            <a:ext cx="10515600" cy="1015365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38200" y="4194175"/>
            <a:ext cx="2743200" cy="52641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76415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署名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169" y="4856564"/>
            <a:ext cx="5613829" cy="504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汉仪粗圆简" panose="02010600000101010101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汉仪粗圆简" panose="02010600000101010101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ea"/>
                <a:ea typeface="+mn-ea"/>
                <a:cs typeface="汉仪粗圆简" panose="02010600000101010101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ea"/>
                <a:ea typeface="+mn-ea"/>
                <a:cs typeface="汉仪粗圆简" panose="02010600000101010101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ANISH A R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1972310"/>
            <a:ext cx="7421880" cy="2218690"/>
          </a:xfrm>
        </p:spPr>
        <p:txBody>
          <a:bodyPr/>
          <a:lstStyle/>
          <a:p>
            <a:r>
              <a:rPr lang="en-US"/>
              <a:t>Loop
(The Repeaters)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Loops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loops allow you to repeatedly execute a block of code as long as a specified condition remains true.</a:t>
            </a:r>
            <a:endParaRPr lang="en-US" altLang="en-US" sz="2400"/>
          </a:p>
          <a:p>
            <a:r>
              <a:rPr lang="en-US" altLang="en-US" sz="2400"/>
              <a:t>C provides three primary types of loops the for loop, the while loop, and the do...while loop.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for Loop (Count-Controlled)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Use this when you know exactly how many times you want the code to repeat. It groups the initialization, condition, and update statement into one clean line.</a:t>
            </a:r>
            <a:endParaRPr lang="en-US" altLang="en-US" sz="2400"/>
          </a:p>
          <a:p>
            <a:r>
              <a:rPr lang="en-US" altLang="en-US" sz="2400"/>
              <a:t>Syntax: </a:t>
            </a:r>
            <a:endParaRPr lang="en-US" altLang="en-US" sz="2400"/>
          </a:p>
          <a:p>
            <a:pPr marL="914400" lvl="2" indent="457200">
              <a:buNone/>
            </a:pPr>
            <a:r>
              <a:rPr lang="en-US" altLang="en-US" sz="2400"/>
              <a:t>for (initialization; condition; update) { // code }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for Loop (Count-Controlled)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en-US" altLang="en-US" sz="2400"/>
              <a:t>Example: Counting from 1 to 5.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#include &lt;stdio.h&gt;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i</a:t>
            </a:r>
            <a:r>
              <a:rPr lang="en-US" altLang="en-US" sz="2400"/>
              <a:t>nt main() {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	for (int i = 1; i &lt;= 5; i++)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 {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 	      printf("%d ", i);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	}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	return 0;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	// Output: 1 2 3 4 5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while Loop (Condition-Controlled)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Use this when you do not know the exact number of iterations in advance, and the loop depends entirely on a condition being met.</a:t>
            </a:r>
            <a:endParaRPr lang="en-US" altLang="en-US" sz="2400"/>
          </a:p>
          <a:p>
            <a:r>
              <a:rPr lang="en-US" altLang="en-US" sz="2400"/>
              <a:t>It evaluates the condition before entering the block.</a:t>
            </a:r>
            <a:endParaRPr lang="en-US" altLang="en-US" sz="2400"/>
          </a:p>
          <a:p>
            <a:r>
              <a:rPr lang="en-US" altLang="en-US" sz="2400"/>
              <a:t>Syntax: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while (condition) { // code }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while Loop (Condition-Controlled)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249545"/>
          </a:xfrm>
        </p:spPr>
        <p:txBody>
          <a:bodyPr>
            <a:normAutofit fontScale="70000"/>
          </a:bodyPr>
          <a:p>
            <a:r>
              <a:rPr lang="en-US" altLang="en-US" sz="2400"/>
              <a:t>Example: Decrementing a counter down to 1.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#include &lt;stdio.h&gt;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main()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int count = 3;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while (count &gt; 0)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printf("%d ", count);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count--; // Crucial to avoid an infinite loop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}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return 0;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Output: 3 2 1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do...while Loop (Post-Condition Controlled)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Use this when the code block must run at least once regardless of the condition (e.g., displaying a user menu). </a:t>
            </a:r>
            <a:endParaRPr lang="en-US" altLang="en-US" sz="2400"/>
          </a:p>
          <a:p>
            <a:r>
              <a:rPr lang="en-US" altLang="en-US" sz="2400"/>
              <a:t>It evaluates the condition at the end of the loop body.</a:t>
            </a:r>
            <a:endParaRPr lang="en-US" altLang="en-US" sz="2400"/>
          </a:p>
          <a:p>
            <a:r>
              <a:rPr lang="en-US" altLang="en-US" sz="2400"/>
              <a:t>Syntax: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do { // code } while (condition);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do...while Loop (Post-Condition Controlled)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250"/>
          </a:xfrm>
        </p:spPr>
        <p:txBody>
          <a:bodyPr>
            <a:normAutofit fontScale="80000"/>
          </a:bodyPr>
          <a:p>
            <a:r>
              <a:rPr lang="en-US" altLang="en-US" sz="2400"/>
              <a:t>Executing code even if the initial check is false.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#include &lt;stdio.h&gt;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main()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int i = 10;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do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printf("Runs once! ");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i++;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} while (i &lt; 5); // False from the start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return 0;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Output: Runs once!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Loop Control and Pitfalls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Infinite Loops: Always ensure your loop has a clear exit pathway; if your condition never evaluates to false, your program will freeze.</a:t>
            </a:r>
            <a:endParaRPr lang="en-US" altLang="en-US" sz="2400"/>
          </a:p>
          <a:p>
            <a:r>
              <a:rPr lang="en-US" altLang="en-US" sz="2400"/>
              <a:t>The Semicolon Trap: Putting a semicolon directly after a while statement (like while(cond);) creates an empty infinite loop, effectively breaking your program execution path.</a:t>
            </a:r>
            <a:endParaRPr lang="en-US" altLang="en-US" sz="2400"/>
          </a:p>
          <a:p>
            <a:r>
              <a:rPr lang="en-US" altLang="en-US" sz="2400"/>
              <a:t>Break Statement: You can instantly exit any loop prematurely by using the break; keyword inside an if statement.</a:t>
            </a:r>
            <a:endParaRPr lang="en-US" altLang="en-US" sz="2400"/>
          </a:p>
          <a:p>
            <a:r>
              <a:rPr lang="en-US" altLang="en-US" sz="2400"/>
              <a:t>Continue Statement: You can skip the remaining code in the current iteration and jump straight to the next evaluation round using continue;.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Infinite Loops (Intentional &amp; Accidental)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standard intentional infinite loops: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for (;;) — The omission of all three expressions defaults to a true condition.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while (1) — Any non-zero integer evaluates to true in C.</a:t>
            </a:r>
            <a:endParaRPr lang="en-US" altLang="en-US" sz="2400"/>
          </a:p>
          <a:p>
            <a:pPr marL="342900" indent="-342900"/>
            <a:r>
              <a:rPr lang="en-US" altLang="en-US" sz="2400"/>
              <a:t>The Semicolon Trap (Accidental):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Putting a semicolon right after the loop definition creates an empty body.while (i &lt; 10); loops forever on that single line if i is less than 10.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for (int i=0; i&lt;10; i++); completes the entire loop silently, leaving i at 10 before entering the next block of code.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Multiple Variables in for Loops 	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You can initialize, check, and update more than one variable at the same time by separating them with commas.</a:t>
            </a:r>
            <a:endParaRPr lang="en-US" altLang="en-US" sz="2400"/>
          </a:p>
          <a:p>
            <a:r>
              <a:rPr lang="en-US" altLang="en-US" sz="2400"/>
              <a:t>Initialization &amp; Update: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	   for (i = 0, j = 10; i &lt; j; i++, j--)</a:t>
            </a:r>
            <a:endParaRPr lang="en-US" altLang="en-US" sz="2400"/>
          </a:p>
          <a:p>
            <a:r>
              <a:rPr lang="en-US" altLang="en-US" sz="2400"/>
              <a:t>Tricky Condition Rule: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If you use a comma in the condition slot (e.g., i &lt; 5, j &lt; 10), C evaluates only the rightmost expression (j &lt; 10) to decide whether to keep looping. The left expression is evaluated but its result is thrown away.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Underflow and Overflow (Infinite Loops)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en-US" altLang="en-US" sz="2400"/>
              <a:t>If your loop variable hits the boundary of its data type, it wraps around, causing a sudden infinite loop.</a:t>
            </a:r>
            <a:endParaRPr lang="en-US" altLang="en-US" sz="2400"/>
          </a:p>
          <a:p>
            <a:r>
              <a:rPr lang="en-US" altLang="en-US" sz="2400"/>
              <a:t>Unsigned Variables: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    for (unsigned int i = 10; i &gt;= 0; i--)When i reaches 0 and decrements, it wraps around to 4,294,967,295.Because it never becomes negative, i &gt;= 0 is always true.</a:t>
            </a:r>
            <a:endParaRPr lang="en-US" altLang="en-US" sz="2400"/>
          </a:p>
          <a:p>
            <a:r>
              <a:rPr lang="en-US" altLang="en-US" sz="2400"/>
              <a:t>Signed Variables: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     for (signed char i = 0; i &gt;= 0; i++)Once i hits 127, adding 1 wraps it around to -128.The loop finally exits, but it ran 128 times instead of stopping at a high positive number.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Missing Components in for Loops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None of the three parts of a for loop are mandatory.</a:t>
            </a:r>
            <a:endParaRPr lang="en-US" altLang="en-US" sz="2400"/>
          </a:p>
          <a:p>
            <a:r>
              <a:rPr lang="en-US" altLang="en-US" sz="2400"/>
              <a:t>Missing Initialization: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int i = 0; for (; i &lt; 5; i++) (Valid, used if the variable is already set up).</a:t>
            </a:r>
            <a:endParaRPr lang="en-US" altLang="en-US" sz="2400"/>
          </a:p>
          <a:p>
            <a:r>
              <a:rPr lang="en-US" altLang="en-US" sz="2400"/>
              <a:t>Missing Update: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for (int i = 0; i &lt; 5;) { i++; } (Valid, acts exactly like a while loop).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Floating-Point Loop Counters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Avoid using float or double variables for loop counters or condition boundaries.</a:t>
            </a:r>
            <a:endParaRPr lang="en-US" altLang="en-US" sz="2400"/>
          </a:p>
          <a:p>
            <a:r>
              <a:rPr lang="en-US" altLang="en-US" sz="2400"/>
              <a:t>Example: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for (float f = 0.0; f != 1.0; f += 0.1)</a:t>
            </a:r>
            <a:endParaRPr lang="en-US" altLang="en-US" sz="2400"/>
          </a:p>
          <a:p>
            <a:pPr marL="342900" indent="-342900"/>
            <a:r>
              <a:rPr lang="en-US" altLang="en-US" sz="2400"/>
              <a:t>The Problem: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Due to binary precision limits, 0.1 cannot be perfectly represented. f might hit 0.999999 and then jump to 1.000001, skipping 1.0 entirely and looping forever.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break and continue with Nested Loops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These control statements only affect the innermost loop they sit inside.</a:t>
            </a:r>
            <a:endParaRPr lang="en-US" altLang="en-US" sz="2400"/>
          </a:p>
          <a:p>
            <a:r>
              <a:rPr lang="en-US" altLang="en-US" sz="2400"/>
              <a:t>break behavior: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Exits the inner loop completely; control returns to the outer loop.</a:t>
            </a:r>
            <a:endParaRPr lang="en-US" altLang="en-US" sz="2400"/>
          </a:p>
          <a:p>
            <a:r>
              <a:rPr lang="en-US" altLang="en-US" sz="2400"/>
              <a:t>continue behavior: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	Skips the rest of the current inner iteration and triggers the inner loop's update step. It cannot jump to the next iteration of the outer loop.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Changing Loop Variables Inside the Body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403215"/>
          </a:xfrm>
        </p:spPr>
        <p:txBody>
          <a:bodyPr>
            <a:noAutofit/>
          </a:bodyPr>
          <a:p>
            <a:r>
              <a:rPr lang="en-US" altLang="en-US" sz="2400"/>
              <a:t>Modifying your loop counter inside a for loop body is legal in C, but heavily discouraged.</a:t>
            </a:r>
            <a:endParaRPr lang="en-US" altLang="en-US" sz="2400"/>
          </a:p>
          <a:p>
            <a:r>
              <a:rPr lang="en-US" altLang="en-US" sz="2400"/>
              <a:t>Example: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for (int i = 0; i &lt; 10; i++) {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    if (some_condition) {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        i = 2; // Resets the loop counter dynamically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    }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lvl="1"/>
            <a:r>
              <a:rPr lang="en-US" altLang="en-US" sz="2400"/>
              <a:t>The Danger: </a:t>
            </a:r>
            <a:endParaRPr lang="en-US" altLang="en-US" sz="2400"/>
          </a:p>
          <a:p>
            <a:pPr marL="332105" lvl="1" indent="457200">
              <a:buNone/>
            </a:pPr>
            <a:r>
              <a:rPr lang="en-US" altLang="en-US" sz="2400"/>
              <a:t>      This makes the code incredibly hard to debug, predict, or optimize.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12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9_1*f*4"/>
  <p:tag name="KSO_WM_TEMPLATE_CATEGORY" val="custom"/>
  <p:tag name="KSO_WM_TEMPLATE_INDEX" val="20238009"/>
  <p:tag name="KSO_WM_UNIT_LAYERLEVEL" val="1"/>
  <p:tag name="KSO_WM_TAG_VERSION" val="3.0"/>
  <p:tag name="KSO_WM_BEAUTIFY_FLAG" val="#wm#"/>
  <p:tag name="KSO_WM_UNIT_PRESET_TEXT" val="Name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7_1*a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Your title here"/>
</p:tagLst>
</file>

<file path=ppt/tags/tag14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heme/theme1.xml><?xml version="1.0" encoding="utf-8"?>
<a:theme xmlns:a="http://schemas.openxmlformats.org/drawingml/2006/main" name="2_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5192</Words>
  <Application>WPS Presentation</Application>
  <PresentationFormat>Widescreen</PresentationFormat>
  <Paragraphs>143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汉仪粗圆简</vt:lpstr>
      <vt:lpstr>Inter</vt:lpstr>
      <vt:lpstr>Inter Bold</vt:lpstr>
      <vt:lpstr>Microsoft YaHei</vt:lpstr>
      <vt:lpstr>Arial Unicode MS</vt:lpstr>
      <vt:lpstr>Calibri</vt:lpstr>
      <vt:lpstr>monospace</vt:lpstr>
      <vt:lpstr>Segoe Print</vt:lpstr>
      <vt:lpstr>2_Office Theme</vt:lpstr>
      <vt:lpstr>Loop
(The Repeaters)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
(The Repeaters)</dc:title>
  <dc:creator/>
  <cp:lastModifiedBy>chatbotislive</cp:lastModifiedBy>
  <cp:revision>6</cp:revision>
  <dcterms:created xsi:type="dcterms:W3CDTF">2026-06-21T19:58:00Z</dcterms:created>
  <dcterms:modified xsi:type="dcterms:W3CDTF">2026-06-21T23:14:10Z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51D5B450004C4FEC99A7FFFE0CA2DDFD_12</vt:lpwstr>
  </property>
</Properties>
</file>