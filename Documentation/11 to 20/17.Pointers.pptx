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4"/>
  </p:handoutMasterIdLst>
  <p:sldIdLst>
    <p:sldId id="257" r:id="rId3"/>
    <p:sldId id="259" r:id="rId5"/>
    <p:sldId id="262" r:id="rId6"/>
    <p:sldId id="260" r:id="rId7"/>
    <p:sldId id="261" r:id="rId8"/>
    <p:sldId id="263" r:id="rId9"/>
    <p:sldId id="264" r:id="rId10"/>
    <p:sldId id="265" r:id="rId11"/>
    <p:sldId id="266" r:id="rId12"/>
    <p:sldId id="267" r:id="rId13"/>
    <p:sldId id="270"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cxnSp>
        <p:nvCxnSpPr>
          <p:cNvPr id="39" name="直接连接符 38"/>
          <p:cNvCxnSpPr/>
          <p:nvPr userDrawn="1">
            <p:custDataLst>
              <p:tags r:id="rId2"/>
            </p:custDataLst>
          </p:nvPr>
        </p:nvCxnSpPr>
        <p:spPr>
          <a:xfrm>
            <a:off x="9105265" y="586740"/>
            <a:ext cx="13398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custDataLst>
              <p:tags r:id="rId3"/>
            </p:custDataLst>
          </p:nvPr>
        </p:nvCxnSpPr>
        <p:spPr>
          <a:xfrm>
            <a:off x="9105265" y="645160"/>
            <a:ext cx="13398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custDataLst>
              <p:tags r:id="rId4"/>
            </p:custDataLst>
          </p:nvPr>
        </p:nvCxnSpPr>
        <p:spPr>
          <a:xfrm>
            <a:off x="9105265" y="703580"/>
            <a:ext cx="13398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副标题"/>
          <p:cNvSpPr>
            <a:spLocks noGrp="1"/>
          </p:cNvSpPr>
          <p:nvPr>
            <p:ph type="body" idx="32" hasCustomPrompt="1"/>
            <p:custDataLst>
              <p:tags r:id="rId5"/>
            </p:custDataLst>
          </p:nvPr>
        </p:nvSpPr>
        <p:spPr>
          <a:xfrm>
            <a:off x="1689735" y="2755316"/>
            <a:ext cx="7549515" cy="677545"/>
          </a:xfrm>
          <a:prstGeom prst="rect">
            <a:avLst/>
          </a:prstGeom>
          <a:noFill/>
          <a:ln>
            <a:noFill/>
            <a:prstDash val="sysDash"/>
          </a:ln>
        </p:spPr>
        <p:txBody>
          <a:bodyPr vert="horz" wrap="square" lIns="91440" tIns="45720" rIns="91440" bIns="45720" rtlCol="0" anchor="t" anchorCtr="0">
            <a:normAutofit/>
          </a:bodyPr>
          <a:lstStyle>
            <a:lvl1pPr marL="0" marR="0" indent="-228600" algn="l" defTabSz="914400" rtl="0" eaLnBrk="1" fontAlgn="auto" latinLnBrk="0" hangingPunct="1">
              <a:lnSpc>
                <a:spcPct val="100000"/>
              </a:lnSpc>
              <a:spcBef>
                <a:spcPts val="1000"/>
              </a:spcBef>
              <a:buClrTx/>
              <a:buSzTx/>
              <a:buFontTx/>
              <a:buNone/>
              <a:defRPr kumimoji="0" lang="en-US" sz="2000" b="1" i="0" u="none" strike="noStrike" kern="1200" cap="none" spc="0" normalizeH="0" baseline="0" noProof="1">
                <a:ln>
                  <a:noFill/>
                  <a:prstDash val="sysDot"/>
                </a:ln>
                <a:solidFill>
                  <a:schemeClr val="tx1"/>
                </a:solidFill>
                <a:uFillTx/>
                <a:latin typeface="+mj-lt"/>
              </a:defRPr>
            </a:lvl1pPr>
          </a:lstStyle>
          <a:p>
            <a:pPr lvl="0"/>
            <a:r>
              <a:rPr dirty="0">
                <a:latin typeface="+mj-lt"/>
                <a:sym typeface="+mn-ea"/>
              </a:rPr>
              <a:t>Click to add text</a:t>
            </a:r>
            <a:endParaRPr dirty="0">
              <a:sym typeface="+mn-ea"/>
            </a:endParaRPr>
          </a:p>
        </p:txBody>
      </p:sp>
      <p:sp>
        <p:nvSpPr>
          <p:cNvPr id="17" name="标题"/>
          <p:cNvSpPr>
            <a:spLocks noGrp="1"/>
          </p:cNvSpPr>
          <p:nvPr>
            <p:ph type="title" idx="31" hasCustomPrompt="1"/>
            <p:custDataLst>
              <p:tags r:id="rId6"/>
            </p:custDataLst>
          </p:nvPr>
        </p:nvSpPr>
        <p:spPr>
          <a:xfrm>
            <a:off x="1689735" y="98425"/>
            <a:ext cx="9169400" cy="2653665"/>
          </a:xfrm>
          <a:prstGeom prst="rect">
            <a:avLst/>
          </a:prstGeom>
          <a:noFill/>
          <a:ln>
            <a:noFill/>
            <a:prstDash val="sysDash"/>
          </a:ln>
        </p:spPr>
        <p:txBody>
          <a:bodyPr vert="horz" wrap="square" lIns="91440" tIns="45720" rIns="91440" bIns="45720" rtlCol="0" anchor="b" anchorCtr="0">
            <a:normAutofit/>
          </a:bodyPr>
          <a:lstStyle>
            <a:lvl1pPr marL="0" marR="0" algn="l" defTabSz="914400" rtl="0" eaLnBrk="1" fontAlgn="auto" latinLnBrk="0" hangingPunct="1">
              <a:lnSpc>
                <a:spcPct val="100000"/>
              </a:lnSpc>
              <a:buClrTx/>
              <a:buSzTx/>
              <a:buFontTx/>
              <a:buNone/>
              <a:defRPr kumimoji="0" lang="en-US" sz="5000" b="1" i="0" u="none" strike="noStrike" kern="1200" cap="none" spc="0" normalizeH="0" baseline="0" noProof="1" smtClean="0">
                <a:ln>
                  <a:noFill/>
                  <a:prstDash val="sysDot"/>
                </a:ln>
                <a:solidFill>
                  <a:schemeClr val="accent1"/>
                </a:solidFill>
                <a:latin typeface="+mj-lt"/>
              </a:defRPr>
            </a:lvl1pPr>
          </a:lstStyle>
          <a:p>
            <a:pPr lvl="0"/>
            <a:r>
              <a:rPr dirty="0">
                <a:sym typeface="+mn-ea"/>
              </a:rPr>
              <a:t>Click to add title</a:t>
            </a:r>
            <a:endParaRPr lang="en-US" dirty="0">
              <a:sym typeface="+mn-ea"/>
            </a:endParaRPr>
          </a:p>
        </p:txBody>
      </p:sp>
      <p:sp>
        <p:nvSpPr>
          <p:cNvPr id="11" name="椭圆 10"/>
          <p:cNvSpPr/>
          <p:nvPr userDrawn="1">
            <p:custDataLst>
              <p:tags r:id="rId7"/>
            </p:custDataLst>
          </p:nvPr>
        </p:nvSpPr>
        <p:spPr>
          <a:xfrm>
            <a:off x="2440305" y="3308985"/>
            <a:ext cx="71755" cy="71755"/>
          </a:xfrm>
          <a:prstGeom prst="ellipse">
            <a:avLst/>
          </a:prstGeom>
          <a:solidFill>
            <a:schemeClr val="bg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日期占位符 3"/>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0"/>
            </p:custDataLst>
          </p:nvPr>
        </p:nvSpPr>
        <p:spPr>
          <a:xfrm>
            <a:off x="8610600" y="6356350"/>
            <a:ext cx="2743200" cy="365125"/>
          </a:xfrm>
        </p:spPr>
        <p:txBody>
          <a:bodyPr/>
          <a:lstStyle/>
          <a:p>
            <a:fld id="{515A922F-1294-4387-9CB3-FCC8465D972A}" type="slidenum">
              <a:rPr lang="en-US" smtClean="0"/>
            </a:fld>
            <a:endParaRPr lang="en-US"/>
          </a:p>
        </p:txBody>
      </p:sp>
      <p:sp>
        <p:nvSpPr>
          <p:cNvPr id="35" name="椭圆 34"/>
          <p:cNvSpPr/>
          <p:nvPr userDrawn="1">
            <p:custDataLst>
              <p:tags r:id="rId11"/>
            </p:custDataLst>
          </p:nvPr>
        </p:nvSpPr>
        <p:spPr>
          <a:xfrm>
            <a:off x="5124450" y="4385310"/>
            <a:ext cx="295275" cy="295275"/>
          </a:xfrm>
          <a:prstGeom prst="ellipse">
            <a:avLst/>
          </a:prstGeom>
          <a:noFill/>
          <a:ln w="31750">
            <a:solidFill>
              <a:schemeClr val="accent1">
                <a:alpha val="36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任意多边形 2"/>
          <p:cNvSpPr/>
          <p:nvPr userDrawn="1">
            <p:custDataLst>
              <p:tags r:id="rId12"/>
            </p:custDataLst>
          </p:nvPr>
        </p:nvSpPr>
        <p:spPr>
          <a:xfrm>
            <a:off x="1270" y="4357370"/>
            <a:ext cx="12190730" cy="1986280"/>
          </a:xfrm>
          <a:custGeom>
            <a:avLst/>
            <a:gdLst>
              <a:gd name="connsiteX0" fmla="*/ 0 w 19198"/>
              <a:gd name="connsiteY0" fmla="*/ 2656 h 5310"/>
              <a:gd name="connsiteX1" fmla="*/ 2567 w 19198"/>
              <a:gd name="connsiteY1" fmla="*/ 2438 h 5310"/>
              <a:gd name="connsiteX2" fmla="*/ 7450 w 19198"/>
              <a:gd name="connsiteY2" fmla="*/ 83 h 5310"/>
              <a:gd name="connsiteX3" fmla="*/ 14069 w 19198"/>
              <a:gd name="connsiteY3" fmla="*/ 5300 h 5310"/>
              <a:gd name="connsiteX4" fmla="*/ 19198 w 19198"/>
              <a:gd name="connsiteY4" fmla="*/ 3046 h 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8" h="5311">
                <a:moveTo>
                  <a:pt x="0" y="2656"/>
                </a:moveTo>
                <a:cubicBezTo>
                  <a:pt x="432" y="2680"/>
                  <a:pt x="1077" y="2953"/>
                  <a:pt x="2567" y="2438"/>
                </a:cubicBezTo>
                <a:cubicBezTo>
                  <a:pt x="4057" y="1923"/>
                  <a:pt x="5165" y="-471"/>
                  <a:pt x="7450" y="83"/>
                </a:cubicBezTo>
                <a:cubicBezTo>
                  <a:pt x="9735" y="637"/>
                  <a:pt x="11730" y="5128"/>
                  <a:pt x="14069" y="5300"/>
                </a:cubicBezTo>
                <a:cubicBezTo>
                  <a:pt x="16408" y="5472"/>
                  <a:pt x="18305" y="3601"/>
                  <a:pt x="19198" y="3046"/>
                </a:cubicBezTo>
              </a:path>
            </a:pathLst>
          </a:cu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任意多边形 39"/>
          <p:cNvSpPr/>
          <p:nvPr userDrawn="1">
            <p:custDataLst>
              <p:tags r:id="rId13"/>
            </p:custDataLst>
          </p:nvPr>
        </p:nvSpPr>
        <p:spPr>
          <a:xfrm>
            <a:off x="2540" y="4643120"/>
            <a:ext cx="12190730" cy="1539240"/>
          </a:xfrm>
          <a:custGeom>
            <a:avLst/>
            <a:gdLst>
              <a:gd name="connsiteX0" fmla="*/ 0 w 19198"/>
              <a:gd name="connsiteY0" fmla="*/ 1171 h 2424"/>
              <a:gd name="connsiteX1" fmla="*/ 2640 w 19198"/>
              <a:gd name="connsiteY1" fmla="*/ 1211 h 2424"/>
              <a:gd name="connsiteX2" fmla="*/ 7538 w 19198"/>
              <a:gd name="connsiteY2" fmla="*/ 57 h 2424"/>
              <a:gd name="connsiteX3" fmla="*/ 14121 w 19198"/>
              <a:gd name="connsiteY3" fmla="*/ 2416 h 2424"/>
              <a:gd name="connsiteX4" fmla="*/ 19198 w 19198"/>
              <a:gd name="connsiteY4" fmla="*/ 1401 h 2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8" h="2424">
                <a:moveTo>
                  <a:pt x="0" y="1171"/>
                </a:moveTo>
                <a:cubicBezTo>
                  <a:pt x="432" y="1185"/>
                  <a:pt x="1150" y="1514"/>
                  <a:pt x="2640" y="1211"/>
                </a:cubicBezTo>
                <a:cubicBezTo>
                  <a:pt x="4130" y="908"/>
                  <a:pt x="5253" y="-269"/>
                  <a:pt x="7538" y="57"/>
                </a:cubicBezTo>
                <a:cubicBezTo>
                  <a:pt x="9823" y="383"/>
                  <a:pt x="11782" y="2314"/>
                  <a:pt x="14121" y="2416"/>
                </a:cubicBezTo>
                <a:cubicBezTo>
                  <a:pt x="16460" y="2517"/>
                  <a:pt x="18305" y="1728"/>
                  <a:pt x="19198" y="1401"/>
                </a:cubicBezTo>
              </a:path>
            </a:pathLst>
          </a:custGeom>
          <a:noFill/>
          <a:ln w="19050">
            <a:solidFill>
              <a:schemeClr val="accent1">
                <a:alpha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任意多边形 40"/>
          <p:cNvSpPr/>
          <p:nvPr userDrawn="1">
            <p:custDataLst>
              <p:tags r:id="rId14"/>
            </p:custDataLst>
          </p:nvPr>
        </p:nvSpPr>
        <p:spPr>
          <a:xfrm>
            <a:off x="2540" y="4864735"/>
            <a:ext cx="12190730" cy="1163955"/>
          </a:xfrm>
          <a:custGeom>
            <a:avLst/>
            <a:gdLst>
              <a:gd name="connsiteX0" fmla="*/ 0 w 19198"/>
              <a:gd name="connsiteY0" fmla="*/ 906 h 1833"/>
              <a:gd name="connsiteX1" fmla="*/ 2658 w 19198"/>
              <a:gd name="connsiteY1" fmla="*/ 1074 h 1833"/>
              <a:gd name="connsiteX2" fmla="*/ 7591 w 19198"/>
              <a:gd name="connsiteY2" fmla="*/ 63 h 1833"/>
              <a:gd name="connsiteX3" fmla="*/ 14175 w 19198"/>
              <a:gd name="connsiteY3" fmla="*/ 1819 h 1833"/>
              <a:gd name="connsiteX4" fmla="*/ 19198 w 19198"/>
              <a:gd name="connsiteY4" fmla="*/ 1136 h 1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8" h="1833">
                <a:moveTo>
                  <a:pt x="0" y="906"/>
                </a:moveTo>
                <a:cubicBezTo>
                  <a:pt x="432" y="920"/>
                  <a:pt x="1168" y="1377"/>
                  <a:pt x="2658" y="1074"/>
                </a:cubicBezTo>
                <a:cubicBezTo>
                  <a:pt x="4148" y="771"/>
                  <a:pt x="5306" y="-263"/>
                  <a:pt x="7591" y="63"/>
                </a:cubicBezTo>
                <a:cubicBezTo>
                  <a:pt x="9876" y="389"/>
                  <a:pt x="11836" y="1717"/>
                  <a:pt x="14175" y="1819"/>
                </a:cubicBezTo>
                <a:cubicBezTo>
                  <a:pt x="16514" y="1920"/>
                  <a:pt x="18305" y="1463"/>
                  <a:pt x="19198" y="1136"/>
                </a:cubicBezTo>
              </a:path>
            </a:pathLst>
          </a:custGeom>
          <a:noFill/>
          <a:ln w="19050">
            <a:solidFill>
              <a:schemeClr val="accent1">
                <a:alpha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任意多边形 41"/>
          <p:cNvSpPr/>
          <p:nvPr userDrawn="1">
            <p:custDataLst>
              <p:tags r:id="rId15"/>
            </p:custDataLst>
          </p:nvPr>
        </p:nvSpPr>
        <p:spPr>
          <a:xfrm>
            <a:off x="1270" y="5117465"/>
            <a:ext cx="12190730" cy="730250"/>
          </a:xfrm>
          <a:custGeom>
            <a:avLst/>
            <a:gdLst>
              <a:gd name="connsiteX0" fmla="*/ 0 w 19198"/>
              <a:gd name="connsiteY0" fmla="*/ 606 h 1149"/>
              <a:gd name="connsiteX1" fmla="*/ 2696 w 19198"/>
              <a:gd name="connsiteY1" fmla="*/ 925 h 1149"/>
              <a:gd name="connsiteX2" fmla="*/ 7646 w 19198"/>
              <a:gd name="connsiteY2" fmla="*/ 72 h 1149"/>
              <a:gd name="connsiteX3" fmla="*/ 14265 w 19198"/>
              <a:gd name="connsiteY3" fmla="*/ 1101 h 1149"/>
              <a:gd name="connsiteX4" fmla="*/ 19198 w 19198"/>
              <a:gd name="connsiteY4" fmla="*/ 836 h 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8" h="1150">
                <a:moveTo>
                  <a:pt x="0" y="606"/>
                </a:moveTo>
                <a:cubicBezTo>
                  <a:pt x="432" y="620"/>
                  <a:pt x="1206" y="1228"/>
                  <a:pt x="2696" y="925"/>
                </a:cubicBezTo>
                <a:cubicBezTo>
                  <a:pt x="4186" y="622"/>
                  <a:pt x="5361" y="-254"/>
                  <a:pt x="7646" y="72"/>
                </a:cubicBezTo>
                <a:cubicBezTo>
                  <a:pt x="9931" y="398"/>
                  <a:pt x="11926" y="999"/>
                  <a:pt x="14265" y="1101"/>
                </a:cubicBezTo>
                <a:cubicBezTo>
                  <a:pt x="16604" y="1202"/>
                  <a:pt x="18305" y="1163"/>
                  <a:pt x="19198" y="836"/>
                </a:cubicBezTo>
              </a:path>
            </a:pathLst>
          </a:custGeom>
          <a:noFill/>
          <a:ln w="19050">
            <a:solidFill>
              <a:schemeClr val="accent1">
                <a:alpha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椭圆 42"/>
          <p:cNvSpPr/>
          <p:nvPr userDrawn="1">
            <p:custDataLst>
              <p:tags r:id="rId16"/>
            </p:custDataLst>
          </p:nvPr>
        </p:nvSpPr>
        <p:spPr>
          <a:xfrm>
            <a:off x="7679690" y="5943600"/>
            <a:ext cx="239395" cy="239395"/>
          </a:xfrm>
          <a:prstGeom prst="ellipse">
            <a:avLst/>
          </a:prstGeom>
          <a:noFill/>
          <a:ln w="31750">
            <a:solidFill>
              <a:schemeClr val="accent1">
                <a:alpha val="36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椭圆 43"/>
          <p:cNvSpPr/>
          <p:nvPr userDrawn="1">
            <p:custDataLst>
              <p:tags r:id="rId17"/>
            </p:custDataLst>
          </p:nvPr>
        </p:nvSpPr>
        <p:spPr>
          <a:xfrm>
            <a:off x="1955165" y="5185410"/>
            <a:ext cx="172085" cy="172085"/>
          </a:xfrm>
          <a:prstGeom prst="ellipse">
            <a:avLst/>
          </a:prstGeom>
          <a:noFill/>
          <a:ln w="31750">
            <a:solidFill>
              <a:schemeClr val="accent1">
                <a:alpha val="36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椭圆 44"/>
          <p:cNvSpPr/>
          <p:nvPr userDrawn="1">
            <p:custDataLst>
              <p:tags r:id="rId18"/>
            </p:custDataLst>
          </p:nvPr>
        </p:nvSpPr>
        <p:spPr>
          <a:xfrm>
            <a:off x="10687685" y="5771515"/>
            <a:ext cx="172085" cy="172085"/>
          </a:xfrm>
          <a:prstGeom prst="ellipse">
            <a:avLst/>
          </a:prstGeom>
          <a:noFill/>
          <a:ln w="31750">
            <a:solidFill>
              <a:schemeClr val="accent1">
                <a:alpha val="36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署名占位符 10"/>
          <p:cNvSpPr>
            <a:spLocks noGrp="1"/>
          </p:cNvSpPr>
          <p:nvPr>
            <p:ph type="body" sz="quarter" idx="17" hasCustomPrompt="1"/>
            <p:custDataLst>
              <p:tags r:id="rId19"/>
            </p:custDataLst>
          </p:nvPr>
        </p:nvSpPr>
        <p:spPr>
          <a:xfrm>
            <a:off x="1783715" y="3472865"/>
            <a:ext cx="1574800" cy="455929"/>
          </a:xfrm>
        </p:spPr>
        <p:txBody>
          <a:bodyPr anchor="ctr">
            <a:normAutofit/>
          </a:bodyPr>
          <a:lstStyle>
            <a:lvl1pPr marL="0" indent="0" algn="ctr">
              <a:lnSpc>
                <a:spcPct val="100000"/>
              </a:lnSpc>
              <a:buNone/>
              <a:defRPr sz="1600" spc="0" baseline="0">
                <a:solidFill>
                  <a:schemeClr val="accent1"/>
                </a:solidFill>
                <a:latin typeface="+mn-lt"/>
              </a:defRPr>
            </a:lvl1pPr>
          </a:lstStyle>
          <a:p>
            <a:pPr lvl="0"/>
            <a:r>
              <a:rPr lang="en-US" dirty="0">
                <a:latin typeface="+mn-lt"/>
              </a:rPr>
              <a:t>Click to add text</a:t>
            </a:r>
            <a:endParaRPr lang="en-US" dirty="0"/>
          </a:p>
        </p:txBody>
      </p:sp>
      <p:sp>
        <p:nvSpPr>
          <p:cNvPr id="9" name="矩形: 剪去对角 8"/>
          <p:cNvSpPr/>
          <p:nvPr userDrawn="1">
            <p:custDataLst>
              <p:tags r:id="rId20"/>
            </p:custDataLst>
          </p:nvPr>
        </p:nvSpPr>
        <p:spPr>
          <a:xfrm>
            <a:off x="1783715" y="3485564"/>
            <a:ext cx="1574800" cy="455930"/>
          </a:xfrm>
          <a:prstGeom prst="snip2DiagRect">
            <a:avLst/>
          </a:prstGeom>
          <a:noFill/>
          <a:ln>
            <a:solidFill>
              <a:schemeClr val="accent1">
                <a:lumMod val="40000"/>
                <a:lumOff val="60000"/>
              </a:schemeClr>
            </a:solidFill>
            <a:prstDash val="sysDash"/>
          </a:ln>
        </p:spPr>
        <p:txBody>
          <a:bodyPr vert="horz" wrap="square" lIns="91440" tIns="45720" rIns="91440" bIns="45720" rtlCol="0" anchor="ctr" anchorCtr="0">
            <a:normAutofit/>
          </a:bodyPr>
          <a:lstStyle/>
          <a:p>
            <a:pPr marR="0" lvl="0" indent="-228600" algn="ctr" fontAlgn="auto">
              <a:lnSpc>
                <a:spcPct val="110000"/>
              </a:lnSpc>
              <a:spcBef>
                <a:spcPts val="1000"/>
              </a:spcBef>
              <a:buClrTx/>
              <a:buSzTx/>
              <a:buFontTx/>
              <a:buNone/>
            </a:pPr>
            <a:endParaRPr kumimoji="0" lang="en-US" sz="1400" b="0" i="0" u="none" strike="noStrike" cap="none" spc="0" normalizeH="0" baseline="0" noProof="1">
              <a:ln>
                <a:noFill/>
                <a:prstDash val="sysDot"/>
              </a:ln>
              <a:solidFill>
                <a:schemeClr val="accent1"/>
              </a:solidFill>
              <a:uFillTx/>
              <a:latin typeface="+mj-lt"/>
              <a:sym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A922F-1294-4387-9CB3-FCC8465D972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3"/>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9" name="页脚占位符 8"/>
          <p:cNvSpPr>
            <a:spLocks noGrp="1"/>
          </p:cNvSpPr>
          <p:nvPr>
            <p:ph type="ftr" sz="quarter" idx="11"/>
            <p:custDataLst>
              <p:tags r:id="rId4"/>
            </p:custDataLst>
          </p:nvPr>
        </p:nvSpPr>
        <p:spPr>
          <a:xfrm>
            <a:off x="4038600" y="6356350"/>
            <a:ext cx="4114800" cy="365125"/>
          </a:xfrm>
        </p:spPr>
        <p:txBody>
          <a:bodyPr/>
          <a:lstStyle>
            <a:lvl1pPr>
              <a:defRPr>
                <a:latin typeface="Arial" panose="020B0604020202020204" pitchFamily="34" charset="0"/>
              </a:defRPr>
            </a:lvl1pPr>
          </a:lstStyle>
          <a:p>
            <a:endParaRPr lang="en-US"/>
          </a:p>
        </p:txBody>
      </p:sp>
      <p:sp>
        <p:nvSpPr>
          <p:cNvPr id="10" name="灯片编号占位符 9"/>
          <p:cNvSpPr>
            <a:spLocks noGrp="1"/>
          </p:cNvSpPr>
          <p:nvPr>
            <p:ph type="sldNum" sz="quarter" idx="12"/>
            <p:custDataLst>
              <p:tags r:id="rId5"/>
            </p:custDataLst>
          </p:nvPr>
        </p:nvSpPr>
        <p:spPr>
          <a:xfrm>
            <a:off x="8753983" y="6356350"/>
            <a:ext cx="2743200" cy="365125"/>
          </a:xfrm>
        </p:spPr>
        <p:txBody>
          <a:bodyPr/>
          <a:lstStyle>
            <a:lvl1pPr>
              <a:defRPr>
                <a:latin typeface="Arial" panose="020B0604020202020204" pitchFamily="34" charset="0"/>
              </a:defRPr>
            </a:lvl1pPr>
          </a:lstStyle>
          <a:p>
            <a:fld id="{515A922F-1294-4387-9CB3-FCC8465D972A}" type="slidenum">
              <a:rPr lang="en-US" smtClean="0"/>
            </a:fld>
            <a:endParaRPr lang="en-US"/>
          </a:p>
        </p:txBody>
      </p:sp>
      <p:sp>
        <p:nvSpPr>
          <p:cNvPr id="2" name="文本占位符 1"/>
          <p:cNvSpPr txBox="1">
            <a:spLocks noGrp="1"/>
          </p:cNvSpPr>
          <p:nvPr>
            <p:ph type="body" idx="21"/>
            <p:custDataLst>
              <p:tags r:id="rId6"/>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chemeClr val="accent1"/>
              </a:buClr>
              <a:buSzTx/>
              <a:buChar char="●"/>
            </a:pPr>
            <a:r>
              <a:rPr dirty="0">
                <a:latin typeface="+mn-lt"/>
                <a:sym typeface="+mn-ea"/>
              </a:rPr>
              <a:t>Click to add text</a:t>
            </a:r>
            <a:endParaRPr dirty="0">
              <a:sym typeface="+mn-ea"/>
            </a:endParaRPr>
          </a:p>
        </p:txBody>
      </p:sp>
      <p:sp>
        <p:nvSpPr>
          <p:cNvPr id="3" name="标题占位符 2"/>
          <p:cNvSpPr>
            <a:spLocks noGrp="1"/>
          </p:cNvSpPr>
          <p:nvPr>
            <p:ph type="title"/>
            <p:custDataLst>
              <p:tags r:id="rId7"/>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algn="ctr" fontAlgn="auto">
              <a:lnSpc>
                <a:spcPct val="100000"/>
              </a:lnSpc>
              <a:buClrTx/>
              <a:buSzTx/>
              <a:buFontTx/>
            </a:pPr>
            <a:r>
              <a:rPr lang="en-US" dirty="0">
                <a:latin typeface="+mj-lt"/>
              </a:rPr>
              <a:t>Click to add title</a:t>
            </a:r>
            <a:endParaRPr lang="en-US" dirty="0"/>
          </a:p>
        </p:txBody>
      </p:sp>
      <p:sp>
        <p:nvSpPr>
          <p:cNvPr id="4" name="KSO_TEMPLATE" hidden="1"/>
          <p:cNvSpPr/>
          <p:nvPr userDrawn="1">
            <p:custDataLst>
              <p:tags r:id="rId8"/>
            </p:custDataLst>
          </p:nvPr>
        </p:nvSpPr>
        <p:spPr>
          <a:xfrm>
            <a:off x="0" y="0"/>
            <a:ext cx="0" cy="0"/>
          </a:xfrm>
          <a:prstGeom prst="rect">
            <a:avLst/>
          </a:prstGeom>
          <a:solidFill>
            <a:schemeClr val="bg1"/>
          </a:solidFill>
          <a:ln>
            <a:solidFill>
              <a:srgbClr val="DCD6C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kumimoji="0" lang="en-US" sz="3200" b="0" i="0" u="none" strike="noStrike" kern="1200" cap="none" spc="0" normalizeH="0" baseline="0" smtClean="0">
          <a:ln>
            <a:noFill/>
            <a:prstDash val="sysDot"/>
          </a:ln>
          <a:solidFill>
            <a:schemeClr val="accent1"/>
          </a:solidFill>
          <a:uFillTx/>
          <a:latin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en-US" sz="1800" b="0" i="0" u="none" strike="noStrike" kern="1200" cap="none" spc="0" normalizeH="0" baseline="0" noProof="1" dirty="0">
          <a:ln>
            <a:noFill/>
            <a:prstDash val="sysDot"/>
          </a:ln>
          <a:solidFill>
            <a:schemeClr val="tx1"/>
          </a:solidFill>
          <a:uFillTx/>
          <a:latin typeface="Arial" panose="020B0604020202020204" pitchFamily="34" charset="0"/>
          <a:sym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0" sz="1600" b="0" i="0" u="none" strike="noStrike" kern="1200" cap="none" spc="150" normalizeH="0" baseline="0" noProof="1" dirty="0">
          <a:solidFill>
            <a:schemeClr val="tx1"/>
          </a:solidFill>
          <a:uFillTx/>
          <a:latin typeface="+mn-ea"/>
          <a:sym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kumimoji="0" sz="1600" b="0" i="0" u="none" strike="noStrike" kern="1200" cap="none" spc="150" normalizeH="0" baseline="0" noProof="1" dirty="0">
          <a:solidFill>
            <a:schemeClr val="tx1"/>
          </a:solidFill>
          <a:uFillTx/>
          <a:latin typeface="+mn-ea"/>
          <a:sym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kumimoji="0" sz="1400" b="0" i="0" u="none" strike="noStrike" kern="1200" cap="none" spc="150" normalizeH="0" baseline="0" noProof="1" dirty="0">
          <a:solidFill>
            <a:schemeClr val="tx1"/>
          </a:solidFill>
          <a:uFillTx/>
          <a:latin typeface="+mn-ea"/>
          <a:sym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kumimoji="0" sz="1400" b="0" i="0" u="none" strike="noStrike" kern="1200" cap="none" spc="150" normalizeH="0" baseline="0" noProof="1" dirty="0">
          <a:solidFill>
            <a:schemeClr val="tx1"/>
          </a:solidFill>
          <a:uFillTx/>
          <a:latin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标题 37"/>
          <p:cNvSpPr>
            <a:spLocks noGrp="1"/>
          </p:cNvSpPr>
          <p:nvPr>
            <p:ph type="title" idx="31"/>
            <p:custDataLst>
              <p:tags r:id="rId1"/>
            </p:custDataLst>
          </p:nvPr>
        </p:nvSpPr>
        <p:spPr/>
        <p:txBody>
          <a:bodyPr/>
          <a:lstStyle/>
          <a:p>
            <a:r>
              <a:rPr lang="en-US"/>
              <a:t>POINTERS</a:t>
            </a:r>
            <a:endParaRPr lang="en-US"/>
          </a:p>
        </p:txBody>
      </p:sp>
      <p:sp>
        <p:nvSpPr>
          <p:cNvPr id="24" name="文本占位符 23"/>
          <p:cNvSpPr>
            <a:spLocks noGrp="1"/>
          </p:cNvSpPr>
          <p:nvPr>
            <p:ph type="body" sz="quarter" idx="17"/>
            <p:custDataLst>
              <p:tags r:id="rId2"/>
            </p:custDataLst>
          </p:nvPr>
        </p:nvSpPr>
        <p:spPr/>
        <p:txBody>
          <a:bodyPr/>
          <a:lstStyle/>
          <a:p>
            <a:r>
              <a:rPr lang="en-US"/>
              <a:t>ANISH A R</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Pointer</a:t>
            </a:r>
            <a:endParaRPr lang="en-US" altLang="en-US"/>
          </a:p>
        </p:txBody>
      </p:sp>
      <p:sp>
        <p:nvSpPr>
          <p:cNvPr id="5" name="Text Placeholder 4"/>
          <p:cNvSpPr>
            <a:spLocks noGrp="1"/>
          </p:cNvSpPr>
          <p:nvPr>
            <p:ph type="body" idx="1"/>
          </p:nvPr>
        </p:nvSpPr>
        <p:spPr/>
        <p:txBody>
          <a:bodyPr/>
          <a:p>
            <a:r>
              <a:rPr lang="en-US" altLang="en-US" sz="2400"/>
              <a:t>A Pointer is simply a specialized variable whose value is the memory address of another variable.To work with pointers, C uses two fundamental operators:</a:t>
            </a:r>
            <a:endParaRPr lang="en-US" altLang="en-US" sz="2400"/>
          </a:p>
          <a:p>
            <a:r>
              <a:rPr lang="en-US" altLang="en-US" sz="2400"/>
              <a:t>&amp; (Address-Of Operator): Gets the memory address of a variable.</a:t>
            </a:r>
            <a:endParaRPr lang="en-US" altLang="en-US" sz="2400"/>
          </a:p>
          <a:p>
            <a:r>
              <a:rPr lang="en-US" altLang="en-US" sz="2400"/>
              <a:t>* (Dereference Operator): Goes to the address stored in a pointer to read or modify the value sitting inside.</a:t>
            </a:r>
            <a:endParaRPr lang="en-US" altLang="en-US" sz="240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normAutofit fontScale="90000" lnSpcReduction="20000"/>
          </a:bodyPr>
          <a:p>
            <a:pPr marL="0" indent="457200">
              <a:buNone/>
            </a:pPr>
            <a:r>
              <a:rPr lang="en-US" altLang="en-US"/>
              <a:t>#include &lt;stdio.h&gt;</a:t>
            </a:r>
            <a:endParaRPr lang="en-US" altLang="en-US"/>
          </a:p>
          <a:p>
            <a:pPr marL="0" indent="457200">
              <a:buNone/>
            </a:pPr>
            <a:endParaRPr lang="en-US" altLang="en-US"/>
          </a:p>
          <a:p>
            <a:pPr marL="0" indent="457200">
              <a:buNone/>
            </a:pPr>
            <a:r>
              <a:rPr lang="en-US" altLang="en-US"/>
              <a:t>int main() {</a:t>
            </a:r>
            <a:endParaRPr lang="en-US" altLang="en-US"/>
          </a:p>
          <a:p>
            <a:pPr marL="0" indent="457200">
              <a:buNone/>
            </a:pPr>
            <a:r>
              <a:rPr lang="en-US" altLang="en-US"/>
              <a:t>    int x = 42;       // A normal integer</a:t>
            </a:r>
            <a:endParaRPr lang="en-US" altLang="en-US"/>
          </a:p>
          <a:p>
            <a:pPr marL="0" indent="457200">
              <a:buNone/>
            </a:pPr>
            <a:r>
              <a:rPr lang="en-US" altLang="en-US"/>
              <a:t>    int *p = &amp;x;      // 'p' is a pointer storing the address of 'x'</a:t>
            </a:r>
            <a:endParaRPr lang="en-US" altLang="en-US"/>
          </a:p>
          <a:p>
            <a:pPr marL="0" indent="457200">
              <a:buNone/>
            </a:pPr>
            <a:endParaRPr lang="en-US" altLang="en-US"/>
          </a:p>
          <a:p>
            <a:pPr marL="0" indent="457200">
              <a:buNone/>
            </a:pPr>
            <a:r>
              <a:rPr lang="en-US" altLang="en-US"/>
              <a:t>    printf("Value of x: %d\n", x);    // Prints: 42</a:t>
            </a:r>
            <a:endParaRPr lang="en-US" altLang="en-US"/>
          </a:p>
          <a:p>
            <a:pPr marL="0" indent="457200">
              <a:buNone/>
            </a:pPr>
            <a:r>
              <a:rPr lang="en-US" altLang="en-US"/>
              <a:t>    printf("Address of x: %p\n", &amp;x); // Prints hex address (e.g., 0x7ffeefbff5ac)</a:t>
            </a:r>
            <a:endParaRPr lang="en-US" altLang="en-US"/>
          </a:p>
          <a:p>
            <a:pPr marL="0" indent="457200">
              <a:buNone/>
            </a:pPr>
            <a:r>
              <a:rPr lang="en-US" altLang="en-US"/>
              <a:t>    printf("Value of p: %p\n", p);   // Prints the same hex address as above</a:t>
            </a:r>
            <a:endParaRPr lang="en-US" altLang="en-US"/>
          </a:p>
          <a:p>
            <a:pPr marL="0" indent="457200">
              <a:buNone/>
            </a:pPr>
            <a:r>
              <a:rPr lang="en-US" altLang="en-US"/>
              <a:t>    </a:t>
            </a:r>
            <a:endParaRPr lang="en-US" altLang="en-US"/>
          </a:p>
          <a:p>
            <a:pPr marL="0" indent="457200">
              <a:buNone/>
            </a:pPr>
            <a:r>
              <a:rPr lang="en-US" altLang="en-US"/>
              <a:t>    // Dereferencing: modifying x via p</a:t>
            </a:r>
            <a:endParaRPr lang="en-US" altLang="en-US"/>
          </a:p>
          <a:p>
            <a:pPr marL="0" indent="457200">
              <a:buNone/>
            </a:pPr>
            <a:r>
              <a:rPr lang="en-US" altLang="en-US"/>
              <a:t>    *p = 99; </a:t>
            </a:r>
            <a:endParaRPr lang="en-US" altLang="en-US"/>
          </a:p>
          <a:p>
            <a:pPr marL="0" indent="457200">
              <a:buNone/>
            </a:pPr>
            <a:r>
              <a:rPr lang="en-US" altLang="en-US"/>
              <a:t>    printf("New value of x: %d\n", x); // Prints: 99</a:t>
            </a:r>
            <a:endParaRPr lang="en-US" altLang="en-US"/>
          </a:p>
          <a:p>
            <a:pPr marL="0" indent="457200">
              <a:buNone/>
            </a:pPr>
            <a:r>
              <a:rPr lang="en-US" altLang="en-US"/>
              <a:t>    </a:t>
            </a:r>
            <a:endParaRPr lang="en-US" altLang="en-US"/>
          </a:p>
          <a:p>
            <a:pPr marL="0" indent="457200">
              <a:buNone/>
            </a:pPr>
            <a:r>
              <a:rPr lang="en-US" altLang="en-US"/>
              <a:t>    return 0;</a:t>
            </a:r>
            <a:endParaRPr lang="en-US" altLang="en-US"/>
          </a:p>
          <a:p>
            <a:pPr marL="0" indent="457200">
              <a:buNone/>
            </a:pPr>
            <a:r>
              <a:rPr lang="en-US" altLang="en-US"/>
              <a:t>}</a:t>
            </a:r>
            <a:endParaRPr lang="en-US" altLang="en-US"/>
          </a:p>
          <a:p>
            <a:pPr marL="0" indent="457200">
              <a:buNone/>
            </a:pPr>
            <a:endParaRPr lang="en-US"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Pointer Representation in Hardware (Virtual Memory)</a:t>
            </a:r>
            <a:endParaRPr lang="en-US" altLang="en-US"/>
          </a:p>
        </p:txBody>
      </p:sp>
      <p:sp>
        <p:nvSpPr>
          <p:cNvPr id="5" name="Text Placeholder 4"/>
          <p:cNvSpPr>
            <a:spLocks noGrp="1"/>
          </p:cNvSpPr>
          <p:nvPr>
            <p:ph type="body" idx="1"/>
          </p:nvPr>
        </p:nvSpPr>
        <p:spPr/>
        <p:txBody>
          <a:bodyPr>
            <a:normAutofit lnSpcReduction="10000"/>
          </a:bodyPr>
          <a:p>
            <a:r>
              <a:rPr lang="en-US" altLang="en-US" sz="2400"/>
              <a:t>When you look at a pointer value, it prints as a hex string like 0x7ffeefbff5ac. This is not a physical RAM location. It is a Virtual Memory Address.</a:t>
            </a:r>
            <a:endParaRPr lang="en-US" altLang="en-US" sz="2400"/>
          </a:p>
          <a:p>
            <a:r>
              <a:rPr lang="en-US" altLang="en-US" sz="2400"/>
              <a:t>Modern Operating Systems (OS) use a hardware component called the MMU (Memory Management Unit) to create an illusion for your program. The MMU maps your program's fake "virtual addresses" to real, physical pins on your RAM chips. </a:t>
            </a:r>
            <a:endParaRPr lang="en-US" altLang="en-US" sz="2400"/>
          </a:p>
          <a:p>
            <a:r>
              <a:rPr lang="en-US" altLang="en-US" sz="2400"/>
              <a:t>The Size Reality</a:t>
            </a:r>
            <a:endParaRPr lang="en-US" altLang="en-US" sz="2400"/>
          </a:p>
          <a:p>
            <a:r>
              <a:rPr lang="en-US" altLang="en-US" sz="2400"/>
              <a:t>On modern operating systems, pointer sizes are determined solely by the CPU architecture, completely independent of the data type they point to:</a:t>
            </a:r>
            <a:endParaRPr lang="en-US" altLang="en-US" sz="2400"/>
          </a:p>
          <a:p>
            <a:r>
              <a:rPr lang="en-US" altLang="en-US" sz="2400"/>
              <a:t>32-bit Architecture: All pointers are 4 bytes (2³² addressable locations = 4GB RAM limit).</a:t>
            </a:r>
            <a:endParaRPr lang="en-US" altLang="en-US" sz="2400"/>
          </a:p>
          <a:p>
            <a:r>
              <a:rPr lang="en-US" altLang="en-US" sz="2400"/>
              <a:t>64-bit Architecture: All pointers are 8 bytes (Theoretically 2⁶⁴ locations, though modern chips usually restrict it to 48-bit or 57-bit virtual addressing spacing for efficiency).</a:t>
            </a:r>
            <a:endParaRPr lang="en-US"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p>
            <a:pPr marL="0" indent="457200">
              <a:buNone/>
            </a:pPr>
            <a:r>
              <a:rPr lang="en-US" altLang="en-US" sz="2400"/>
              <a:t>// On a 64-bit machine, ALL these variables consume EXACTLY 8 bytes of space!</a:t>
            </a:r>
            <a:endParaRPr lang="en-US" altLang="en-US" sz="2400"/>
          </a:p>
          <a:p>
            <a:pPr marL="0" indent="457200">
              <a:buNone/>
            </a:pPr>
            <a:r>
              <a:rPr lang="en-US" altLang="en-US" sz="2400"/>
              <a:t>char *c_ptr;</a:t>
            </a:r>
            <a:endParaRPr lang="en-US" altLang="en-US" sz="2400"/>
          </a:p>
          <a:p>
            <a:pPr marL="0" indent="457200">
              <a:buNone/>
            </a:pPr>
            <a:r>
              <a:rPr lang="en-US" altLang="en-US" sz="2400"/>
              <a:t>int *i_ptr;</a:t>
            </a:r>
            <a:endParaRPr lang="en-US" altLang="en-US" sz="2400"/>
          </a:p>
          <a:p>
            <a:pPr marL="0" indent="457200">
              <a:buNone/>
            </a:pPr>
            <a:r>
              <a:rPr lang="en-US" altLang="en-US" sz="2400"/>
              <a:t>double *d_ptr;</a:t>
            </a:r>
            <a:endParaRPr lang="en-US" altLang="en-US" sz="2400"/>
          </a:p>
          <a:p>
            <a:pPr marL="0" indent="457200">
              <a:buNone/>
            </a:pPr>
            <a:r>
              <a:rPr lang="en-US" altLang="en-US" sz="2400"/>
              <a:t>void ***triple_ptr; </a:t>
            </a:r>
            <a:endParaRPr lang="en-US" altLang="en-US" sz="2400"/>
          </a:p>
          <a:p>
            <a:pPr marL="0" indent="457200">
              <a:buNone/>
            </a:pPr>
            <a:endParaRPr lang="en-US" altLang="en-US" sz="240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Multi-Level Pointers</a:t>
            </a:r>
            <a:endParaRPr lang="en-US" altLang="en-US"/>
          </a:p>
        </p:txBody>
      </p:sp>
      <p:sp>
        <p:nvSpPr>
          <p:cNvPr id="5" name="Text Placeholder 4"/>
          <p:cNvSpPr>
            <a:spLocks noGrp="1"/>
          </p:cNvSpPr>
          <p:nvPr>
            <p:ph type="body" idx="1"/>
          </p:nvPr>
        </p:nvSpPr>
        <p:spPr/>
        <p:txBody>
          <a:bodyPr/>
          <a:p>
            <a:r>
              <a:rPr lang="en-US" altLang="en-US" sz="2400"/>
              <a:t>A pointer stores an address. But since that pointer is also a variable, it must reside at its own memory address. A pointer to a pointer (**p) stores the address of that first pointer.</a:t>
            </a:r>
            <a:endParaRPr lang="en-US" altLang="en-US" sz="2400"/>
          </a:p>
          <a:p>
            <a:r>
              <a:rPr altLang="en-US" sz="2400">
                <a:sym typeface="+mn-ea"/>
              </a:rPr>
              <a:t>The Memory Map:</a:t>
            </a:r>
            <a:endParaRPr altLang="en-US" sz="2400">
              <a:sym typeface="+mn-ea"/>
            </a:endParaRPr>
          </a:p>
          <a:p>
            <a:pPr marL="0" indent="457200">
              <a:buNone/>
            </a:pPr>
            <a:endParaRPr lang="en-US" sz="2400"/>
          </a:p>
          <a:p>
            <a:pPr marL="0" indent="457200">
              <a:buNone/>
            </a:pPr>
            <a:r>
              <a:rPr altLang="en-US" sz="2400">
                <a:sym typeface="+mn-ea"/>
              </a:rPr>
              <a:t>int x = 5;</a:t>
            </a:r>
            <a:endParaRPr lang="en-US" altLang="en-US" sz="2400"/>
          </a:p>
          <a:p>
            <a:pPr marL="0" indent="457200">
              <a:buNone/>
            </a:pPr>
            <a:r>
              <a:rPr altLang="en-US" sz="2400">
                <a:sym typeface="+mn-ea"/>
              </a:rPr>
              <a:t>int *p = &amp;x;</a:t>
            </a:r>
            <a:endParaRPr lang="en-US" altLang="en-US" sz="2400"/>
          </a:p>
          <a:p>
            <a:pPr marL="0" indent="457200">
              <a:buNone/>
            </a:pPr>
            <a:r>
              <a:rPr altLang="en-US" sz="2400">
                <a:sym typeface="+mn-ea"/>
              </a:rPr>
              <a:t>int **pp = &amp;p;</a:t>
            </a:r>
            <a:endParaRPr lang="en-US" altLang="en-US" sz="2400"/>
          </a:p>
          <a:p>
            <a:pPr marL="0" indent="457200">
              <a:buNone/>
            </a:pPr>
            <a:endParaRPr lang="en-US" altLang="en-US" sz="2400"/>
          </a:p>
          <a:p>
            <a:pPr marL="0" indent="457200">
              <a:buNone/>
            </a:pPr>
            <a:endParaRPr lang="en-US" altLang="en-US" sz="24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altLang="en-US">
                <a:sym typeface="+mn-ea"/>
              </a:rPr>
              <a:t>Multi-Level Pointers</a:t>
            </a:r>
            <a:endParaRPr lang="en-US" altLang="en-US"/>
          </a:p>
        </p:txBody>
      </p:sp>
      <p:sp>
        <p:nvSpPr>
          <p:cNvPr id="5" name="Text Placeholder 4"/>
          <p:cNvSpPr>
            <a:spLocks noGrp="1"/>
          </p:cNvSpPr>
          <p:nvPr>
            <p:ph type="body" idx="1"/>
          </p:nvPr>
        </p:nvSpPr>
        <p:spPr/>
        <p:txBody>
          <a:bodyPr/>
          <a:p>
            <a:pPr marL="342900" indent="-342900"/>
            <a:r>
              <a:rPr altLang="en-US" sz="2400">
                <a:sym typeface="+mn-ea"/>
              </a:rPr>
              <a:t>If we peek into the physical layout of the stack frame, it looks like this:</a:t>
            </a:r>
            <a:endParaRPr lang="en-US" altLang="en-US" sz="2400"/>
          </a:p>
          <a:p>
            <a:pPr marL="0" indent="0">
              <a:buNone/>
            </a:pPr>
            <a:endParaRPr lang="en-US" altLang="en-US" sz="2400"/>
          </a:p>
        </p:txBody>
      </p:sp>
      <p:graphicFrame>
        <p:nvGraphicFramePr>
          <p:cNvPr id="6" name="Table 5"/>
          <p:cNvGraphicFramePr/>
          <p:nvPr/>
        </p:nvGraphicFramePr>
        <p:xfrm>
          <a:off x="853440" y="2186940"/>
          <a:ext cx="10485120" cy="2379980"/>
        </p:xfrm>
        <a:graphic>
          <a:graphicData uri="http://schemas.openxmlformats.org/drawingml/2006/table">
            <a:tbl>
              <a:tblPr/>
              <a:tblGrid>
                <a:gridCol w="3495040"/>
                <a:gridCol w="3495040"/>
                <a:gridCol w="3495040"/>
              </a:tblGrid>
              <a:tr h="563880">
                <a:tc>
                  <a:txBody>
                    <a:bodyPr/>
                    <a:p>
                      <a:pPr marL="0" indent="0">
                        <a:spcBef>
                          <a:spcPct val="0"/>
                        </a:spcBef>
                        <a:spcAft>
                          <a:spcPct val="0"/>
                        </a:spcAft>
                      </a:pPr>
                      <a:r>
                        <a:rPr sz="2400" b="1">
                          <a:latin typeface="Arial" panose="020B0604020202020204" pitchFamily="34" charset="0"/>
                          <a:ea typeface="Google Sans"/>
                          <a:cs typeface="Arial" panose="020B0604020202020204" pitchFamily="34" charset="0"/>
                        </a:rPr>
                        <a:t>Variable Name </a:t>
                      </a:r>
                      <a:endParaRPr sz="2400" b="1">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1">
                          <a:latin typeface="Arial" panose="020B0604020202020204" pitchFamily="34" charset="0"/>
                          <a:ea typeface="Google Sans"/>
                          <a:cs typeface="Arial" panose="020B0604020202020204" pitchFamily="34" charset="0"/>
                        </a:rPr>
                        <a:t>Memory Address</a:t>
                      </a:r>
                      <a:endParaRPr sz="2400" b="1">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1">
                          <a:latin typeface="Arial" panose="020B0604020202020204" pitchFamily="34" charset="0"/>
                          <a:ea typeface="Google Sans"/>
                          <a:cs typeface="Arial" panose="020B0604020202020204" pitchFamily="34" charset="0"/>
                        </a:rPr>
                        <a:t>Stored Value (What's inside)</a:t>
                      </a:r>
                      <a:endParaRPr sz="2400" b="1">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r>
              <a:tr h="563880">
                <a:tc>
                  <a:txBody>
                    <a:bodyPr/>
                    <a:p>
                      <a:pPr marL="0" indent="0">
                        <a:spcBef>
                          <a:spcPct val="0"/>
                        </a:spcBef>
                        <a:spcAft>
                          <a:spcPct val="0"/>
                        </a:spcAft>
                      </a:pPr>
                      <a:r>
                        <a:rPr sz="2400" b="1">
                          <a:latin typeface="Arial" panose="020B0604020202020204" pitchFamily="34" charset="0"/>
                          <a:ea typeface="Google Sans"/>
                          <a:cs typeface="Arial" panose="020B0604020202020204" pitchFamily="34" charset="0"/>
                        </a:rPr>
                        <a:t>x</a:t>
                      </a:r>
                      <a:endParaRPr sz="2400" b="1">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0">
                          <a:latin typeface="Arial" panose="020B0604020202020204" pitchFamily="34" charset="0"/>
                          <a:ea typeface="Google Sans"/>
                          <a:cs typeface="Arial" panose="020B0604020202020204" pitchFamily="34" charset="0"/>
                        </a:rPr>
                        <a:t>0x1000</a:t>
                      </a:r>
                      <a:endParaRPr sz="2400" b="0">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0">
                          <a:latin typeface="Arial" panose="020B0604020202020204" pitchFamily="34" charset="0"/>
                          <a:ea typeface="Google Sans"/>
                          <a:cs typeface="Arial" panose="020B0604020202020204" pitchFamily="34" charset="0"/>
                        </a:rPr>
                        <a:t>5</a:t>
                      </a:r>
                      <a:endParaRPr sz="2400" b="0">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r>
              <a:tr h="563880">
                <a:tc>
                  <a:txBody>
                    <a:bodyPr/>
                    <a:p>
                      <a:pPr marL="0" indent="0">
                        <a:spcBef>
                          <a:spcPct val="0"/>
                        </a:spcBef>
                        <a:spcAft>
                          <a:spcPct val="0"/>
                        </a:spcAft>
                      </a:pPr>
                      <a:r>
                        <a:rPr sz="2400" b="1">
                          <a:latin typeface="Arial" panose="020B0604020202020204" pitchFamily="34" charset="0"/>
                          <a:ea typeface="Google Sans"/>
                          <a:cs typeface="Arial" panose="020B0604020202020204" pitchFamily="34" charset="0"/>
                        </a:rPr>
                        <a:t>p</a:t>
                      </a:r>
                      <a:endParaRPr sz="2400" b="1">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0">
                          <a:latin typeface="Arial" panose="020B0604020202020204" pitchFamily="34" charset="0"/>
                          <a:ea typeface="Google Sans"/>
                          <a:cs typeface="Arial" panose="020B0604020202020204" pitchFamily="34" charset="0"/>
                        </a:rPr>
                        <a:t>0x2000</a:t>
                      </a:r>
                      <a:endParaRPr sz="2400" b="0">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0">
                          <a:latin typeface="Arial" panose="020B0604020202020204" pitchFamily="34" charset="0"/>
                          <a:ea typeface="Google Sans"/>
                          <a:cs typeface="Arial" panose="020B0604020202020204" pitchFamily="34" charset="0"/>
                        </a:rPr>
                        <a:t>0x1000</a:t>
                      </a:r>
                      <a:r>
                        <a:rPr sz="2400" b="0">
                          <a:latin typeface="Arial" panose="020B0604020202020204" pitchFamily="34" charset="0"/>
                          <a:ea typeface="Google Sans"/>
                          <a:cs typeface="Arial" panose="020B0604020202020204" pitchFamily="34" charset="0"/>
                        </a:rPr>
                        <a:t> (Points to x)</a:t>
                      </a:r>
                      <a:endParaRPr sz="2400" b="0">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r>
              <a:tr h="520700">
                <a:tc>
                  <a:txBody>
                    <a:bodyPr/>
                    <a:p>
                      <a:pPr marL="0" indent="0">
                        <a:spcBef>
                          <a:spcPct val="0"/>
                        </a:spcBef>
                        <a:spcAft>
                          <a:spcPct val="0"/>
                        </a:spcAft>
                      </a:pPr>
                      <a:r>
                        <a:rPr sz="2400" b="1">
                          <a:latin typeface="Arial" panose="020B0604020202020204" pitchFamily="34" charset="0"/>
                          <a:ea typeface="Google Sans"/>
                          <a:cs typeface="Arial" panose="020B0604020202020204" pitchFamily="34" charset="0"/>
                        </a:rPr>
                        <a:t>pp</a:t>
                      </a:r>
                      <a:endParaRPr sz="2400" b="1">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0">
                          <a:latin typeface="Arial" panose="020B0604020202020204" pitchFamily="34" charset="0"/>
                          <a:ea typeface="Google Sans"/>
                          <a:cs typeface="Arial" panose="020B0604020202020204" pitchFamily="34" charset="0"/>
                        </a:rPr>
                        <a:t>0x3000</a:t>
                      </a:r>
                      <a:endParaRPr sz="2400" b="0">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c>
                  <a:txBody>
                    <a:bodyPr/>
                    <a:p>
                      <a:pPr marL="0" indent="0">
                        <a:spcBef>
                          <a:spcPct val="0"/>
                        </a:spcBef>
                        <a:spcAft>
                          <a:spcPct val="0"/>
                        </a:spcAft>
                      </a:pPr>
                      <a:r>
                        <a:rPr sz="2400" b="0">
                          <a:latin typeface="Arial" panose="020B0604020202020204" pitchFamily="34" charset="0"/>
                          <a:ea typeface="Google Sans"/>
                          <a:cs typeface="Arial" panose="020B0604020202020204" pitchFamily="34" charset="0"/>
                        </a:rPr>
                        <a:t>0x2000</a:t>
                      </a:r>
                      <a:r>
                        <a:rPr sz="2400" b="0">
                          <a:latin typeface="Arial" panose="020B0604020202020204" pitchFamily="34" charset="0"/>
                          <a:ea typeface="Google Sans"/>
                          <a:cs typeface="Arial" panose="020B0604020202020204" pitchFamily="34" charset="0"/>
                        </a:rPr>
                        <a:t> (Points to p)</a:t>
                      </a:r>
                      <a:endParaRPr sz="2400" b="0">
                        <a:latin typeface="Arial" panose="020B0604020202020204" pitchFamily="34" charset="0"/>
                        <a:ea typeface="Google Sans"/>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lumMod val="75000"/>
                      </a:schemeClr>
                    </a:solidFill>
                  </a:tcPr>
                </a:tc>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Resolving via Dereferencing</a:t>
            </a:r>
            <a:endParaRPr lang="en-US" altLang="en-US"/>
          </a:p>
        </p:txBody>
      </p:sp>
      <p:sp>
        <p:nvSpPr>
          <p:cNvPr id="5" name="Text Placeholder 4"/>
          <p:cNvSpPr>
            <a:spLocks noGrp="1"/>
          </p:cNvSpPr>
          <p:nvPr>
            <p:ph type="body" idx="1"/>
          </p:nvPr>
        </p:nvSpPr>
        <p:spPr/>
        <p:txBody>
          <a:bodyPr/>
          <a:p>
            <a:r>
              <a:rPr lang="en-US" altLang="en-US" sz="2400"/>
              <a:t>pp evaluates to 0x2000.</a:t>
            </a:r>
            <a:endParaRPr lang="en-US" altLang="en-US" sz="2400"/>
          </a:p>
          <a:p>
            <a:r>
              <a:rPr lang="en-US" altLang="en-US" sz="2400"/>
              <a:t>*pp goes to 0x2000 and reads its contents: 0x1000.</a:t>
            </a:r>
            <a:endParaRPr lang="en-US" altLang="en-US" sz="2400"/>
          </a:p>
          <a:p>
            <a:r>
              <a:rPr lang="en-US" altLang="en-US" sz="2400"/>
              <a:t>**pp goes to 0x2000, extracts 0x1000, then goes to 0x1000 to read its contents: 5.</a:t>
            </a:r>
            <a:endParaRPr lang="en-US" altLang="en-US" sz="240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Function Pointers</a:t>
            </a:r>
            <a:endParaRPr lang="en-US" altLang="en-US"/>
          </a:p>
        </p:txBody>
      </p:sp>
      <p:sp>
        <p:nvSpPr>
          <p:cNvPr id="5" name="Text Placeholder 4"/>
          <p:cNvSpPr>
            <a:spLocks noGrp="1"/>
          </p:cNvSpPr>
          <p:nvPr>
            <p:ph type="body" idx="1"/>
          </p:nvPr>
        </p:nvSpPr>
        <p:spPr/>
        <p:txBody>
          <a:bodyPr/>
          <a:p>
            <a:r>
              <a:rPr lang="en-US" altLang="en-US" sz="2400"/>
              <a:t>Code itself lives in memory. When your program compiles, functions are converted into machine-language binary instructions and loaded into the Text Segment (Code Segment) of RAM. A Function Pointer stores the entry-point execution address of a function.</a:t>
            </a:r>
            <a:endParaRPr lang="en-US" altLang="en-US" sz="2400"/>
          </a:p>
          <a:p>
            <a:r>
              <a:rPr lang="en-US" altLang="en-US" sz="2400"/>
              <a:t>Syntax Formula:</a:t>
            </a:r>
            <a:endParaRPr lang="en-US" altLang="en-US" sz="2400"/>
          </a:p>
          <a:p>
            <a:pPr marL="0" indent="457200">
              <a:buNone/>
            </a:pPr>
            <a:r>
              <a:rPr lang="en-US" altLang="en-US" sz="2400"/>
              <a:t>Function pointer syntax is notoriously hard to read because it mimics the      signature of the target function:</a:t>
            </a:r>
            <a:endParaRPr lang="en-US" altLang="en-US" sz="2400"/>
          </a:p>
          <a:p>
            <a:pPr marL="0" indent="457200" algn="ctr">
              <a:buNone/>
            </a:pPr>
            <a:endParaRPr lang="en-US" altLang="en-US" sz="2400">
              <a:highlight>
                <a:srgbClr val="00FF00"/>
              </a:highlight>
            </a:endParaRPr>
          </a:p>
          <a:p>
            <a:pPr marL="0" indent="457200" algn="ctr">
              <a:buNone/>
            </a:pPr>
            <a:r>
              <a:rPr lang="en-US" altLang="en-US" sz="2400">
                <a:highlight>
                  <a:srgbClr val="008000"/>
                </a:highlight>
              </a:rPr>
              <a:t>return_type(*pointer_name)(parameter_types)</a:t>
            </a:r>
            <a:endParaRPr lang="en-US" altLang="en-US" sz="2400">
              <a:highlight>
                <a:srgbClr val="008000"/>
              </a:highlight>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a:sym typeface="+mn-ea"/>
              </a:rPr>
              <a:t>Example    // see the next page for rest of the code</a:t>
            </a:r>
            <a:endParaRPr lang="en-US"/>
          </a:p>
        </p:txBody>
      </p:sp>
      <p:sp>
        <p:nvSpPr>
          <p:cNvPr id="5" name="Text Placeholder 4"/>
          <p:cNvSpPr>
            <a:spLocks noGrp="1"/>
          </p:cNvSpPr>
          <p:nvPr>
            <p:ph type="body" idx="1"/>
          </p:nvPr>
        </p:nvSpPr>
        <p:spPr>
          <a:xfrm>
            <a:off x="695960" y="1080135"/>
            <a:ext cx="10800080" cy="5777230"/>
          </a:xfrm>
        </p:spPr>
        <p:txBody>
          <a:bodyPr>
            <a:noAutofit/>
          </a:bodyPr>
          <a:p>
            <a:pPr marL="0" indent="457200">
              <a:buNone/>
            </a:pPr>
            <a:r>
              <a:rPr lang="en-US" altLang="en-US" sz="2400"/>
              <a:t>#include &lt;stdio.h&gt;</a:t>
            </a:r>
            <a:endParaRPr lang="en-US" altLang="en-US" sz="2400"/>
          </a:p>
          <a:p>
            <a:pPr marL="0" indent="457200">
              <a:buNone/>
            </a:pPr>
            <a:endParaRPr lang="en-US" altLang="en-US" sz="2400"/>
          </a:p>
          <a:p>
            <a:pPr marL="0" indent="457200">
              <a:buNone/>
            </a:pPr>
            <a:r>
              <a:rPr lang="en-US" altLang="en-US" sz="2400"/>
              <a:t>int add(int a, int b) { return a + b; }</a:t>
            </a:r>
            <a:endParaRPr lang="en-US" altLang="en-US" sz="2400"/>
          </a:p>
          <a:p>
            <a:pPr marL="0" indent="457200">
              <a:buNone/>
            </a:pPr>
            <a:r>
              <a:rPr lang="en-US" altLang="en-US" sz="2400"/>
              <a:t>int subtract(int a, int b) { return a - b; }</a:t>
            </a:r>
            <a:endParaRPr lang="en-US" altLang="en-US" sz="2400"/>
          </a:p>
          <a:p>
            <a:pPr marL="0" indent="457200">
              <a:buNone/>
            </a:pPr>
            <a:endParaRPr lang="en-US" altLang="en-US" sz="2400"/>
          </a:p>
          <a:p>
            <a:pPr marL="0" indent="457200">
              <a:buNone/>
            </a:pPr>
            <a:r>
              <a:rPr lang="en-US" altLang="en-US" sz="2400"/>
              <a:t>int main() {</a:t>
            </a:r>
            <a:endParaRPr lang="en-US" altLang="en-US" sz="2400"/>
          </a:p>
          <a:p>
            <a:pPr marL="0" indent="457200">
              <a:buNone/>
            </a:pPr>
            <a:r>
              <a:rPr lang="en-US" altLang="en-US" sz="2400"/>
              <a:t>    // Declare a function pointer matching 'int func(int, int)'</a:t>
            </a:r>
            <a:endParaRPr lang="en-US" altLang="en-US" sz="2400"/>
          </a:p>
          <a:p>
            <a:pPr marL="0" indent="457200">
              <a:buNone/>
            </a:pPr>
            <a:r>
              <a:rPr lang="en-US" altLang="en-US" sz="2400"/>
              <a:t>    int (*operation)(int, int);</a:t>
            </a:r>
            <a:endParaRPr lang="en-US" altLang="en-US" sz="2400"/>
          </a:p>
          <a:p>
            <a:pPr marL="0" indent="457200">
              <a:buNone/>
            </a:pPr>
            <a:endParaRPr lang="en-US" altLang="en-US" sz="2400"/>
          </a:p>
          <a:p>
            <a:pPr marL="0" indent="457200">
              <a:buNone/>
            </a:pPr>
            <a:r>
              <a:rPr lang="en-US" altLang="en-US" sz="2400"/>
              <a:t>    operation = add; // Point to add function</a:t>
            </a:r>
            <a:endParaRPr lang="en-US" altLang="en-US" sz="2400"/>
          </a:p>
          <a:p>
            <a:pPr marL="0" indent="457200">
              <a:buNone/>
            </a:pPr>
            <a:r>
              <a:rPr lang="en-US" altLang="en-US" sz="2400"/>
              <a:t>    printf("Result: %d\n", operation(10, 5)); // Prints 15</a:t>
            </a:r>
            <a:endParaRPr lang="en-US" altLang="en-US" sz="2400"/>
          </a:p>
          <a:p>
            <a:pPr marL="0" indent="457200">
              <a:buNone/>
            </a:pPr>
            <a:endParaRPr lang="en-US" altLang="en-US" sz="2400"/>
          </a:p>
          <a:p>
            <a:pPr marL="0" indent="457200">
              <a:buNone/>
            </a:pPr>
            <a:r>
              <a:rPr lang="en-US" altLang="en-US" sz="2400"/>
              <a:t>   </a:t>
            </a:r>
            <a:endParaRPr lang="en-US" altLang="en-US" sz="240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a:xfrm>
            <a:off x="695960" y="1080135"/>
            <a:ext cx="10800080" cy="5777230"/>
          </a:xfrm>
        </p:spPr>
        <p:txBody>
          <a:bodyPr>
            <a:noAutofit/>
          </a:bodyPr>
          <a:p>
            <a:pPr marL="0" indent="457200">
              <a:buNone/>
            </a:pPr>
            <a:r>
              <a:rPr altLang="en-US" sz="2400">
                <a:sym typeface="+mn-ea"/>
              </a:rPr>
              <a:t> operation = subtract; // Point to subtract function</a:t>
            </a:r>
            <a:endParaRPr lang="en-US" altLang="en-US" sz="2400"/>
          </a:p>
          <a:p>
            <a:pPr marL="0" indent="457200">
              <a:buNone/>
            </a:pPr>
            <a:r>
              <a:rPr altLang="en-US" sz="2400">
                <a:sym typeface="+mn-ea"/>
              </a:rPr>
              <a:t>    printf("Result: %d\n", operation(10, 5)); // Prints 5</a:t>
            </a:r>
            <a:endParaRPr lang="en-US" altLang="en-US" sz="2400"/>
          </a:p>
          <a:p>
            <a:pPr marL="0" indent="457200">
              <a:buNone/>
            </a:pPr>
            <a:r>
              <a:rPr altLang="en-US" sz="2400">
                <a:sym typeface="+mn-ea"/>
              </a:rPr>
              <a:t>    </a:t>
            </a:r>
            <a:endParaRPr lang="en-US" altLang="en-US" sz="2400"/>
          </a:p>
          <a:p>
            <a:pPr marL="0" indent="457200">
              <a:buNone/>
            </a:pPr>
            <a:r>
              <a:rPr altLang="en-US" sz="2400">
                <a:sym typeface="+mn-ea"/>
              </a:rPr>
              <a:t>    return 0;</a:t>
            </a:r>
            <a:endParaRPr lang="en-US" altLang="en-US" sz="2400"/>
          </a:p>
          <a:p>
            <a:pPr marL="0" indent="457200">
              <a:buNone/>
            </a:pPr>
            <a:r>
              <a:rPr altLang="en-US" sz="2400">
                <a:sym typeface="+mn-ea"/>
              </a:rPr>
              <a:t>}</a:t>
            </a:r>
            <a:endParaRPr lang="en-US" altLang="en-US" sz="2400"/>
          </a:p>
          <a:p>
            <a:pPr marL="0" indent="457200">
              <a:buNone/>
            </a:pPr>
            <a:endParaRPr lang="en-US" altLang="en-US" sz="240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Void Pointers and Explicit Type Casting</a:t>
            </a:r>
            <a:endParaRPr lang="en-US" altLang="en-US"/>
          </a:p>
        </p:txBody>
      </p:sp>
      <p:sp>
        <p:nvSpPr>
          <p:cNvPr id="5" name="Text Placeholder 4"/>
          <p:cNvSpPr>
            <a:spLocks noGrp="1"/>
          </p:cNvSpPr>
          <p:nvPr>
            <p:ph type="body" idx="1"/>
          </p:nvPr>
        </p:nvSpPr>
        <p:spPr/>
        <p:txBody>
          <a:bodyPr/>
          <a:p>
            <a:r>
              <a:rPr lang="en-US" altLang="en-US" sz="2400"/>
              <a:t>A void * is a raw, generic memory address pointer. It points to a location in memory but has absolutely no data-type identity.</a:t>
            </a:r>
            <a:endParaRPr lang="en-US" altLang="en-US" sz="2400"/>
          </a:p>
          <a:p>
            <a:r>
              <a:rPr lang="en-US" altLang="en-US" sz="2400"/>
              <a:t>Because it has no type identity, you cannot dereference a void pointer directly, and you cannot perform pointer arithmetic on it without explicit casting. The compiler doesn't know how many bytes to read from memory or how many steps to skip forward.</a:t>
            </a:r>
            <a:endParaRPr lang="en-US" altLang="en-US" sz="240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    // see the next page for rest of the code</a:t>
            </a:r>
            <a:endParaRPr lang="en-US"/>
          </a:p>
        </p:txBody>
      </p:sp>
      <p:sp>
        <p:nvSpPr>
          <p:cNvPr id="5" name="Text Placeholder 4"/>
          <p:cNvSpPr>
            <a:spLocks noGrp="1"/>
          </p:cNvSpPr>
          <p:nvPr>
            <p:ph type="body" idx="1"/>
          </p:nvPr>
        </p:nvSpPr>
        <p:spPr>
          <a:xfrm>
            <a:off x="695960" y="1301750"/>
            <a:ext cx="10800080" cy="5368925"/>
          </a:xfrm>
        </p:spPr>
        <p:txBody>
          <a:bodyPr>
            <a:noAutofit/>
          </a:bodyPr>
          <a:p>
            <a:pPr marL="0" indent="457200">
              <a:buNone/>
            </a:pPr>
            <a:r>
              <a:rPr lang="en-US" altLang="en-US" sz="2400"/>
              <a:t>#include &lt;stdio.h&gt;</a:t>
            </a:r>
            <a:endParaRPr lang="en-US" altLang="en-US" sz="2400"/>
          </a:p>
          <a:p>
            <a:pPr marL="0" indent="457200">
              <a:buNone/>
            </a:pPr>
            <a:endParaRPr lang="en-US" altLang="en-US" sz="2400"/>
          </a:p>
          <a:p>
            <a:pPr marL="0" indent="457200">
              <a:buNone/>
            </a:pPr>
            <a:r>
              <a:rPr lang="en-US" altLang="en-US" sz="2400"/>
              <a:t>int main() {</a:t>
            </a:r>
            <a:endParaRPr lang="en-US" altLang="en-US" sz="2400"/>
          </a:p>
          <a:p>
            <a:pPr marL="0" indent="457200">
              <a:buNone/>
            </a:pPr>
            <a:r>
              <a:rPr lang="en-US" altLang="en-US" sz="2400"/>
              <a:t>    int x = 1048576; // Binary representation occupies multiple bytes</a:t>
            </a:r>
            <a:endParaRPr lang="en-US" altLang="en-US" sz="2400"/>
          </a:p>
          <a:p>
            <a:pPr marL="0" indent="457200">
              <a:buNone/>
            </a:pPr>
            <a:r>
              <a:rPr lang="en-US" altLang="en-US" sz="2400"/>
              <a:t>    void *raw_ptr = &amp;x;</a:t>
            </a:r>
            <a:endParaRPr lang="en-US" altLang="en-US" sz="2400"/>
          </a:p>
          <a:p>
            <a:pPr marL="0" indent="457200">
              <a:buNone/>
            </a:pPr>
            <a:endParaRPr lang="en-US" altLang="en-US" sz="2400"/>
          </a:p>
          <a:p>
            <a:pPr marL="0" indent="457200">
              <a:buNone/>
            </a:pPr>
            <a:r>
              <a:rPr lang="en-US" altLang="en-US" sz="2400"/>
              <a:t>    // printf("%d\n", *raw_ptr); // COMPILER ERROR: Cannot dereference void*</a:t>
            </a:r>
            <a:endParaRPr lang="en-US" altLang="en-US" sz="2400"/>
          </a:p>
          <a:p>
            <a:pPr marL="0" indent="457200">
              <a:buNone/>
            </a:pPr>
            <a:endParaRPr lang="en-US" altLang="en-US" sz="2400"/>
          </a:p>
          <a:p>
            <a:pPr marL="0" indent="457200">
              <a:buNone/>
            </a:pPr>
            <a:r>
              <a:rPr lang="zh-CN" altLang="en-US" sz="2400"/>
              <a:t>    //  </a:t>
            </a:r>
            <a:r>
              <a:rPr lang="en-US" altLang="en-US" sz="2400"/>
              <a:t>Explicit Type Casting: Tell the compiler how to interpret the raw bytes</a:t>
            </a:r>
            <a:endParaRPr lang="en-US" altLang="en-US" sz="2400"/>
          </a:p>
          <a:p>
            <a:pPr marL="0" indent="457200">
              <a:buNone/>
            </a:pPr>
            <a:r>
              <a:rPr lang="en-US" altLang="en-US" sz="2400"/>
              <a:t>    int *int_ptr = (int *)raw_ptr;</a:t>
            </a:r>
            <a:endParaRPr lang="en-US" altLang="en-US" sz="2400"/>
          </a:p>
          <a:p>
            <a:pPr marL="0" indent="457200">
              <a:buNone/>
            </a:pPr>
            <a:r>
              <a:rPr lang="en-US" altLang="en-US" sz="2400"/>
              <a:t>    printf("%d\n", *int_ptr); // Reads 4 bytes: 1048576</a:t>
            </a:r>
            <a:endParaRPr lang="en-US" altLang="en-US" sz="2400"/>
          </a:p>
          <a:p>
            <a:pPr marL="0" indent="457200">
              <a:buNone/>
            </a:pPr>
            <a:endParaRPr lang="en-US" altLang="en-US" sz="240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noAutofit/>
          </a:bodyPr>
          <a:p>
            <a:pPr marL="0" indent="457200">
              <a:buNone/>
            </a:pPr>
            <a:r>
              <a:rPr altLang="en-US" sz="2400">
                <a:sym typeface="+mn-ea"/>
              </a:rPr>
              <a:t> // Cast to character pointer to read just the first byte of that integer!</a:t>
            </a:r>
            <a:endParaRPr lang="en-US" altLang="en-US" sz="2400"/>
          </a:p>
          <a:p>
            <a:pPr marL="0" indent="457200">
              <a:buNone/>
            </a:pPr>
            <a:r>
              <a:rPr altLang="en-US" sz="2400">
                <a:sym typeface="+mn-ea"/>
              </a:rPr>
              <a:t>    char *char_ptr = (char *)raw_ptr;</a:t>
            </a:r>
            <a:endParaRPr lang="en-US" altLang="en-US" sz="2400"/>
          </a:p>
          <a:p>
            <a:pPr marL="0" indent="457200">
              <a:buNone/>
            </a:pPr>
            <a:r>
              <a:rPr altLang="en-US" sz="2400">
                <a:sym typeface="+mn-ea"/>
              </a:rPr>
              <a:t>    printf("%d\n", *char_ptr); // Reads exactly 1 byte</a:t>
            </a:r>
            <a:endParaRPr lang="en-US" altLang="en-US" sz="2400"/>
          </a:p>
          <a:p>
            <a:pPr marL="0" indent="457200">
              <a:buNone/>
            </a:pPr>
            <a:r>
              <a:rPr altLang="en-US" sz="2400">
                <a:sym typeface="+mn-ea"/>
              </a:rPr>
              <a:t>    </a:t>
            </a:r>
            <a:endParaRPr lang="en-US" altLang="en-US" sz="2400"/>
          </a:p>
          <a:p>
            <a:pPr marL="0" indent="457200">
              <a:buNone/>
            </a:pPr>
            <a:r>
              <a:rPr altLang="en-US" sz="2400">
                <a:sym typeface="+mn-ea"/>
              </a:rPr>
              <a:t>    return 0;</a:t>
            </a:r>
            <a:endParaRPr lang="en-US" altLang="en-US" sz="2400"/>
          </a:p>
          <a:p>
            <a:pPr marL="0" indent="457200">
              <a:buNone/>
            </a:pPr>
            <a:r>
              <a:rPr altLang="en-US" sz="2400">
                <a:sym typeface="+mn-ea"/>
              </a:rPr>
              <a:t>}</a:t>
            </a:r>
            <a:endParaRPr lang="en-US" altLang="en-US" sz="2400"/>
          </a:p>
          <a:p>
            <a:pPr marL="0" indent="457200">
              <a:buNone/>
            </a:pPr>
            <a:endParaRPr lang="en-US" altLang="en-US" sz="240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Array Decay</a:t>
            </a:r>
            <a:endParaRPr lang="en-US"/>
          </a:p>
        </p:txBody>
      </p:sp>
      <p:sp>
        <p:nvSpPr>
          <p:cNvPr id="5" name="Text Placeholder 4"/>
          <p:cNvSpPr>
            <a:spLocks noGrp="1"/>
          </p:cNvSpPr>
          <p:nvPr>
            <p:ph type="body" idx="1"/>
          </p:nvPr>
        </p:nvSpPr>
        <p:spPr/>
        <p:txBody>
          <a:bodyPr/>
          <a:p>
            <a:r>
              <a:rPr lang="en-US" altLang="en-US" sz="2400"/>
              <a:t>In C, an array name is not a pointer variable. An array name represents the entire contiguous block of memory allocated for those elements.</a:t>
            </a:r>
            <a:endParaRPr lang="en-US" altLang="en-US" sz="2400"/>
          </a:p>
          <a:p>
            <a:r>
              <a:rPr lang="en-US" altLang="en-US" sz="2400"/>
              <a:t>However, because passing huge chunks of memory around would slow down your computer, the C language has a built-in architectural rule:</a:t>
            </a:r>
            <a:endParaRPr lang="en-US" altLang="en-US" sz="2400"/>
          </a:p>
          <a:p>
            <a:r>
              <a:rPr lang="en-US" altLang="en-US" sz="2400"/>
              <a:t>Whenever you use an array name in an expression (like passing it to a function), it loses its size data and instantly morphs ("decays") into a primitive pointer pointing straight to its very first index (&amp;arr[0]).</a:t>
            </a:r>
            <a:endParaRPr lang="en-US" altLang="en-US" sz="240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Trap</a:t>
            </a:r>
            <a:endParaRPr lang="en-US"/>
          </a:p>
        </p:txBody>
      </p:sp>
      <p:sp>
        <p:nvSpPr>
          <p:cNvPr id="5" name="Text Placeholder 4"/>
          <p:cNvSpPr>
            <a:spLocks noGrp="1"/>
          </p:cNvSpPr>
          <p:nvPr>
            <p:ph type="body" idx="1"/>
          </p:nvPr>
        </p:nvSpPr>
        <p:spPr>
          <a:xfrm>
            <a:off x="695960" y="1080135"/>
            <a:ext cx="10800080" cy="5777230"/>
          </a:xfrm>
        </p:spPr>
        <p:txBody>
          <a:bodyPr>
            <a:noAutofit/>
          </a:bodyPr>
          <a:p>
            <a:pPr marL="0" indent="457200">
              <a:buNone/>
            </a:pPr>
            <a:r>
              <a:rPr lang="en-US" altLang="en-US" sz="1500"/>
              <a:t>#include &lt;stdio.h&gt;</a:t>
            </a:r>
            <a:endParaRPr lang="en-US" altLang="en-US" sz="1500"/>
          </a:p>
          <a:p>
            <a:pPr marL="0" indent="457200">
              <a:buNone/>
            </a:pPr>
            <a:endParaRPr lang="en-US" altLang="en-US" sz="1500"/>
          </a:p>
          <a:p>
            <a:pPr marL="0" indent="457200">
              <a:buNone/>
            </a:pPr>
            <a:r>
              <a:rPr lang="en-US" altLang="en-US" sz="1500"/>
              <a:t>void check_array(int param_arr[100]) { // </a:t>
            </a:r>
            <a:r>
              <a:rPr lang="zh-CN" altLang="en-US" sz="1500"/>
              <a:t> </a:t>
            </a:r>
            <a:r>
              <a:rPr lang="en-US" altLang="en-US" sz="1500"/>
              <a:t>THE ILLUSION</a:t>
            </a:r>
            <a:endParaRPr lang="en-US" altLang="en-US" sz="1500"/>
          </a:p>
          <a:p>
            <a:pPr marL="0" indent="457200">
              <a:buNone/>
            </a:pPr>
            <a:r>
              <a:rPr lang="en-US" altLang="en-US" sz="1500"/>
              <a:t>    // Your eyes see, but the compiler silently rewrites this to: int *param_arr</a:t>
            </a:r>
            <a:endParaRPr lang="en-US" altLang="en-US" sz="1500"/>
          </a:p>
          <a:p>
            <a:pPr marL="0" indent="457200">
              <a:buNone/>
            </a:pPr>
            <a:r>
              <a:rPr lang="en-US" altLang="en-US" sz="1500"/>
              <a:t>    </a:t>
            </a:r>
            <a:endParaRPr lang="en-US" altLang="en-US" sz="1500"/>
          </a:p>
          <a:p>
            <a:pPr marL="0" indent="457200">
              <a:buNone/>
            </a:pPr>
            <a:r>
              <a:rPr lang="en-US" altLang="en-US" sz="1500"/>
              <a:t>    // On a 64-bit system, this prints 8 bytes (size of a pointer), NOT 400 bytes!</a:t>
            </a:r>
            <a:endParaRPr lang="en-US" altLang="en-US" sz="1500"/>
          </a:p>
          <a:p>
            <a:pPr marL="0" indent="457200">
              <a:buNone/>
            </a:pPr>
            <a:r>
              <a:rPr lang="en-US" altLang="en-US" sz="1500"/>
              <a:t>    printf("Size inside function: %lu bytes\n", sizeof(param_arr));</a:t>
            </a:r>
            <a:endParaRPr lang="en-US" altLang="en-US" sz="1500"/>
          </a:p>
          <a:p>
            <a:pPr marL="0" indent="457200">
              <a:buNone/>
            </a:pPr>
            <a:r>
              <a:rPr lang="en-US" altLang="en-US" sz="1500"/>
              <a:t>}</a:t>
            </a:r>
            <a:endParaRPr lang="en-US" altLang="en-US" sz="1500"/>
          </a:p>
          <a:p>
            <a:pPr marL="0" indent="457200">
              <a:buNone/>
            </a:pPr>
            <a:endParaRPr lang="en-US" altLang="en-US" sz="1500"/>
          </a:p>
          <a:p>
            <a:pPr marL="0" indent="457200">
              <a:buNone/>
            </a:pPr>
            <a:r>
              <a:rPr lang="en-US" altLang="en-US" sz="1500"/>
              <a:t>int main() {</a:t>
            </a:r>
            <a:endParaRPr lang="en-US" altLang="en-US" sz="1500"/>
          </a:p>
          <a:p>
            <a:pPr marL="0" indent="457200">
              <a:buNone/>
            </a:pPr>
            <a:r>
              <a:rPr lang="en-US" altLang="en-US" sz="1500"/>
              <a:t>    int my_arr[100]; // Allocation: 100 ints * 4 bytes = 400 bytes</a:t>
            </a:r>
            <a:endParaRPr lang="en-US" altLang="en-US" sz="1500"/>
          </a:p>
          <a:p>
            <a:pPr marL="0" indent="457200">
              <a:buNone/>
            </a:pPr>
            <a:r>
              <a:rPr lang="en-US" altLang="en-US" sz="1500"/>
              <a:t>    </a:t>
            </a:r>
            <a:endParaRPr lang="en-US" altLang="en-US" sz="1500"/>
          </a:p>
          <a:p>
            <a:pPr marL="0" indent="457200">
              <a:buNone/>
            </a:pPr>
            <a:r>
              <a:rPr lang="en-US" altLang="en-US" sz="1500"/>
              <a:t>    printf("Size inside main: %lu bytes\n", sizeof(my_arr)); // Prints 400 bytes</a:t>
            </a:r>
            <a:endParaRPr lang="en-US" altLang="en-US" sz="1500"/>
          </a:p>
          <a:p>
            <a:pPr marL="0" indent="457200">
              <a:buNone/>
            </a:pPr>
            <a:endParaRPr lang="en-US" altLang="en-US" sz="1500"/>
          </a:p>
          <a:p>
            <a:pPr marL="0" indent="457200">
              <a:buNone/>
            </a:pPr>
            <a:r>
              <a:rPr lang="en-US" altLang="en-US" sz="1500"/>
              <a:t>    check_array(my_arr); // </a:t>
            </a:r>
            <a:r>
              <a:rPr lang="zh-CN" altLang="en-US" sz="1500"/>
              <a:t> </a:t>
            </a:r>
            <a:r>
              <a:rPr lang="en-US" altLang="en-US" sz="1500"/>
              <a:t>DECAY HAPPENS HERE. my_arr becomes a raw pointer.</a:t>
            </a:r>
            <a:endParaRPr lang="en-US" altLang="en-US" sz="1500"/>
          </a:p>
          <a:p>
            <a:pPr marL="0" indent="457200">
              <a:buNone/>
            </a:pPr>
            <a:r>
              <a:rPr lang="en-US" altLang="en-US" sz="1500"/>
              <a:t>    return 0;</a:t>
            </a:r>
            <a:endParaRPr lang="en-US" altLang="en-US" sz="1500"/>
          </a:p>
          <a:p>
            <a:pPr marL="0" indent="457200">
              <a:buNone/>
            </a:pPr>
            <a:r>
              <a:rPr lang="en-US" altLang="en-US" sz="1500"/>
              <a:t>}</a:t>
            </a:r>
            <a:endParaRPr lang="en-US" altLang="en-US" sz="1500"/>
          </a:p>
          <a:p>
            <a:pPr marL="0" indent="457200">
              <a:buNone/>
            </a:pPr>
            <a:endParaRPr lang="en-US" altLang="en-US" sz="80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Trap</a:t>
            </a:r>
            <a:endParaRPr lang="en-US"/>
          </a:p>
        </p:txBody>
      </p:sp>
      <p:sp>
        <p:nvSpPr>
          <p:cNvPr id="5" name="Text Placeholder 4"/>
          <p:cNvSpPr>
            <a:spLocks noGrp="1"/>
          </p:cNvSpPr>
          <p:nvPr>
            <p:ph type="body" idx="1"/>
          </p:nvPr>
        </p:nvSpPr>
        <p:spPr/>
        <p:txBody>
          <a:bodyPr/>
          <a:p>
            <a:r>
              <a:rPr lang="en-US" altLang="en-US" sz="2400"/>
              <a:t>Inside check_array, the compiler has absolutely no idea how big the array originally was. The number 100 in the function parameter is completely ignored by the compiler. It is just decoration.</a:t>
            </a:r>
            <a:endParaRPr lang="en-US" altLang="en-US" sz="240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fix</a:t>
            </a:r>
            <a:endParaRPr lang="en-US"/>
          </a:p>
        </p:txBody>
      </p:sp>
      <p:sp>
        <p:nvSpPr>
          <p:cNvPr id="5" name="Text Placeholder 4"/>
          <p:cNvSpPr>
            <a:spLocks noGrp="1"/>
          </p:cNvSpPr>
          <p:nvPr>
            <p:ph type="body" idx="1"/>
          </p:nvPr>
        </p:nvSpPr>
        <p:spPr/>
        <p:txBody>
          <a:bodyPr/>
          <a:p>
            <a:r>
              <a:rPr lang="en-US" altLang="en-US" sz="2400"/>
              <a:t>Fix 1: The Size Parameter (The Standard Way)</a:t>
            </a:r>
            <a:endParaRPr lang="en-US" altLang="en-US" sz="2400"/>
          </a:p>
          <a:p>
            <a:pPr lvl="1"/>
            <a:r>
              <a:rPr lang="en-US" altLang="en-US" sz="2400"/>
              <a:t>Because the array completely forgets its size when it steps inside a function, you must manually pass the size as a second argument. This is how 99% of production C code handles arrays.</a:t>
            </a:r>
            <a:endParaRPr lang="en-US" altLang="en-US" sz="2400"/>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95960" y="154895"/>
            <a:ext cx="10800000" cy="720000"/>
          </a:xfrm>
        </p:spPr>
        <p:txBody>
          <a:bodyPr/>
          <a:p>
            <a:r>
              <a:rPr lang="en-US"/>
              <a:t>The Fix</a:t>
            </a:r>
            <a:endParaRPr lang="en-US"/>
          </a:p>
        </p:txBody>
      </p:sp>
      <p:sp>
        <p:nvSpPr>
          <p:cNvPr id="5" name="Text Placeholder 4"/>
          <p:cNvSpPr>
            <a:spLocks noGrp="1"/>
          </p:cNvSpPr>
          <p:nvPr>
            <p:ph type="body" idx="1"/>
          </p:nvPr>
        </p:nvSpPr>
        <p:spPr>
          <a:xfrm>
            <a:off x="695960" y="875029"/>
            <a:ext cx="10800000" cy="4873625"/>
          </a:xfrm>
        </p:spPr>
        <p:txBody>
          <a:bodyPr>
            <a:noAutofit/>
          </a:bodyPr>
          <a:p>
            <a:pPr marL="0" indent="457200">
              <a:buNone/>
            </a:pPr>
            <a:r>
              <a:rPr lang="en-US" altLang="en-US" sz="1500"/>
              <a:t>#include &lt;stdio.h&gt;</a:t>
            </a:r>
            <a:endParaRPr lang="en-US" altLang="en-US" sz="1500"/>
          </a:p>
          <a:p>
            <a:pPr marL="0" indent="457200">
              <a:buNone/>
            </a:pPr>
            <a:endParaRPr lang="en-US" altLang="en-US" sz="1500"/>
          </a:p>
          <a:p>
            <a:pPr marL="0" indent="457200">
              <a:buNone/>
            </a:pPr>
            <a:r>
              <a:rPr lang="en-US" altLang="en-US" sz="1500"/>
              <a:t>// Pass the raw pointer, and pass the explicit element count alongside it</a:t>
            </a:r>
            <a:endParaRPr lang="en-US" altLang="en-US" sz="1500"/>
          </a:p>
          <a:p>
            <a:pPr marL="0" indent="457200">
              <a:buNone/>
            </a:pPr>
            <a:r>
              <a:rPr lang="en-US" altLang="en-US" sz="1500"/>
              <a:t>void print_array(int *arr, size_t size) {</a:t>
            </a:r>
            <a:endParaRPr lang="en-US" altLang="en-US" sz="1500"/>
          </a:p>
          <a:p>
            <a:pPr marL="0" indent="457200">
              <a:buNone/>
            </a:pPr>
            <a:r>
              <a:rPr lang="en-US" altLang="en-US" sz="1500"/>
              <a:t>    for (size_t i = 0; i &lt; size; i++) {</a:t>
            </a:r>
            <a:endParaRPr lang="en-US" altLang="en-US" sz="1500"/>
          </a:p>
          <a:p>
            <a:pPr marL="0" indent="457200">
              <a:buNone/>
            </a:pPr>
            <a:r>
              <a:rPr lang="en-US" altLang="en-US" sz="1500"/>
              <a:t>        printf("%d ", arr[i]);</a:t>
            </a:r>
            <a:endParaRPr lang="en-US" altLang="en-US" sz="1500"/>
          </a:p>
          <a:p>
            <a:pPr marL="0" indent="457200">
              <a:buNone/>
            </a:pPr>
            <a:r>
              <a:rPr lang="en-US" altLang="en-US" sz="1500"/>
              <a:t>    }</a:t>
            </a:r>
            <a:endParaRPr lang="en-US" altLang="en-US" sz="1500"/>
          </a:p>
          <a:p>
            <a:pPr marL="0" indent="457200">
              <a:buNone/>
            </a:pPr>
            <a:r>
              <a:rPr lang="en-US" altLang="en-US" sz="1500"/>
              <a:t>}</a:t>
            </a:r>
            <a:endParaRPr lang="en-US" altLang="en-US" sz="1500"/>
          </a:p>
          <a:p>
            <a:pPr marL="0" indent="457200">
              <a:buNone/>
            </a:pPr>
            <a:endParaRPr lang="en-US" altLang="en-US" sz="1500"/>
          </a:p>
          <a:p>
            <a:pPr marL="0" indent="457200">
              <a:buNone/>
            </a:pPr>
            <a:r>
              <a:rPr lang="en-US" altLang="en-US" sz="1500"/>
              <a:t>int main() {</a:t>
            </a:r>
            <a:endParaRPr lang="en-US" altLang="en-US" sz="1500"/>
          </a:p>
          <a:p>
            <a:pPr marL="0" indent="457200">
              <a:buNone/>
            </a:pPr>
            <a:r>
              <a:rPr lang="en-US" altLang="en-US" sz="1500"/>
              <a:t>    int my_arr[] = {10, 20, 30, 40, 50};</a:t>
            </a:r>
            <a:endParaRPr lang="en-US" altLang="en-US" sz="1500"/>
          </a:p>
          <a:p>
            <a:pPr marL="0" indent="457200">
              <a:buNone/>
            </a:pPr>
            <a:r>
              <a:rPr lang="en-US" altLang="en-US" sz="1500"/>
              <a:t>    </a:t>
            </a:r>
            <a:endParaRPr lang="en-US" altLang="en-US" sz="1500"/>
          </a:p>
          <a:p>
            <a:pPr marL="0" indent="457200">
              <a:buNone/>
            </a:pPr>
            <a:r>
              <a:rPr lang="en-US" altLang="en-US" sz="1500"/>
              <a:t>    // Calculate total elements dynamically: 20 bytes / 4 bytes = 5 elements</a:t>
            </a:r>
            <a:endParaRPr lang="en-US" altLang="en-US" sz="1500"/>
          </a:p>
          <a:p>
            <a:pPr marL="0" indent="457200">
              <a:buNone/>
            </a:pPr>
            <a:r>
              <a:rPr lang="en-US" altLang="en-US" sz="1500"/>
              <a:t>    size_t total_elements = sizeof(my_arr) / sizeof(my_arr[0]);</a:t>
            </a:r>
            <a:endParaRPr lang="en-US" altLang="en-US" sz="1500"/>
          </a:p>
          <a:p>
            <a:pPr marL="0" indent="457200">
              <a:buNone/>
            </a:pPr>
            <a:endParaRPr lang="en-US" altLang="en-US" sz="1500"/>
          </a:p>
          <a:p>
            <a:pPr marL="0" indent="457200">
              <a:buNone/>
            </a:pPr>
            <a:r>
              <a:rPr lang="en-US" altLang="en-US" sz="1500"/>
              <a:t>    print_array(my_arr, total_elements); // Safe and clear</a:t>
            </a:r>
            <a:endParaRPr lang="en-US" altLang="en-US" sz="1500"/>
          </a:p>
          <a:p>
            <a:pPr marL="0" indent="457200">
              <a:buNone/>
            </a:pPr>
            <a:r>
              <a:rPr lang="en-US" altLang="en-US" sz="1500"/>
              <a:t>    return 0;</a:t>
            </a:r>
            <a:endParaRPr lang="en-US" altLang="en-US" sz="1500"/>
          </a:p>
          <a:p>
            <a:pPr marL="0" indent="457200">
              <a:buNone/>
            </a:pPr>
            <a:r>
              <a:rPr lang="en-US" altLang="en-US" sz="1500"/>
              <a:t>}</a:t>
            </a:r>
            <a:endParaRPr lang="en-US" altLang="en-US" sz="1500"/>
          </a:p>
          <a:p>
            <a:pPr marL="0" indent="457200">
              <a:buNone/>
            </a:pPr>
            <a:endParaRPr lang="en-US" altLang="en-US" sz="70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Fix</a:t>
            </a:r>
            <a:endParaRPr lang="en-US"/>
          </a:p>
        </p:txBody>
      </p:sp>
      <p:sp>
        <p:nvSpPr>
          <p:cNvPr id="5" name="Text Placeholder 4"/>
          <p:cNvSpPr>
            <a:spLocks noGrp="1"/>
          </p:cNvSpPr>
          <p:nvPr>
            <p:ph type="body" idx="1"/>
          </p:nvPr>
        </p:nvSpPr>
        <p:spPr/>
        <p:txBody>
          <a:bodyPr/>
          <a:p>
            <a:r>
              <a:rPr lang="en-US" altLang="en-US" sz="2400"/>
              <a:t>Fix 2: Pass a "Pointer to an Array" :</a:t>
            </a:r>
            <a:endParaRPr lang="en-US" altLang="en-US" sz="2400"/>
          </a:p>
          <a:p>
            <a:pPr lvl="1"/>
            <a:r>
              <a:rPr lang="en-US" altLang="en-US" sz="2400"/>
              <a:t>If you want to absolutely force the compiler to keep the array intact and preserve its size checking, you can pass a Pointer to a fixed-size array using parentheses (*arr)[size].</a:t>
            </a:r>
            <a:endParaRPr lang="en-US" altLang="en-US" sz="2400"/>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Fix</a:t>
            </a:r>
            <a:endParaRPr lang="en-US"/>
          </a:p>
        </p:txBody>
      </p:sp>
      <p:sp>
        <p:nvSpPr>
          <p:cNvPr id="5" name="Text Placeholder 4"/>
          <p:cNvSpPr>
            <a:spLocks noGrp="1"/>
          </p:cNvSpPr>
          <p:nvPr>
            <p:ph type="body" idx="1"/>
          </p:nvPr>
        </p:nvSpPr>
        <p:spPr/>
        <p:txBody>
          <a:bodyPr>
            <a:noAutofit/>
          </a:bodyPr>
          <a:p>
            <a:pPr marL="0" indent="457200">
              <a:buNone/>
            </a:pPr>
            <a:r>
              <a:rPr lang="en-US" altLang="en-US" sz="1600"/>
              <a:t>#include &lt;stdio.h&gt;</a:t>
            </a:r>
            <a:endParaRPr lang="en-US" altLang="en-US" sz="1600"/>
          </a:p>
          <a:p>
            <a:pPr marL="0" indent="457200">
              <a:buNone/>
            </a:pPr>
            <a:endParaRPr lang="en-US" altLang="en-US" sz="1600"/>
          </a:p>
          <a:p>
            <a:pPr marL="0" indent="457200">
              <a:buNone/>
            </a:pPr>
            <a:r>
              <a:rPr lang="en-US" altLang="en-US" sz="1600"/>
              <a:t>// This function ONLY accepts a pointer to an array of EXACTLY 5 integers</a:t>
            </a:r>
            <a:endParaRPr lang="en-US" altLang="en-US" sz="1600"/>
          </a:p>
          <a:p>
            <a:pPr marL="0" indent="457200">
              <a:buNone/>
            </a:pPr>
            <a:r>
              <a:rPr lang="en-US" altLang="en-US" sz="1600"/>
              <a:t>void process_exact_array(int (*arr_ptr)[5]) {</a:t>
            </a:r>
            <a:endParaRPr lang="en-US" altLang="en-US" sz="1600"/>
          </a:p>
          <a:p>
            <a:pPr marL="0" indent="457200">
              <a:buNone/>
            </a:pPr>
            <a:r>
              <a:rPr lang="en-US" altLang="en-US" sz="1600"/>
              <a:t>    // sizeof() works perfectly here! It prints 20 bytes because the size is preserved.</a:t>
            </a:r>
            <a:endParaRPr lang="en-US" altLang="en-US" sz="1600"/>
          </a:p>
          <a:p>
            <a:pPr marL="0" indent="457200">
              <a:buNone/>
            </a:pPr>
            <a:r>
              <a:rPr lang="en-US" altLang="en-US" sz="1600"/>
              <a:t>    printf("Size inside: %lu bytes\n", sizeof(*arr_ptr)); </a:t>
            </a:r>
            <a:endParaRPr lang="en-US" altLang="en-US" sz="1600"/>
          </a:p>
          <a:p>
            <a:pPr marL="0" indent="457200">
              <a:buNone/>
            </a:pPr>
            <a:r>
              <a:rPr lang="en-US" altLang="en-US" sz="1600"/>
              <a:t>    </a:t>
            </a:r>
            <a:endParaRPr lang="en-US" altLang="en-US" sz="1600"/>
          </a:p>
          <a:p>
            <a:pPr marL="0" indent="457200">
              <a:buNone/>
            </a:pPr>
            <a:r>
              <a:rPr lang="en-US" altLang="en-US" sz="1600"/>
              <a:t>    // Syntax to access elements requires dereferencing the array first</a:t>
            </a:r>
            <a:endParaRPr lang="en-US" altLang="en-US" sz="1600"/>
          </a:p>
          <a:p>
            <a:pPr marL="0" indent="457200">
              <a:buNone/>
            </a:pPr>
            <a:r>
              <a:rPr lang="en-US" altLang="en-US" sz="1600"/>
              <a:t>    (*arr_ptr)[0] = 99; </a:t>
            </a:r>
            <a:endParaRPr lang="en-US" altLang="en-US" sz="1600"/>
          </a:p>
          <a:p>
            <a:pPr marL="0" indent="457200">
              <a:buNone/>
            </a:pPr>
            <a:r>
              <a:rPr lang="en-US" altLang="en-US" sz="1600"/>
              <a:t>}</a:t>
            </a:r>
            <a:endParaRPr lang="en-US" altLang="en-US" sz="1600"/>
          </a:p>
          <a:p>
            <a:pPr marL="0" indent="457200">
              <a:buNone/>
            </a:pPr>
            <a:endParaRPr lang="en-US" altLang="en-US" sz="1600"/>
          </a:p>
          <a:p>
            <a:pPr marL="0" indent="457200">
              <a:buNone/>
            </a:pPr>
            <a:r>
              <a:rPr lang="en-US" altLang="en-US" sz="1600"/>
              <a:t>int main() {</a:t>
            </a:r>
            <a:endParaRPr lang="en-US" altLang="en-US" sz="1600"/>
          </a:p>
          <a:p>
            <a:pPr marL="0" indent="457200">
              <a:buNone/>
            </a:pPr>
            <a:r>
              <a:rPr lang="en-US" altLang="en-US" sz="1600"/>
              <a:t>    int small_arr[5] = {1, 2, 3, 4, 5};</a:t>
            </a:r>
            <a:endParaRPr lang="en-US" altLang="en-US" sz="1600"/>
          </a:p>
          <a:p>
            <a:pPr marL="0" indent="457200">
              <a:buNone/>
            </a:pPr>
            <a:r>
              <a:rPr lang="en-US" altLang="en-US" sz="1600"/>
              <a:t>    int large_arr[10] = {1, 2, 3, 4, 5, 6, 7, 8, 9, 10};</a:t>
            </a:r>
            <a:endParaRPr lang="en-US" altLang="en-US" sz="40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Fix</a:t>
            </a:r>
            <a:endParaRPr lang="en-US"/>
          </a:p>
        </p:txBody>
      </p:sp>
      <p:sp>
        <p:nvSpPr>
          <p:cNvPr id="5" name="Text Placeholder 4"/>
          <p:cNvSpPr>
            <a:spLocks noGrp="1"/>
          </p:cNvSpPr>
          <p:nvPr>
            <p:ph type="body" idx="1"/>
          </p:nvPr>
        </p:nvSpPr>
        <p:spPr/>
        <p:txBody>
          <a:bodyPr/>
          <a:p>
            <a:pPr marL="0" indent="457200">
              <a:buNone/>
            </a:pPr>
            <a:r>
              <a:rPr altLang="en-US">
                <a:sym typeface="+mn-ea"/>
              </a:rPr>
              <a:t>   process_exact_array(&amp;small_arr); //  Valid! Match type 'pointer to int[5]'</a:t>
            </a:r>
            <a:endParaRPr lang="en-US" altLang="en-US"/>
          </a:p>
          <a:p>
            <a:pPr marL="0" indent="457200">
              <a:buNone/>
            </a:pPr>
            <a:r>
              <a:rPr altLang="en-US">
                <a:sym typeface="+mn-ea"/>
              </a:rPr>
              <a:t>    </a:t>
            </a:r>
            <a:endParaRPr lang="en-US" altLang="en-US"/>
          </a:p>
          <a:p>
            <a:pPr marL="0" indent="457200">
              <a:buNone/>
            </a:pPr>
            <a:r>
              <a:rPr altLang="en-US">
                <a:sym typeface="+mn-ea"/>
              </a:rPr>
              <a:t>    // process_exact_array(&amp;large_arr); </a:t>
            </a:r>
            <a:endParaRPr lang="en-US" altLang="en-US"/>
          </a:p>
          <a:p>
            <a:pPr marL="0" indent="457200">
              <a:buNone/>
            </a:pPr>
            <a:r>
              <a:rPr altLang="en-US">
                <a:sym typeface="+mn-ea"/>
              </a:rPr>
              <a:t>    //  COMPILER ERROR! Type mismatch. You cannot pass an int[10] here.</a:t>
            </a:r>
            <a:endParaRPr lang="en-US" altLang="en-US"/>
          </a:p>
          <a:p>
            <a:pPr marL="0" indent="457200">
              <a:buNone/>
            </a:pPr>
            <a:r>
              <a:rPr altLang="en-US">
                <a:sym typeface="+mn-ea"/>
              </a:rPr>
              <a:t>    </a:t>
            </a:r>
            <a:endParaRPr lang="en-US" altLang="en-US"/>
          </a:p>
          <a:p>
            <a:pPr marL="0" indent="457200">
              <a:buNone/>
            </a:pPr>
            <a:r>
              <a:rPr altLang="en-US">
                <a:sym typeface="+mn-ea"/>
              </a:rPr>
              <a:t>    return 0;</a:t>
            </a:r>
            <a:endParaRPr lang="en-US" altLang="en-US"/>
          </a:p>
          <a:p>
            <a:pPr marL="0" indent="457200">
              <a:buNone/>
            </a:pPr>
            <a:r>
              <a:rPr altLang="en-US">
                <a:sym typeface="+mn-ea"/>
              </a:rPr>
              <a:t>}</a:t>
            </a:r>
            <a:endParaRPr lang="en-US" altLang="en-US"/>
          </a:p>
          <a:p>
            <a:pPr marL="0" indent="457200">
              <a:buNone/>
            </a:pPr>
            <a:endParaRPr lang="en-US" altLang="en-US"/>
          </a:p>
          <a:p>
            <a:pPr marL="0" indent="457200">
              <a:buNone/>
            </a:pPr>
            <a:endParaRPr 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Aliasing</a:t>
            </a:r>
            <a:endParaRPr lang="en-US" altLang="en-US"/>
          </a:p>
        </p:txBody>
      </p:sp>
      <p:sp>
        <p:nvSpPr>
          <p:cNvPr id="5" name="Text Placeholder 4"/>
          <p:cNvSpPr>
            <a:spLocks noGrp="1"/>
          </p:cNvSpPr>
          <p:nvPr>
            <p:ph type="body" idx="1"/>
          </p:nvPr>
        </p:nvSpPr>
        <p:spPr>
          <a:xfrm>
            <a:off x="695960" y="1080135"/>
            <a:ext cx="10800080" cy="5777230"/>
          </a:xfrm>
        </p:spPr>
        <p:txBody>
          <a:bodyPr>
            <a:noAutofit/>
          </a:bodyPr>
          <a:p>
            <a:r>
              <a:rPr lang="en-US" altLang="en-US" sz="2400"/>
              <a:t>When you turn on compiler optimizations (like -O2 or -O3 flags in GCC/Clang), the compiler's main goal is to make your code run faster by removing redundant instructions.</a:t>
            </a:r>
            <a:endParaRPr lang="en-US" altLang="en-US" sz="2400"/>
          </a:p>
          <a:p>
            <a:r>
              <a:rPr lang="en-US" altLang="en-US" sz="2400"/>
              <a:t>Reading or writing data to the physical RAM is incredibly slow compared to using the CPU's internal registers. Therefore, if the compiler knows a variable's value hasn't changed, it will store that value in a fast CPU register and skip reading it from RAM.</a:t>
            </a:r>
            <a:endParaRPr lang="en-US" altLang="en-US" sz="2400"/>
          </a:p>
          <a:p>
            <a:r>
              <a:rPr lang="en-US" altLang="en-US" sz="2400"/>
              <a:t>This brings us to the Strict Aliasing Rule:</a:t>
            </a:r>
            <a:endParaRPr lang="en-US" altLang="en-US" sz="2400"/>
          </a:p>
          <a:p>
            <a:pPr marL="800100" lvl="1" indent="-342900"/>
            <a:r>
              <a:rPr lang="en-US" altLang="en-US" sz="2400"/>
              <a:t>The compiler assumes that two pointers of different primitive types (e.g., an int* and a float*) will never point to the same memory location.</a:t>
            </a:r>
            <a:endParaRPr lang="en-US" altLang="en-US" sz="2400"/>
          </a:p>
          <a:p>
            <a:pPr marL="285750" indent="-285750"/>
            <a:r>
              <a:rPr lang="en-US" altLang="en-US" sz="2400"/>
              <a:t>Because of this assumption, the compiler does not check for cross-contamination between different types during its optimization pass. If you violate this rule, your code will suffer from silent, unpredictable bugs.</a:t>
            </a:r>
            <a:endParaRPr lang="en-US" altLang="en-US" sz="240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Trap</a:t>
            </a:r>
            <a:endParaRPr lang="en-US"/>
          </a:p>
        </p:txBody>
      </p:sp>
      <p:sp>
        <p:nvSpPr>
          <p:cNvPr id="5" name="Text Placeholder 4"/>
          <p:cNvSpPr>
            <a:spLocks noGrp="1"/>
          </p:cNvSpPr>
          <p:nvPr>
            <p:ph type="body" idx="1"/>
          </p:nvPr>
        </p:nvSpPr>
        <p:spPr/>
        <p:txBody>
          <a:bodyPr>
            <a:normAutofit fontScale="25000"/>
          </a:bodyPr>
          <a:p>
            <a:pPr marL="0" indent="457200">
              <a:buNone/>
            </a:pPr>
            <a:r>
              <a:rPr lang="en-US" altLang="en-US" sz="9600"/>
              <a:t>#include &lt;stdio.h&gt;</a:t>
            </a:r>
            <a:endParaRPr lang="en-US" altLang="en-US" sz="9600"/>
          </a:p>
          <a:p>
            <a:pPr marL="0" indent="457200">
              <a:buNone/>
            </a:pPr>
            <a:endParaRPr lang="en-US" altLang="en-US" sz="9600"/>
          </a:p>
          <a:p>
            <a:pPr marL="0" indent="457200">
              <a:buNone/>
            </a:pPr>
            <a:r>
              <a:rPr lang="en-US" altLang="en-US" sz="9600"/>
              <a:t>void execute_bug(int *i_ptr, float *f_ptr) {</a:t>
            </a:r>
            <a:endParaRPr lang="en-US" altLang="en-US" sz="9600"/>
          </a:p>
          <a:p>
            <a:pPr marL="0" indent="457200">
              <a:buNone/>
            </a:pPr>
            <a:r>
              <a:rPr lang="en-US" altLang="en-US" sz="9600"/>
              <a:t>    *i_ptr = 10;      // Step 1: Store 10 in the integer memory</a:t>
            </a:r>
            <a:endParaRPr lang="en-US" altLang="en-US" sz="9600"/>
          </a:p>
          <a:p>
            <a:pPr marL="0" indent="457200">
              <a:buNone/>
            </a:pPr>
            <a:r>
              <a:rPr lang="en-US" altLang="en-US" sz="9600"/>
              <a:t>    *f_ptr = 5.5f;    // Step 2: Write a float value</a:t>
            </a:r>
            <a:endParaRPr lang="en-US" altLang="en-US" sz="9600"/>
          </a:p>
          <a:p>
            <a:pPr marL="0" indent="457200">
              <a:buNone/>
            </a:pPr>
            <a:r>
              <a:rPr lang="en-US" altLang="en-US" sz="9600"/>
              <a:t>    </a:t>
            </a:r>
            <a:endParaRPr lang="en-US" altLang="en-US" sz="9600"/>
          </a:p>
          <a:p>
            <a:pPr marL="0" indent="457200">
              <a:buNone/>
            </a:pPr>
            <a:r>
              <a:rPr lang="en-US" altLang="en-US" sz="9600"/>
              <a:t>    // THE TRAP HAPPENS HERE:</a:t>
            </a:r>
            <a:endParaRPr lang="en-US" altLang="en-US" sz="9600"/>
          </a:p>
          <a:p>
            <a:pPr marL="0" indent="457200">
              <a:buNone/>
            </a:pPr>
            <a:r>
              <a:rPr lang="en-US" altLang="en-US" sz="9600"/>
              <a:t>    // If you pass the exact same memory address to both pointers,</a:t>
            </a:r>
            <a:endParaRPr lang="en-US" altLang="en-US" sz="9600"/>
          </a:p>
          <a:p>
            <a:pPr marL="0" indent="457200">
              <a:buNone/>
            </a:pPr>
            <a:r>
              <a:rPr lang="en-US" altLang="en-US" sz="9600"/>
              <a:t>    // the float write in Step 2 actually overwrote the integer memory!</a:t>
            </a:r>
            <a:endParaRPr lang="en-US" altLang="en-US" sz="9600"/>
          </a:p>
          <a:p>
            <a:pPr marL="0" indent="457200">
              <a:buNone/>
            </a:pPr>
            <a:r>
              <a:rPr lang="en-US" altLang="en-US" sz="9600"/>
              <a:t>    //</a:t>
            </a:r>
            <a:endParaRPr lang="en-US" altLang="en-US" sz="9600"/>
          </a:p>
          <a:p>
            <a:pPr marL="0" indent="457200">
              <a:buNone/>
            </a:pPr>
            <a:r>
              <a:rPr lang="en-US" altLang="en-US" sz="9600"/>
              <a:t>   </a:t>
            </a:r>
            <a:endParaRPr lang="en-US" altLang="en-US" sz="960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Trap</a:t>
            </a:r>
            <a:endParaRPr lang="en-US"/>
          </a:p>
        </p:txBody>
      </p:sp>
      <p:sp>
        <p:nvSpPr>
          <p:cNvPr id="5" name="Text Placeholder 4"/>
          <p:cNvSpPr>
            <a:spLocks noGrp="1"/>
          </p:cNvSpPr>
          <p:nvPr>
            <p:ph type="body" idx="1"/>
          </p:nvPr>
        </p:nvSpPr>
        <p:spPr/>
        <p:txBody>
          <a:bodyPr>
            <a:noAutofit/>
          </a:bodyPr>
          <a:p>
            <a:pPr marL="0" indent="457200">
              <a:buNone/>
            </a:pPr>
            <a:r>
              <a:rPr altLang="en-US" sz="2400">
                <a:sym typeface="+mn-ea"/>
              </a:rPr>
              <a:t> // But because of Strict Aliasing, the compiler assumes f_ptr could </a:t>
            </a:r>
            <a:endParaRPr lang="en-US" altLang="en-US" sz="2400"/>
          </a:p>
          <a:p>
            <a:pPr marL="0" indent="457200">
              <a:buNone/>
            </a:pPr>
            <a:r>
              <a:rPr altLang="en-US" sz="2400">
                <a:sym typeface="+mn-ea"/>
              </a:rPr>
              <a:t>    // NEVER touch i_ptr's memory. It optimizes out the second read of *i_ptr </a:t>
            </a:r>
            <a:endParaRPr lang="en-US" altLang="en-US" sz="2400"/>
          </a:p>
          <a:p>
            <a:pPr marL="0" indent="457200">
              <a:buNone/>
            </a:pPr>
            <a:r>
              <a:rPr altLang="en-US" sz="2400">
                <a:sym typeface="+mn-ea"/>
              </a:rPr>
              <a:t>    // from RAM and prints '10' straight from a CPU register, completely </a:t>
            </a:r>
            <a:endParaRPr lang="en-US" altLang="en-US" sz="2400"/>
          </a:p>
          <a:p>
            <a:pPr marL="0" indent="457200">
              <a:buNone/>
            </a:pPr>
            <a:r>
              <a:rPr altLang="en-US" sz="2400">
                <a:sym typeface="+mn-ea"/>
              </a:rPr>
              <a:t>    // ignoring the fact that the memory layout was just altered!</a:t>
            </a:r>
            <a:endParaRPr lang="en-US" altLang="en-US" sz="2400"/>
          </a:p>
          <a:p>
            <a:pPr marL="0" indent="457200">
              <a:buNone/>
            </a:pPr>
            <a:r>
              <a:rPr altLang="en-US" sz="2400">
                <a:sym typeface="+mn-ea"/>
              </a:rPr>
              <a:t>    </a:t>
            </a:r>
            <a:endParaRPr lang="en-US" altLang="en-US" sz="2400"/>
          </a:p>
          <a:p>
            <a:pPr marL="0" indent="457200">
              <a:buNone/>
            </a:pPr>
            <a:r>
              <a:rPr altLang="en-US" sz="2400">
                <a:sym typeface="+mn-ea"/>
              </a:rPr>
              <a:t>    printf("Value: %d\n", *i_ptr); </a:t>
            </a:r>
            <a:endParaRPr lang="en-US" altLang="en-US" sz="2400"/>
          </a:p>
          <a:p>
            <a:pPr marL="0" indent="457200">
              <a:buNone/>
            </a:pPr>
            <a:r>
              <a:rPr altLang="en-US" sz="2400">
                <a:sym typeface="+mn-ea"/>
              </a:rPr>
              <a:t>}</a:t>
            </a:r>
            <a:endParaRPr lang="en-US" altLang="en-US" sz="2400"/>
          </a:p>
          <a:p>
            <a:pPr marL="0" indent="457200">
              <a:buNone/>
            </a:pPr>
            <a:endParaRPr lang="en-US" altLang="en-US" sz="2400"/>
          </a:p>
          <a:p>
            <a:pPr marL="0" indent="457200">
              <a:buNone/>
            </a:pPr>
            <a:r>
              <a:rPr altLang="en-US" sz="2400">
                <a:sym typeface="+mn-ea"/>
              </a:rPr>
              <a:t>int main() {</a:t>
            </a:r>
            <a:endParaRPr lang="en-US" altLang="en-US" sz="2400"/>
          </a:p>
          <a:p>
            <a:pPr marL="0" indent="457200">
              <a:buNone/>
            </a:pPr>
            <a:r>
              <a:rPr altLang="en-US" sz="2400">
                <a:sym typeface="+mn-ea"/>
              </a:rPr>
              <a:t>    int x = 100;</a:t>
            </a:r>
            <a:endParaRPr lang="en-US" altLang="en-US" sz="2400"/>
          </a:p>
          <a:p>
            <a:pPr marL="0" indent="457200">
              <a:buNone/>
            </a:pPr>
            <a:r>
              <a:rPr altLang="en-US" sz="2400">
                <a:sym typeface="+mn-ea"/>
              </a:rPr>
              <a:t>    </a:t>
            </a:r>
            <a:endParaRPr lang="en-US" altLang="en-US" sz="2400"/>
          </a:p>
          <a:p>
            <a:pPr marL="0" indent="457200">
              <a:buNone/>
            </a:pPr>
            <a:endParaRPr lang="en-US" altLang="en-US" sz="130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Trap</a:t>
            </a:r>
            <a:endParaRPr lang="en-US"/>
          </a:p>
        </p:txBody>
      </p:sp>
      <p:sp>
        <p:nvSpPr>
          <p:cNvPr id="5" name="Text Placeholder 4"/>
          <p:cNvSpPr>
            <a:spLocks noGrp="1"/>
          </p:cNvSpPr>
          <p:nvPr>
            <p:ph type="body" idx="1"/>
          </p:nvPr>
        </p:nvSpPr>
        <p:spPr/>
        <p:txBody>
          <a:bodyPr/>
          <a:p>
            <a:pPr marL="0" indent="457200">
              <a:buNone/>
            </a:pPr>
            <a:r>
              <a:rPr altLang="en-US" sz="2400">
                <a:sym typeface="+mn-ea"/>
              </a:rPr>
              <a:t>    // Force a float pointer to point to the integer variable 'x'</a:t>
            </a:r>
            <a:endParaRPr lang="en-US" altLang="en-US" sz="2400"/>
          </a:p>
          <a:p>
            <a:pPr marL="0" indent="457200">
              <a:buNone/>
            </a:pPr>
            <a:r>
              <a:rPr altLang="en-US" sz="2400">
                <a:sym typeface="+mn-ea"/>
              </a:rPr>
              <a:t>    execute_bug(&amp;x, (float *)&amp;x); </a:t>
            </a:r>
            <a:endParaRPr lang="en-US" altLang="en-US" sz="2400"/>
          </a:p>
          <a:p>
            <a:pPr marL="0" indent="457200">
              <a:buNone/>
            </a:pPr>
            <a:r>
              <a:rPr altLang="en-US" sz="2400">
                <a:sym typeface="+mn-ea"/>
              </a:rPr>
              <a:t>    </a:t>
            </a:r>
            <a:endParaRPr lang="en-US" altLang="en-US" sz="2400"/>
          </a:p>
          <a:p>
            <a:pPr marL="0" indent="457200">
              <a:buNone/>
            </a:pPr>
            <a:r>
              <a:rPr altLang="en-US" sz="2400">
                <a:sym typeface="+mn-ea"/>
              </a:rPr>
              <a:t>    return 0;</a:t>
            </a:r>
            <a:endParaRPr lang="en-US" altLang="en-US" sz="2400"/>
          </a:p>
          <a:p>
            <a:pPr marL="0" indent="457200">
              <a:buNone/>
            </a:pPr>
            <a:r>
              <a:rPr altLang="en-US" sz="2400">
                <a:sym typeface="+mn-ea"/>
              </a:rPr>
              <a:t>}</a:t>
            </a:r>
            <a:endParaRPr lang="en-US" altLang="en-US" sz="2400"/>
          </a:p>
          <a:p>
            <a:pPr marL="0" indent="457200">
              <a:buNone/>
            </a:pPr>
            <a:endParaRPr lang="en-US" altLang="en-US" sz="2400"/>
          </a:p>
          <a:p>
            <a:pPr marL="0" indent="457200">
              <a:buNone/>
            </a:pPr>
            <a:endParaRPr lang="en-US" altLang="en-US" sz="2400"/>
          </a:p>
          <a:p>
            <a:pPr marL="0" indent="457200">
              <a:buNone/>
            </a:pPr>
            <a:endParaRPr lang="en-US" sz="240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The Trap</a:t>
            </a:r>
            <a:endParaRPr lang="en-US"/>
          </a:p>
        </p:txBody>
      </p:sp>
      <p:sp>
        <p:nvSpPr>
          <p:cNvPr id="5" name="Text Placeholder 4"/>
          <p:cNvSpPr>
            <a:spLocks noGrp="1"/>
          </p:cNvSpPr>
          <p:nvPr>
            <p:ph type="body" idx="1"/>
          </p:nvPr>
        </p:nvSpPr>
        <p:spPr/>
        <p:txBody>
          <a:bodyPr/>
          <a:p>
            <a:r>
              <a:rPr lang="en-US" altLang="en-US" sz="2400"/>
              <a:t>Without optimization (-O0): The program reads RAM directly and prints a chaotic garbage integer (the raw binary bits of 5.5f interpreted as an int).</a:t>
            </a:r>
            <a:endParaRPr lang="en-US" altLang="en-US" sz="2400"/>
          </a:p>
          <a:p>
            <a:r>
              <a:rPr lang="en-US" altLang="en-US" sz="2400"/>
              <a:t>With optimization (-O2): The compiler tricks you and prints 10, because it assumes f_ptr could not have modified i_ptr.</a:t>
            </a:r>
            <a:endParaRPr lang="en-US" altLang="en-US" sz="2400"/>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Character Pointer Exception (char*)</a:t>
            </a:r>
            <a:endParaRPr lang="en-US" altLang="en-US"/>
          </a:p>
        </p:txBody>
      </p:sp>
      <p:sp>
        <p:nvSpPr>
          <p:cNvPr id="5" name="Text Placeholder 4"/>
          <p:cNvSpPr>
            <a:spLocks noGrp="1"/>
          </p:cNvSpPr>
          <p:nvPr>
            <p:ph type="body" idx="1"/>
          </p:nvPr>
        </p:nvSpPr>
        <p:spPr/>
        <p:txBody>
          <a:bodyPr/>
          <a:p>
            <a:r>
              <a:rPr lang="en-US" altLang="en-US" sz="2400"/>
              <a:t>The creators of C realized that programmers sometimes need to inspect and manipulate raw memory byte-by-byte (for example, when writing network packets, serial drivers, or memory copy routines).</a:t>
            </a:r>
            <a:endParaRPr lang="en-US" altLang="en-US" sz="2400"/>
          </a:p>
          <a:p>
            <a:r>
              <a:rPr lang="en-US" altLang="en-US" sz="2400"/>
              <a:t>To allow this, the ISO C standard explicitly carves out one absolute exception to the rule:</a:t>
            </a:r>
            <a:endParaRPr lang="en-US" altLang="en-US" sz="2400"/>
          </a:p>
          <a:p>
            <a:pPr lvl="1"/>
            <a:r>
              <a:rPr lang="en-US" altLang="en-US" sz="2400"/>
              <a:t>A char*, unsigned char*, or signed char* is allowed to alias ANY data type in existence.</a:t>
            </a:r>
            <a:endParaRPr lang="en-US" altLang="en-US" sz="2400"/>
          </a:p>
          <a:p>
            <a:r>
              <a:rPr lang="en-US" altLang="en-US" sz="2400"/>
              <a:t>When the compiler sees a character pointer, it safely turns off its strict aliasing optimizations for that block of memory. It knows that writing to a char* can change anything, so it will always re-read the values directly from RAM.</a:t>
            </a:r>
            <a:endParaRPr lang="en-US" altLang="en-US" sz="240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Example</a:t>
            </a:r>
            <a:endParaRPr lang="en-US"/>
          </a:p>
        </p:txBody>
      </p:sp>
      <p:sp>
        <p:nvSpPr>
          <p:cNvPr id="5" name="Text Placeholder 4"/>
          <p:cNvSpPr>
            <a:spLocks noGrp="1"/>
          </p:cNvSpPr>
          <p:nvPr>
            <p:ph type="body" idx="1"/>
          </p:nvPr>
        </p:nvSpPr>
        <p:spPr/>
        <p:txBody>
          <a:bodyPr>
            <a:normAutofit fontScale="90000" lnSpcReduction="20000"/>
          </a:bodyPr>
          <a:p>
            <a:pPr marL="0" indent="457200">
              <a:buNone/>
            </a:pPr>
            <a:r>
              <a:rPr lang="en-US" altLang="en-US"/>
              <a:t>#include &lt;stdio.h&gt;</a:t>
            </a:r>
            <a:endParaRPr lang="en-US" altLang="en-US"/>
          </a:p>
          <a:p>
            <a:pPr marL="0" indent="457200">
              <a:buNone/>
            </a:pPr>
            <a:endParaRPr lang="en-US" altLang="en-US"/>
          </a:p>
          <a:p>
            <a:pPr marL="0" indent="457200">
              <a:buNone/>
            </a:pPr>
            <a:r>
              <a:rPr lang="en-US" altLang="en-US"/>
              <a:t>int main() {</a:t>
            </a:r>
            <a:endParaRPr lang="en-US" altLang="en-US"/>
          </a:p>
          <a:p>
            <a:pPr marL="0" indent="457200">
              <a:buNone/>
            </a:pPr>
            <a:r>
              <a:rPr lang="en-US" altLang="en-US"/>
              <a:t>    int target_num = 0x11223344; // A 4-byte hex number</a:t>
            </a:r>
            <a:endParaRPr lang="en-US" altLang="en-US"/>
          </a:p>
          <a:p>
            <a:pPr marL="0" indent="457200">
              <a:buNone/>
            </a:pPr>
            <a:endParaRPr lang="en-US" altLang="en-US"/>
          </a:p>
          <a:p>
            <a:pPr marL="0" indent="457200">
              <a:buNone/>
            </a:pPr>
            <a:r>
              <a:rPr lang="zh-CN" altLang="en-US"/>
              <a:t>    // </a:t>
            </a:r>
            <a:r>
              <a:rPr lang="en-US" altLang="en-US"/>
              <a:t>EXPLICIT EXCEPTION: Casting an int* to an unsigned char* is 100% legal</a:t>
            </a:r>
            <a:endParaRPr lang="en-US" altLang="en-US"/>
          </a:p>
          <a:p>
            <a:pPr marL="0" indent="457200">
              <a:buNone/>
            </a:pPr>
            <a:r>
              <a:rPr lang="en-US" altLang="en-US"/>
              <a:t>    unsigned char *byte_inspector = (unsigned char *)&amp;target_num;</a:t>
            </a:r>
            <a:endParaRPr lang="en-US" altLang="en-US"/>
          </a:p>
          <a:p>
            <a:pPr marL="0" indent="457200">
              <a:buNone/>
            </a:pPr>
            <a:endParaRPr lang="en-US" altLang="en-US"/>
          </a:p>
          <a:p>
            <a:pPr marL="0" indent="457200">
              <a:buNone/>
            </a:pPr>
            <a:r>
              <a:rPr lang="en-US" altLang="en-US"/>
              <a:t>    // The compiler knows byte_inspector aliases target_num.</a:t>
            </a:r>
            <a:endParaRPr lang="en-US" altLang="en-US"/>
          </a:p>
          <a:p>
            <a:pPr marL="0" indent="457200">
              <a:buNone/>
            </a:pPr>
            <a:r>
              <a:rPr lang="en-US" altLang="en-US"/>
              <a:t>    // It will safely step through the individual raw bytes.</a:t>
            </a:r>
            <a:endParaRPr lang="en-US" altLang="en-US"/>
          </a:p>
          <a:p>
            <a:pPr marL="0" indent="457200">
              <a:buNone/>
            </a:pPr>
            <a:r>
              <a:rPr lang="en-US" altLang="en-US"/>
              <a:t>    for (int i = 0; i &lt; sizeof(int); i++) {</a:t>
            </a:r>
            <a:endParaRPr lang="en-US" altLang="en-US"/>
          </a:p>
          <a:p>
            <a:pPr marL="0" indent="457200">
              <a:buNone/>
            </a:pPr>
            <a:r>
              <a:rPr lang="en-US" altLang="en-US"/>
              <a:t>        printf("Byte %d: 0x%02X\n", i, *(byte_inspector + i));</a:t>
            </a:r>
            <a:endParaRPr lang="en-US" altLang="en-US"/>
          </a:p>
          <a:p>
            <a:pPr marL="0" indent="457200">
              <a:buNone/>
            </a:pPr>
            <a:r>
              <a:rPr lang="en-US" altLang="en-US"/>
              <a:t>    }</a:t>
            </a:r>
            <a:endParaRPr lang="en-US" altLang="en-US"/>
          </a:p>
          <a:p>
            <a:pPr marL="0" indent="457200">
              <a:buNone/>
            </a:pPr>
            <a:endParaRPr lang="en-US" altLang="en-US"/>
          </a:p>
          <a:p>
            <a:pPr marL="0" indent="457200">
              <a:buNone/>
            </a:pPr>
            <a:r>
              <a:rPr lang="en-US" altLang="en-US"/>
              <a:t>    return 0;</a:t>
            </a:r>
            <a:endParaRPr lang="en-US" altLang="en-US"/>
          </a:p>
          <a:p>
            <a:pPr marL="0" indent="457200">
              <a:buNone/>
            </a:pPr>
            <a:r>
              <a:rPr lang="en-US" altLang="en-US"/>
              <a:t>}</a:t>
            </a:r>
            <a:endParaRPr lang="en-US" altLang="en-US"/>
          </a:p>
          <a:p>
            <a:pPr marL="0" indent="457200">
              <a:buNone/>
            </a:pPr>
            <a:endParaRPr lang="en-US" alt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idx="1"/>
          </p:nvPr>
        </p:nvSpPr>
        <p:spPr>
          <a:xfrm>
            <a:off x="695960" y="992504"/>
            <a:ext cx="10800000" cy="4873625"/>
          </a:xfrm>
        </p:spPr>
        <p:txBody>
          <a:bodyPr anchor="ctr" anchorCtr="0"/>
          <a:p>
            <a:pPr marL="0" indent="0" algn="ctr">
              <a:buNone/>
            </a:pPr>
            <a:r>
              <a:rPr lang="en-US" sz="8000"/>
              <a:t>THANK YOU</a:t>
            </a:r>
            <a:endParaRPr lang="en-US" sz="8000"/>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ISCONTENTSTITLE" val="0"/>
  <p:tag name="KSO_WM_UNIT_ISNUMDGMTITLE" val="0"/>
  <p:tag name="KSO_WM_UNIT_PRESET_TEXT" val="Click to add subtitle"/>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5.xml><?xml version="1.0" encoding="utf-8"?>
<p:tagLst xmlns:p="http://schemas.openxmlformats.org/presentationml/2006/main">
  <p:tag name="KSO_WM_UNIT_ISCONTENTSTITLE" val="0"/>
  <p:tag name="KSO_WM_UNIT_ISNUMDGMTITLE" val="0"/>
  <p:tag name="KSO_WM_UNIT_PRESET_TEXT" val="单击此处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18.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1*i*1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3.0"/>
  <p:tag name="KSO_WM_BEAUTIFY_FLAG" val="#wm#"/>
  <p:tag name="KSO_WM_TEMPLATE_CATEGORY" val="custom"/>
  <p:tag name="KSO_WM_TEMPLATE_INDEX" val="20233411"/>
</p:tagLst>
</file>

<file path=ppt/tags/tag2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11"/>
</p:tagLst>
</file>

<file path=ppt/tags/tag25.xml><?xml version="1.0" encoding="utf-8"?>
<p:tagLst xmlns:p="http://schemas.openxmlformats.org/presentationml/2006/main">
  <p:tag name="KSO_WM_SPECIAL_SOURCE" val="bdnull"/>
  <p:tag name="KSO_WM_TEMPLATE_THUMBS_INDEX" val="1、11"/>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11"/>
</p:tagLst>
</file>

<file path=ppt/tags/tag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11_1*a*1"/>
  <p:tag name="KSO_WM_TEMPLATE_CATEGORY" val="custom"/>
  <p:tag name="KSO_WM_TEMPLATE_INDEX" val="20233411"/>
  <p:tag name="KSO_WM_UNIT_LAYERLEVEL" val="1"/>
  <p:tag name="KSO_WM_TAG_VERSION" val="3.0"/>
  <p:tag name="KSO_WM_BEAUTIFY_FLAG" val="#wm#"/>
  <p:tag name="KSO_WM_UNIT_PRESET_TEXT" val="The title goes here"/>
</p:tagLst>
</file>

<file path=ppt/tags/tag27.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411_1*f*1"/>
  <p:tag name="KSO_WM_TEMPLATE_CATEGORY" val="custom"/>
  <p:tag name="KSO_WM_TEMPLATE_INDEX" val="20233411"/>
  <p:tag name="KSO_WM_UNIT_LAYERLEVEL" val="1"/>
  <p:tag name="KSO_WM_TAG_VERSION" val="3.0"/>
  <p:tag name="KSO_WM_BEAUTIFY_FLAG" val="#wm#"/>
  <p:tag name="KSO_WM_UNIT_PRESET_TEXT" val="Name"/>
</p:tagLst>
</file>

<file path=ppt/tags/tag28.xml><?xml version="1.0" encoding="utf-8"?>
<p:tagLst xmlns:p="http://schemas.openxmlformats.org/presentationml/2006/main">
  <p:tag name="KSO_WM_SPECIAL_SOURCE" val="bdnull"/>
  <p:tag name="KSO_WM_TEMPLATE_THUMBS_INDEX" val="1、11"/>
  <p:tag name="KSO_WM_SLIDE_CONTENT_AREA" val="{&quot;left&quot;:&quot;282.05&quot;,&quot;top&quot;:&quot;40.05&quot;,&quot;width&quot;:&quot;636.35&quot;,&quot;height&quot;:&quot;280.3&quot;}"/>
  <p:tag name="KSO_WM_SLIDE_ID" val="custom20233411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11"/>
  <p:tag name="KSO_WM_SLIDE_LAYOUT" val="a_b_f"/>
  <p:tag name="KSO_WM_SLIDE_LAYOUT_CNT" val="1_1_1"/>
</p:tagLst>
</file>

<file path=ppt/tags/tag29.xml><?xml version="1.0" encoding="utf-8"?>
<p:tagLst xmlns:p="http://schemas.openxmlformats.org/presentationml/2006/main">
  <p:tag name="KSO_WM_BEAUTIFY_FLAG" val="#wm#"/>
  <p:tag name="KSO_WM_TEMPLATE_CATEGORY" val="custom"/>
  <p:tag name="KSO_WM_TEMPLATE_INDEX" val="20233411"/>
</p:tagLst>
</file>

<file path=ppt/tags/tag30.xml><?xml version="1.0" encoding="utf-8"?>
<p:tagLst xmlns:p="http://schemas.openxmlformats.org/presentationml/2006/main">
  <p:tag name="KSO_WM_BEAUTIFY_FLAG" val="#wm#"/>
  <p:tag name="KSO_WM_TEMPLATE_CATEGORY" val="custom"/>
  <p:tag name="KSO_WM_TEMPLATE_INDEX" val="20233411"/>
</p:tagLst>
</file>

<file path=ppt/tags/tag31.xml><?xml version="1.0" encoding="utf-8"?>
<p:tagLst xmlns:p="http://schemas.openxmlformats.org/presentationml/2006/main">
  <p:tag name="KSO_WM_BEAUTIFY_FLAG" val="#wm#"/>
  <p:tag name="KSO_WM_TEMPLATE_CATEGORY" val="custom"/>
  <p:tag name="KSO_WM_TEMPLATE_INDEX" val="20233411"/>
</p:tagLst>
</file>

<file path=ppt/tags/tag32.xml><?xml version="1.0" encoding="utf-8"?>
<p:tagLst xmlns:p="http://schemas.openxmlformats.org/presentationml/2006/main">
  <p:tag name="KSO_WM_BEAUTIFY_FLAG" val="#wm#"/>
  <p:tag name="KSO_WM_TEMPLATE_CATEGORY" val="custom"/>
  <p:tag name="KSO_WM_TEMPLATE_INDEX" val="20233411"/>
</p:tagLst>
</file>

<file path=ppt/tags/tag33.xml><?xml version="1.0" encoding="utf-8"?>
<p:tagLst xmlns:p="http://schemas.openxmlformats.org/presentationml/2006/main">
  <p:tag name="KSO_WM_BEAUTIFY_FLAG" val="#wm#"/>
  <p:tag name="KSO_WM_TEMPLATE_CATEGORY" val="custom"/>
  <p:tag name="KSO_WM_TEMPLATE_INDEX" val="20233411"/>
</p:tagLst>
</file>

<file path=ppt/tags/tag34.xml><?xml version="1.0" encoding="utf-8"?>
<p:tagLst xmlns:p="http://schemas.openxmlformats.org/presentationml/2006/main">
  <p:tag name="KSO_WM_BEAUTIFY_FLAG" val="#wm#"/>
  <p:tag name="KSO_WM_TEMPLATE_CATEGORY" val="custom"/>
  <p:tag name="KSO_WM_TEMPLATE_INDEX" val="20233411"/>
</p:tagLst>
</file>

<file path=ppt/tags/tag35.xml><?xml version="1.0" encoding="utf-8"?>
<p:tagLst xmlns:p="http://schemas.openxmlformats.org/presentationml/2006/main">
  <p:tag name="KSO_WM_BEAUTIFY_FLAG" val="#wm#"/>
  <p:tag name="KSO_WM_TEMPLATE_CATEGORY" val="custom"/>
  <p:tag name="KSO_WM_TEMPLATE_INDEX" val="20233411"/>
</p:tagLst>
</file>

<file path=ppt/tags/tag36.xml><?xml version="1.0" encoding="utf-8"?>
<p:tagLst xmlns:p="http://schemas.openxmlformats.org/presentationml/2006/main">
  <p:tag name="KSO_WM_BEAUTIFY_FLAG" val="#wm#"/>
  <p:tag name="KSO_WM_TEMPLATE_CATEGORY" val="custom"/>
  <p:tag name="KSO_WM_TEMPLATE_INDEX" val="20233411"/>
</p:tagLst>
</file>

<file path=ppt/tags/tag37.xml><?xml version="1.0" encoding="utf-8"?>
<p:tagLst xmlns:p="http://schemas.openxmlformats.org/presentationml/2006/main">
  <p:tag name="KSO_WM_BEAUTIFY_FLAG" val="#wm#"/>
  <p:tag name="KSO_WM_TEMPLATE_CATEGORY" val="custom"/>
  <p:tag name="KSO_WM_TEMPLATE_INDEX" val="20233411"/>
</p:tagLst>
</file>

<file path=ppt/tags/tag38.xml><?xml version="1.0" encoding="utf-8"?>
<p:tagLst xmlns:p="http://schemas.openxmlformats.org/presentationml/2006/main">
  <p:tag name="KSO_WM_BEAUTIFY_FLAG" val="#wm#"/>
  <p:tag name="KSO_WM_TEMPLATE_CATEGORY" val="custom"/>
  <p:tag name="KSO_WM_TEMPLATE_INDEX" val="20233411"/>
</p:tagLst>
</file>

<file path=ppt/tags/tag39.xml><?xml version="1.0" encoding="utf-8"?>
<p:tagLst xmlns:p="http://schemas.openxmlformats.org/presentationml/2006/main">
  <p:tag name="KSO_WM_BEAUTIFY_FLAG" val="#wm#"/>
  <p:tag name="KSO_WM_TEMPLATE_CATEGORY" val="custom"/>
  <p:tag name="KSO_WM_TEMPLATE_INDEX" val="20233411"/>
</p:tagLst>
</file>

<file path=ppt/tags/tag40.xml><?xml version="1.0" encoding="utf-8"?>
<p:tagLst xmlns:p="http://schemas.openxmlformats.org/presentationml/2006/main">
  <p:tag name="KSO_WM_BEAUTIFY_FLAG" val="#wm#"/>
  <p:tag name="KSO_WM_TEMPLATE_CATEGORY" val="custom"/>
  <p:tag name="KSO_WM_TEMPLATE_INDEX" val="20233411"/>
</p:tagLst>
</file>

<file path=ppt/tags/tag41.xml><?xml version="1.0" encoding="utf-8"?>
<p:tagLst xmlns:p="http://schemas.openxmlformats.org/presentationml/2006/main">
  <p:tag name="KSO_WM_BEAUTIFY_FLAG" val="#wm#"/>
  <p:tag name="KSO_WM_TEMPLATE_CATEGORY" val="custom"/>
  <p:tag name="KSO_WM_TEMPLATE_INDEX" val="20233411"/>
</p:tagLst>
</file>

<file path=ppt/tags/tag42.xml><?xml version="1.0" encoding="utf-8"?>
<p:tagLst xmlns:p="http://schemas.openxmlformats.org/presentationml/2006/main">
  <p:tag name="KSO_WM_BEAUTIFY_FLAG" val="#wm#"/>
  <p:tag name="KSO_WM_TEMPLATE_CATEGORY" val="custom"/>
  <p:tag name="KSO_WM_TEMPLATE_INDEX" val="20233411"/>
</p:tagLst>
</file>

<file path=ppt/tags/tag43.xml><?xml version="1.0" encoding="utf-8"?>
<p:tagLst xmlns:p="http://schemas.openxmlformats.org/presentationml/2006/main">
  <p:tag name="KSO_WM_BEAUTIFY_FLAG" val="#wm#"/>
  <p:tag name="KSO_WM_TEMPLATE_CATEGORY" val="custom"/>
  <p:tag name="KSO_WM_TEMPLATE_INDEX" val="20233411"/>
</p:tagLst>
</file>

<file path=ppt/tags/tag44.xml><?xml version="1.0" encoding="utf-8"?>
<p:tagLst xmlns:p="http://schemas.openxmlformats.org/presentationml/2006/main">
  <p:tag name="KSO_WM_BEAUTIFY_FLAG" val="#wm#"/>
  <p:tag name="KSO_WM_TEMPLATE_CATEGORY" val="custom"/>
  <p:tag name="KSO_WM_TEMPLATE_INDEX" val="20233411"/>
</p:tagLst>
</file>

<file path=ppt/tags/tag45.xml><?xml version="1.0" encoding="utf-8"?>
<p:tagLst xmlns:p="http://schemas.openxmlformats.org/presentationml/2006/main">
  <p:tag name="KSO_WM_BEAUTIFY_FLAG" val="#wm#"/>
  <p:tag name="KSO_WM_TEMPLATE_CATEGORY" val="custom"/>
  <p:tag name="KSO_WM_TEMPLATE_INDEX" val="20233411"/>
</p:tagLst>
</file>

<file path=ppt/tags/tag46.xml><?xml version="1.0" encoding="utf-8"?>
<p:tagLst xmlns:p="http://schemas.openxmlformats.org/presentationml/2006/main">
  <p:tag name="KSO_WM_BEAUTIFY_FLAG" val="#wm#"/>
  <p:tag name="KSO_WM_TEMPLATE_CATEGORY" val="custom"/>
  <p:tag name="KSO_WM_TEMPLATE_INDEX" val="20233411"/>
</p:tagLst>
</file>

<file path=ppt/tags/tag47.xml><?xml version="1.0" encoding="utf-8"?>
<p:tagLst xmlns:p="http://schemas.openxmlformats.org/presentationml/2006/main">
  <p:tag name="KSO_WM_BEAUTIFY_FLAG" val="#wm#"/>
  <p:tag name="KSO_WM_TEMPLATE_CATEGORY" val="custom"/>
  <p:tag name="KSO_WM_TEMPLATE_INDEX" val="20233411"/>
</p:tagLst>
</file>

<file path=ppt/tags/tag48.xml><?xml version="1.0" encoding="utf-8"?>
<p:tagLst xmlns:p="http://schemas.openxmlformats.org/presentationml/2006/main">
  <p:tag name="KSO_WM_BEAUTIFY_FLAG" val="#wm#"/>
  <p:tag name="KSO_WM_TEMPLATE_CATEGORY" val="custom"/>
  <p:tag name="KSO_WM_TEMPLATE_INDEX" val="20233411"/>
</p:tagLst>
</file>

<file path=ppt/tags/tag49.xml><?xml version="1.0" encoding="utf-8"?>
<p:tagLst xmlns:p="http://schemas.openxmlformats.org/presentationml/2006/main">
  <p:tag name="KSO_WM_BEAUTIFY_FLAG" val="#wm#"/>
  <p:tag name="KSO_WM_TEMPLATE_CATEGORY" val="custom"/>
  <p:tag name="KSO_WM_TEMPLATE_INDEX" val="20233411"/>
</p:tagLst>
</file>

<file path=ppt/tags/tag50.xml><?xml version="1.0" encoding="utf-8"?>
<p:tagLst xmlns:p="http://schemas.openxmlformats.org/presentationml/2006/main">
  <p:tag name="KSO_WM_BEAUTIFY_FLAG" val="#wm#"/>
  <p:tag name="KSO_WM_TEMPLATE_CATEGORY" val="custom"/>
  <p:tag name="KSO_WM_TEMPLATE_INDEX" val="20233411"/>
</p:tagLst>
</file>

<file path=ppt/tags/tag51.xml><?xml version="1.0" encoding="utf-8"?>
<p:tagLst xmlns:p="http://schemas.openxmlformats.org/presentationml/2006/main">
  <p:tag name="KSO_WM_BEAUTIFY_FLAG" val="#wm#"/>
  <p:tag name="KSO_WM_TEMPLATE_CATEGORY" val="custom"/>
  <p:tag name="KSO_WM_TEMPLATE_INDEX" val="20233411"/>
</p:tagLst>
</file>

<file path=ppt/tags/tag52.xml><?xml version="1.0" encoding="utf-8"?>
<p:tagLst xmlns:p="http://schemas.openxmlformats.org/presentationml/2006/main">
  <p:tag name="KSO_WM_BEAUTIFY_FLAG" val="#wm#"/>
  <p:tag name="KSO_WM_TEMPLATE_CATEGORY" val="custom"/>
  <p:tag name="KSO_WM_TEMPLATE_INDEX" val="20233411"/>
</p:tagLst>
</file>

<file path=ppt/tags/tag53.xml><?xml version="1.0" encoding="utf-8"?>
<p:tagLst xmlns:p="http://schemas.openxmlformats.org/presentationml/2006/main">
  <p:tag name="KSO_WM_BEAUTIFY_FLAG" val="#wm#"/>
  <p:tag name="KSO_WM_TEMPLATE_CATEGORY" val="custom"/>
  <p:tag name="KSO_WM_TEMPLATE_INDEX" val="20233411"/>
</p:tagLst>
</file>

<file path=ppt/tags/tag54.xml><?xml version="1.0" encoding="utf-8"?>
<p:tagLst xmlns:p="http://schemas.openxmlformats.org/presentationml/2006/main">
  <p:tag name="KSO_WM_BEAUTIFY_FLAG" val="#wm#"/>
  <p:tag name="KSO_WM_TEMPLATE_CATEGORY" val="custom"/>
  <p:tag name="KSO_WM_TEMPLATE_INDEX" val="20233411"/>
</p:tagLst>
</file>

<file path=ppt/tags/tag55.xml><?xml version="1.0" encoding="utf-8"?>
<p:tagLst xmlns:p="http://schemas.openxmlformats.org/presentationml/2006/main">
  <p:tag name="KSO_WM_BEAUTIFY_FLAG" val="#wm#"/>
  <p:tag name="KSO_WM_TEMPLATE_CATEGORY" val="custom"/>
  <p:tag name="KSO_WM_TEMPLATE_INDEX" val="20233411"/>
</p:tagLst>
</file>

<file path=ppt/tags/tag56.xml><?xml version="1.0" encoding="utf-8"?>
<p:tagLst xmlns:p="http://schemas.openxmlformats.org/presentationml/2006/main">
  <p:tag name="KSO_WM_BEAUTIFY_FLAG" val="#wm#"/>
  <p:tag name="KSO_WM_TEMPLATE_CATEGORY" val="custom"/>
  <p:tag name="KSO_WM_TEMPLATE_INDEX" val="20233411"/>
</p:tagLst>
</file>

<file path=ppt/tags/tag57.xml><?xml version="1.0" encoding="utf-8"?>
<p:tagLst xmlns:p="http://schemas.openxmlformats.org/presentationml/2006/main">
  <p:tag name="KSO_WM_BEAUTIFY_FLAG" val="#wm#"/>
  <p:tag name="KSO_WM_TEMPLATE_CATEGORY" val="custom"/>
  <p:tag name="KSO_WM_TEMPLATE_INDEX" val="20233411"/>
</p:tagLst>
</file>

<file path=ppt/theme/theme1.xml><?xml version="1.0" encoding="utf-8"?>
<a:theme xmlns:a="http://schemas.openxmlformats.org/drawingml/2006/main" name="Office Theme">
  <a:themeElements>
    <a:clrScheme name="自定义 24">
      <a:dk1>
        <a:sysClr val="windowText" lastClr="000000"/>
      </a:dk1>
      <a:lt1>
        <a:sysClr val="window" lastClr="FFFFFF"/>
      </a:lt1>
      <a:dk2>
        <a:srgbClr val="3F3F3F"/>
      </a:dk2>
      <a:lt2>
        <a:srgbClr val="FFFDEB"/>
      </a:lt2>
      <a:accent1>
        <a:srgbClr val="00CC66"/>
      </a:accent1>
      <a:accent2>
        <a:srgbClr val="FFC858"/>
      </a:accent2>
      <a:accent3>
        <a:srgbClr val="0C89F0"/>
      </a:accent3>
      <a:accent4>
        <a:srgbClr val="B71CC3"/>
      </a:accent4>
      <a:accent5>
        <a:srgbClr val="181FB1"/>
      </a:accent5>
      <a:accent6>
        <a:srgbClr val="33CCFF"/>
      </a:accent6>
      <a:hlink>
        <a:srgbClr val="0563C1"/>
      </a:hlink>
      <a:folHlink>
        <a:srgbClr val="954F72"/>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rgbClr val="DCD6CA"/>
          </a:solidFill>
          <a:prstDash val="soli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10454</Words>
  <Application>WPS Presentation</Application>
  <PresentationFormat>Widescreen</PresentationFormat>
  <Paragraphs>331</Paragraphs>
  <Slides>30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Arial</vt:lpstr>
      <vt:lpstr>SimSun</vt:lpstr>
      <vt:lpstr>Wingdings</vt:lpstr>
      <vt:lpstr>Lato</vt:lpstr>
      <vt:lpstr>Manrope ExtraBold</vt:lpstr>
      <vt:lpstr>Microsoft YaHei</vt:lpstr>
      <vt:lpstr>Arial Unicode MS</vt:lpstr>
      <vt:lpstr>Calibri</vt:lpstr>
      <vt:lpstr>Google Sans</vt:lpstr>
      <vt:lpstr>monospace</vt:lpstr>
      <vt:lpstr>Segoe Print</vt:lpstr>
      <vt:lpstr>Office Theme</vt:lpstr>
      <vt:lpstr>POINTERS</vt:lpstr>
      <vt:lpstr>Pointer</vt:lpstr>
      <vt:lpstr>Example</vt:lpstr>
      <vt:lpstr>Pointer Representation in Hardware (Virtual Memory)</vt:lpstr>
      <vt:lpstr>Example</vt:lpstr>
      <vt:lpstr>PowerPoint 演示文稿</vt:lpstr>
      <vt:lpstr>PowerPoint 演示文稿</vt:lpstr>
      <vt:lpstr>PowerPoint 演示文稿</vt:lpstr>
      <vt:lpstr>PowerPoint 演示文稿</vt:lpstr>
      <vt:lpstr>PowerPoint 演示文稿</vt:lpstr>
      <vt:lpstr>Example</vt:lpstr>
      <vt:lpstr>PowerPoint 演示文稿</vt:lpstr>
      <vt:lpstr>PowerPoint 演示文稿</vt:lpstr>
      <vt:lpstr>Example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POINTERS</dc:title>
  <dc:creator/>
  <cp:lastModifiedBy>chatbotislive</cp:lastModifiedBy>
  <cp:revision>5</cp:revision>
  <dcterms:created xsi:type="dcterms:W3CDTF">2026-06-26T21:22:00Z</dcterms:created>
  <dcterms:modified xsi:type="dcterms:W3CDTF">2026-06-27T12:26:38Z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4946232EC1534337AD81BA8794E20585_12</vt:lpwstr>
  </property>
</Properties>
</file>