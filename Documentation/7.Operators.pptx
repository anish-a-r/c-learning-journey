
<file path=[Content_Types].xml><?xml version="1.0" encoding="utf-8"?>
<Types xmlns="http://schemas.openxmlformats.org/package/2006/content-types">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handoutMasterIdLst>
    <p:handoutMasterId r:id="rId34"/>
  </p:handoutMasterIdLst>
  <p:sldIdLst>
    <p:sldId id="258" r:id="rId3"/>
    <p:sldId id="260" r:id="rId4"/>
    <p:sldId id="261" r:id="rId5"/>
    <p:sldId id="262" r:id="rId6"/>
    <p:sldId id="263" r:id="rId7"/>
    <p:sldId id="264" r:id="rId8"/>
    <p:sldId id="265" r:id="rId9"/>
    <p:sldId id="266" r:id="rId10"/>
    <p:sldId id="267" r:id="rId11"/>
    <p:sldId id="287" r:id="rId12"/>
    <p:sldId id="268" r:id="rId13"/>
    <p:sldId id="269" r:id="rId14"/>
    <p:sldId id="270" r:id="rId15"/>
    <p:sldId id="271" r:id="rId16"/>
    <p:sldId id="272" r:id="rId17"/>
    <p:sldId id="273" r:id="rId18"/>
    <p:sldId id="274" r:id="rId19"/>
    <p:sldId id="276" r:id="rId20"/>
    <p:sldId id="277" r:id="rId21"/>
    <p:sldId id="278" r:id="rId22"/>
    <p:sldId id="279" r:id="rId23"/>
    <p:sldId id="280" r:id="rId24"/>
    <p:sldId id="281" r:id="rId25"/>
    <p:sldId id="283" r:id="rId26"/>
    <p:sldId id="284" r:id="rId27"/>
    <p:sldId id="285" r:id="rId28"/>
    <p:sldId id="286" r:id="rId29"/>
    <p:sldId id="282" r:id="rId30"/>
    <p:sldId id="275" r:id="rId31"/>
    <p:sldId id="288"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handoutMaster" Target="handoutMasters/handoutMaster1.xml"/><Relationship Id="rId33" Type="http://schemas.openxmlformats.org/officeDocument/2006/relationships/notesMaster" Target="notesMasters/notesMaster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tags" Target="../tags/tag3.xml"/><Relationship Id="rId3" Type="http://schemas.openxmlformats.org/officeDocument/2006/relationships/tags" Target="../tags/tag2.xml"/><Relationship Id="rId24" Type="http://schemas.openxmlformats.org/officeDocument/2006/relationships/tags" Target="../tags/tag19.xml"/><Relationship Id="rId23" Type="http://schemas.openxmlformats.org/officeDocument/2006/relationships/tags" Target="../tags/tag18.xml"/><Relationship Id="rId22" Type="http://schemas.openxmlformats.org/officeDocument/2006/relationships/tags" Target="../tags/tag17.xml"/><Relationship Id="rId21" Type="http://schemas.openxmlformats.org/officeDocument/2006/relationships/tags" Target="../tags/tag16.xml"/><Relationship Id="rId20" Type="http://schemas.openxmlformats.org/officeDocument/2006/relationships/tags" Target="../tags/tag15.xml"/><Relationship Id="rId2" Type="http://schemas.openxmlformats.org/officeDocument/2006/relationships/tags" Target="../tags/tag1.xml"/><Relationship Id="rId19" Type="http://schemas.openxmlformats.org/officeDocument/2006/relationships/tags" Target="../tags/tag14.xml"/><Relationship Id="rId18" Type="http://schemas.openxmlformats.org/officeDocument/2006/relationships/tags" Target="../tags/tag13.xml"/><Relationship Id="rId17" Type="http://schemas.openxmlformats.org/officeDocument/2006/relationships/tags" Target="../tags/tag12.xml"/><Relationship Id="rId16" Type="http://schemas.openxmlformats.org/officeDocument/2006/relationships/tags" Target="../tags/tag11.xml"/><Relationship Id="rId15" Type="http://schemas.microsoft.com/office/2007/relationships/hdphoto" Target="../media/image4.wdp"/><Relationship Id="rId14" Type="http://schemas.openxmlformats.org/officeDocument/2006/relationships/image" Target="../media/image3.png"/><Relationship Id="rId13" Type="http://schemas.openxmlformats.org/officeDocument/2006/relationships/tags" Target="../tags/tag10.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6858000"/>
          </a:xfrm>
          <a:prstGeom prst="rect">
            <a:avLst/>
          </a:prstGeom>
          <a:gradFill flip="none" rotWithShape="1">
            <a:gsLst>
              <a:gs pos="0">
                <a:schemeClr val="bg1">
                  <a:alpha val="0"/>
                </a:schemeClr>
              </a:gs>
              <a:gs pos="85000">
                <a:schemeClr val="accent1">
                  <a:alpha val="2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lt"/>
            </a:endParaRPr>
          </a:p>
        </p:txBody>
      </p:sp>
      <p:sp>
        <p:nvSpPr>
          <p:cNvPr id="8" name="矩形 7"/>
          <p:cNvSpPr/>
          <p:nvPr userDrawn="1">
            <p:custDataLst>
              <p:tags r:id="rId3"/>
            </p:custDataLst>
          </p:nvPr>
        </p:nvSpPr>
        <p:spPr>
          <a:xfrm>
            <a:off x="9833720" y="0"/>
            <a:ext cx="2358279" cy="6858000"/>
          </a:xfrm>
          <a:prstGeom prst="rect">
            <a:avLst/>
          </a:prstGeom>
          <a:gradFill flip="none" rotWithShape="1">
            <a:gsLst>
              <a:gs pos="12000">
                <a:schemeClr val="accent1"/>
              </a:gs>
              <a:gs pos="100000">
                <a:schemeClr val="accent1">
                  <a:lumMod val="60000"/>
                  <a:lumOff val="4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图形 8"/>
          <p:cNvPicPr>
            <a:picLocks noChangeAspect="1"/>
          </p:cNvPicPr>
          <p:nvPr userDrawn="1">
            <p:custDataLst>
              <p:tags r:id="rId4"/>
            </p:custDataLst>
          </p:nvPr>
        </p:nvPicPr>
        <p:blipFill>
          <a:blip r:embed="rId5" cstate="print">
            <a:extLst>
              <a:ext uri="{96DAC541-7B7A-43D3-8B79-37D633B846F1}">
                <asvg:svgBlip xmlns:asvg="http://schemas.microsoft.com/office/drawing/2016/SVG/main" r:embed="rId6"/>
              </a:ext>
            </a:extLst>
          </a:blip>
          <a:srcRect t="5954" r="49628"/>
          <a:stretch>
            <a:fillRect/>
          </a:stretch>
        </p:blipFill>
        <p:spPr>
          <a:xfrm>
            <a:off x="10477500" y="1"/>
            <a:ext cx="1714500" cy="1575118"/>
          </a:xfrm>
          <a:custGeom>
            <a:avLst/>
            <a:gdLst>
              <a:gd name="connsiteX0" fmla="*/ 0 w 1772665"/>
              <a:gd name="connsiteY0" fmla="*/ 0 h 1628554"/>
              <a:gd name="connsiteX1" fmla="*/ 1772665 w 1772665"/>
              <a:gd name="connsiteY1" fmla="*/ 0 h 1628554"/>
              <a:gd name="connsiteX2" fmla="*/ 1772665 w 1772665"/>
              <a:gd name="connsiteY2" fmla="*/ 1628554 h 1628554"/>
              <a:gd name="connsiteX3" fmla="*/ 0 w 1772665"/>
              <a:gd name="connsiteY3" fmla="*/ 1628554 h 1628554"/>
            </a:gdLst>
            <a:ahLst/>
            <a:cxnLst>
              <a:cxn ang="0">
                <a:pos x="connsiteX0" y="connsiteY0"/>
              </a:cxn>
              <a:cxn ang="0">
                <a:pos x="connsiteX1" y="connsiteY1"/>
              </a:cxn>
              <a:cxn ang="0">
                <a:pos x="connsiteX2" y="connsiteY2"/>
              </a:cxn>
              <a:cxn ang="0">
                <a:pos x="connsiteX3" y="connsiteY3"/>
              </a:cxn>
            </a:cxnLst>
            <a:rect l="l" t="t" r="r" b="b"/>
            <a:pathLst>
              <a:path w="1772665" h="1628554">
                <a:moveTo>
                  <a:pt x="0" y="0"/>
                </a:moveTo>
                <a:lnTo>
                  <a:pt x="1772665" y="0"/>
                </a:lnTo>
                <a:lnTo>
                  <a:pt x="1772665" y="1628554"/>
                </a:lnTo>
                <a:lnTo>
                  <a:pt x="0" y="1628554"/>
                </a:lnTo>
                <a:close/>
              </a:path>
            </a:pathLst>
          </a:custGeom>
        </p:spPr>
      </p:pic>
      <p:sp>
        <p:nvSpPr>
          <p:cNvPr id="11" name="椭圆 10"/>
          <p:cNvSpPr/>
          <p:nvPr userDrawn="1">
            <p:custDataLst>
              <p:tags r:id="rId7"/>
            </p:custDataLst>
          </p:nvPr>
        </p:nvSpPr>
        <p:spPr>
          <a:xfrm>
            <a:off x="7753999" y="1548282"/>
            <a:ext cx="3029600" cy="3029600"/>
          </a:xfrm>
          <a:prstGeom prst="ellipse">
            <a:avLst/>
          </a:prstGeom>
          <a:solidFill>
            <a:schemeClr val="accent3"/>
          </a:solidFill>
          <a:ln w="63500">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椭圆 11"/>
          <p:cNvSpPr/>
          <p:nvPr userDrawn="1">
            <p:custDataLst>
              <p:tags r:id="rId8"/>
            </p:custDataLst>
          </p:nvPr>
        </p:nvSpPr>
        <p:spPr>
          <a:xfrm>
            <a:off x="7037884" y="2090057"/>
            <a:ext cx="159658" cy="159658"/>
          </a:xfrm>
          <a:prstGeom prst="ellipse">
            <a:avLst/>
          </a:prstGeom>
          <a:solidFill>
            <a:schemeClr val="accent3"/>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椭圆 12"/>
          <p:cNvSpPr/>
          <p:nvPr userDrawn="1">
            <p:custDataLst>
              <p:tags r:id="rId9"/>
            </p:custDataLst>
          </p:nvPr>
        </p:nvSpPr>
        <p:spPr>
          <a:xfrm>
            <a:off x="6778256" y="3871103"/>
            <a:ext cx="584344" cy="584344"/>
          </a:xfrm>
          <a:prstGeom prst="ellipse">
            <a:avLst/>
          </a:prstGeom>
          <a:solidFill>
            <a:schemeClr val="accent3"/>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椭圆 14"/>
          <p:cNvSpPr/>
          <p:nvPr userDrawn="1">
            <p:custDataLst>
              <p:tags r:id="rId10"/>
            </p:custDataLst>
          </p:nvPr>
        </p:nvSpPr>
        <p:spPr>
          <a:xfrm>
            <a:off x="11431848" y="2960567"/>
            <a:ext cx="205031" cy="205031"/>
          </a:xfrm>
          <a:prstGeom prst="ellipse">
            <a:avLst/>
          </a:prstGeom>
          <a:solidFill>
            <a:schemeClr val="accent3"/>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任意多边形: 形状 15"/>
          <p:cNvSpPr/>
          <p:nvPr userDrawn="1">
            <p:custDataLst>
              <p:tags r:id="rId11"/>
            </p:custDataLst>
          </p:nvPr>
        </p:nvSpPr>
        <p:spPr>
          <a:xfrm>
            <a:off x="0" y="5832848"/>
            <a:ext cx="1066432" cy="1025152"/>
          </a:xfrm>
          <a:custGeom>
            <a:avLst/>
            <a:gdLst>
              <a:gd name="connsiteX0" fmla="*/ 0 w 1066432"/>
              <a:gd name="connsiteY0" fmla="*/ 0 h 1025152"/>
              <a:gd name="connsiteX1" fmla="*/ 1063110 w 1066432"/>
              <a:gd name="connsiteY1" fmla="*/ 959366 h 1025152"/>
              <a:gd name="connsiteX2" fmla="*/ 1066432 w 1066432"/>
              <a:gd name="connsiteY2" fmla="*/ 1025152 h 1025152"/>
              <a:gd name="connsiteX3" fmla="*/ 529932 w 1066432"/>
              <a:gd name="connsiteY3" fmla="*/ 1025152 h 1025152"/>
              <a:gd name="connsiteX4" fmla="*/ 523460 w 1066432"/>
              <a:gd name="connsiteY4" fmla="*/ 960944 h 1025152"/>
              <a:gd name="connsiteX5" fmla="*/ 1 w 1066432"/>
              <a:gd name="connsiteY5" fmla="*/ 534313 h 1025152"/>
              <a:gd name="connsiteX6" fmla="*/ 0 w 1066432"/>
              <a:gd name="connsiteY6" fmla="*/ 534313 h 1025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6432" h="1025152">
                <a:moveTo>
                  <a:pt x="0" y="0"/>
                </a:moveTo>
                <a:cubicBezTo>
                  <a:pt x="553299" y="0"/>
                  <a:pt x="1008385" y="420505"/>
                  <a:pt x="1063110" y="959366"/>
                </a:cubicBezTo>
                <a:lnTo>
                  <a:pt x="1066432" y="1025152"/>
                </a:lnTo>
                <a:lnTo>
                  <a:pt x="529932" y="1025152"/>
                </a:lnTo>
                <a:lnTo>
                  <a:pt x="523460" y="960944"/>
                </a:lnTo>
                <a:cubicBezTo>
                  <a:pt x="473637" y="717467"/>
                  <a:pt x="258207" y="534313"/>
                  <a:pt x="1" y="534313"/>
                </a:cubicBezTo>
                <a:lnTo>
                  <a:pt x="0" y="534313"/>
                </a:lnTo>
                <a:close/>
              </a:path>
            </a:pathLst>
          </a:cu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7" name="任意多边形: 形状 16"/>
          <p:cNvSpPr/>
          <p:nvPr userDrawn="1">
            <p:custDataLst>
              <p:tags r:id="rId12"/>
            </p:custDataLst>
          </p:nvPr>
        </p:nvSpPr>
        <p:spPr>
          <a:xfrm>
            <a:off x="884338" y="745518"/>
            <a:ext cx="45719" cy="189986"/>
          </a:xfrm>
          <a:custGeom>
            <a:avLst/>
            <a:gdLst>
              <a:gd name="connsiteX0" fmla="*/ 22860 w 45720"/>
              <a:gd name="connsiteY0" fmla="*/ 144270 h 189990"/>
              <a:gd name="connsiteX1" fmla="*/ 45720 w 45720"/>
              <a:gd name="connsiteY1" fmla="*/ 167130 h 189990"/>
              <a:gd name="connsiteX2" fmla="*/ 22860 w 45720"/>
              <a:gd name="connsiteY2" fmla="*/ 189990 h 189990"/>
              <a:gd name="connsiteX3" fmla="*/ 0 w 45720"/>
              <a:gd name="connsiteY3" fmla="*/ 167130 h 189990"/>
              <a:gd name="connsiteX4" fmla="*/ 22860 w 45720"/>
              <a:gd name="connsiteY4" fmla="*/ 144270 h 189990"/>
              <a:gd name="connsiteX5" fmla="*/ 22860 w 45720"/>
              <a:gd name="connsiteY5" fmla="*/ 72135 h 189990"/>
              <a:gd name="connsiteX6" fmla="*/ 45720 w 45720"/>
              <a:gd name="connsiteY6" fmla="*/ 94995 h 189990"/>
              <a:gd name="connsiteX7" fmla="*/ 22860 w 45720"/>
              <a:gd name="connsiteY7" fmla="*/ 117855 h 189990"/>
              <a:gd name="connsiteX8" fmla="*/ 0 w 45720"/>
              <a:gd name="connsiteY8" fmla="*/ 94995 h 189990"/>
              <a:gd name="connsiteX9" fmla="*/ 22860 w 45720"/>
              <a:gd name="connsiteY9" fmla="*/ 72135 h 189990"/>
              <a:gd name="connsiteX10" fmla="*/ 22860 w 45720"/>
              <a:gd name="connsiteY10" fmla="*/ 0 h 189990"/>
              <a:gd name="connsiteX11" fmla="*/ 45720 w 45720"/>
              <a:gd name="connsiteY11" fmla="*/ 22860 h 189990"/>
              <a:gd name="connsiteX12" fmla="*/ 22860 w 45720"/>
              <a:gd name="connsiteY12" fmla="*/ 45720 h 189990"/>
              <a:gd name="connsiteX13" fmla="*/ 0 w 45720"/>
              <a:gd name="connsiteY13" fmla="*/ 22860 h 189990"/>
              <a:gd name="connsiteX14" fmla="*/ 22860 w 45720"/>
              <a:gd name="connsiteY14" fmla="*/ 0 h 189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720" h="189990">
                <a:moveTo>
                  <a:pt x="22860" y="144270"/>
                </a:moveTo>
                <a:cubicBezTo>
                  <a:pt x="35485" y="144270"/>
                  <a:pt x="45720" y="154505"/>
                  <a:pt x="45720" y="167130"/>
                </a:cubicBezTo>
                <a:cubicBezTo>
                  <a:pt x="45720" y="179755"/>
                  <a:pt x="35485" y="189990"/>
                  <a:pt x="22860" y="189990"/>
                </a:cubicBezTo>
                <a:cubicBezTo>
                  <a:pt x="10235" y="189990"/>
                  <a:pt x="0" y="179755"/>
                  <a:pt x="0" y="167130"/>
                </a:cubicBezTo>
                <a:cubicBezTo>
                  <a:pt x="0" y="154505"/>
                  <a:pt x="10235" y="144270"/>
                  <a:pt x="22860" y="144270"/>
                </a:cubicBezTo>
                <a:close/>
                <a:moveTo>
                  <a:pt x="22860" y="72135"/>
                </a:moveTo>
                <a:cubicBezTo>
                  <a:pt x="35485" y="72135"/>
                  <a:pt x="45720" y="82370"/>
                  <a:pt x="45720" y="94995"/>
                </a:cubicBezTo>
                <a:cubicBezTo>
                  <a:pt x="45720" y="107620"/>
                  <a:pt x="35485" y="117855"/>
                  <a:pt x="22860" y="117855"/>
                </a:cubicBezTo>
                <a:cubicBezTo>
                  <a:pt x="10235" y="117855"/>
                  <a:pt x="0" y="107620"/>
                  <a:pt x="0" y="94995"/>
                </a:cubicBezTo>
                <a:cubicBezTo>
                  <a:pt x="0" y="82370"/>
                  <a:pt x="10235" y="72135"/>
                  <a:pt x="22860" y="72135"/>
                </a:cubicBezTo>
                <a:close/>
                <a:moveTo>
                  <a:pt x="22860" y="0"/>
                </a:moveTo>
                <a:cubicBezTo>
                  <a:pt x="35485" y="0"/>
                  <a:pt x="45720" y="10235"/>
                  <a:pt x="45720" y="22860"/>
                </a:cubicBezTo>
                <a:cubicBezTo>
                  <a:pt x="45720" y="35485"/>
                  <a:pt x="35485" y="45720"/>
                  <a:pt x="22860" y="45720"/>
                </a:cubicBezTo>
                <a:cubicBezTo>
                  <a:pt x="10235" y="45720"/>
                  <a:pt x="0" y="35485"/>
                  <a:pt x="0" y="22860"/>
                </a:cubicBezTo>
                <a:cubicBezTo>
                  <a:pt x="0" y="10235"/>
                  <a:pt x="10235" y="0"/>
                  <a:pt x="22860"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9" name="图片 18"/>
          <p:cNvPicPr>
            <a:picLocks noChangeAspect="1"/>
          </p:cNvPicPr>
          <p:nvPr userDrawn="1">
            <p:custDataLst>
              <p:tags r:id="rId13"/>
            </p:custDataLst>
          </p:nvPr>
        </p:nvPicPr>
        <p:blipFill rotWithShape="1">
          <a:blip r:embed="rId14" cstate="print">
            <a:extLst>
              <a:ext uri="{BEBA8EAE-BF5A-486C-A8C5-ECC9F3942E4B}">
                <a14:imgProps xmlns:a14="http://schemas.microsoft.com/office/drawing/2010/main">
                  <a14:imgLayer r:embed="rId15">
                    <a14:imgEffect>
                      <a14:brightnessContrast bright="5000" contrast="3000"/>
                    </a14:imgEffect>
                    <a14:imgEffect>
                      <a14:saturation sat="140000"/>
                    </a14:imgEffect>
                  </a14:imgLayer>
                </a14:imgProps>
              </a:ext>
            </a:extLst>
          </a:blip>
          <a:srcRect/>
          <a:stretch>
            <a:fillRect/>
          </a:stretch>
        </p:blipFill>
        <p:spPr>
          <a:xfrm>
            <a:off x="6804790" y="732980"/>
            <a:ext cx="4691885" cy="4186952"/>
          </a:xfrm>
          <a:prstGeom prst="rect">
            <a:avLst/>
          </a:prstGeom>
        </p:spPr>
      </p:pic>
      <p:sp>
        <p:nvSpPr>
          <p:cNvPr id="21" name="矩形: 圆角 20"/>
          <p:cNvSpPr/>
          <p:nvPr userDrawn="1">
            <p:custDataLst>
              <p:tags r:id="rId16"/>
            </p:custDataLst>
          </p:nvPr>
        </p:nvSpPr>
        <p:spPr>
          <a:xfrm>
            <a:off x="695960" y="4848492"/>
            <a:ext cx="10800715" cy="900000"/>
          </a:xfrm>
          <a:prstGeom prst="roundRect">
            <a:avLst>
              <a:gd name="adj" fmla="val 50000"/>
            </a:avLst>
          </a:prstGeom>
          <a:gradFill>
            <a:gsLst>
              <a:gs pos="0">
                <a:schemeClr val="bg2">
                  <a:lumMod val="10000"/>
                  <a:lumOff val="90000"/>
                </a:schemeClr>
              </a:gs>
              <a:gs pos="85000">
                <a:schemeClr val="bg2">
                  <a:lumMod val="10000"/>
                  <a:lumOff val="90000"/>
                </a:schemeClr>
              </a:gs>
            </a:gsLst>
            <a:lin ang="2700000" scaled="0"/>
          </a:gradFill>
          <a:ln>
            <a:noFill/>
          </a:ln>
          <a:effectLst>
            <a:outerShdw blurRad="254000" dist="190500" dir="2700000" algn="tl"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直接连接符 21"/>
          <p:cNvCxnSpPr/>
          <p:nvPr userDrawn="1">
            <p:custDataLst>
              <p:tags r:id="rId17"/>
            </p:custDataLst>
          </p:nvPr>
        </p:nvCxnSpPr>
        <p:spPr>
          <a:xfrm>
            <a:off x="4850297" y="5298492"/>
            <a:ext cx="5992674" cy="0"/>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custDataLst>
              <p:tags r:id="rId18"/>
            </p:custDataLst>
          </p:nvPr>
        </p:nvSpPr>
        <p:spPr>
          <a:xfrm>
            <a:off x="876935" y="1313815"/>
            <a:ext cx="5993765" cy="2403475"/>
          </a:xfrm>
        </p:spPr>
        <p:txBody>
          <a:bodyPr wrap="square" anchor="b">
            <a:normAutofit/>
          </a:bodyPr>
          <a:lstStyle>
            <a:lvl1pPr algn="l">
              <a:lnSpc>
                <a:spcPct val="100000"/>
              </a:lnSpc>
              <a:defRPr sz="4400">
                <a:solidFill>
                  <a:schemeClr val="tx2"/>
                </a:solidFill>
                <a:latin typeface="+mj-lt"/>
              </a:defRPr>
            </a:lvl1pPr>
          </a:lstStyle>
          <a:p>
            <a:r>
              <a:rPr lang="en-US" dirty="0">
                <a:latin typeface="+mj-lt"/>
              </a:rPr>
              <a:t>Click to add title</a:t>
            </a:r>
            <a:endParaRPr lang="en-US" dirty="0"/>
          </a:p>
        </p:txBody>
      </p:sp>
      <p:sp>
        <p:nvSpPr>
          <p:cNvPr id="3" name="副标题 2"/>
          <p:cNvSpPr>
            <a:spLocks noGrp="1"/>
          </p:cNvSpPr>
          <p:nvPr>
            <p:ph type="subTitle" idx="1" hasCustomPrompt="1"/>
            <p:custDataLst>
              <p:tags r:id="rId19"/>
            </p:custDataLst>
          </p:nvPr>
        </p:nvSpPr>
        <p:spPr>
          <a:xfrm>
            <a:off x="876699" y="3828351"/>
            <a:ext cx="5298015" cy="972000"/>
          </a:xfrm>
        </p:spPr>
        <p:txBody>
          <a:bodyPr wrap="square">
            <a:normAutofit/>
          </a:bodyPr>
          <a:lstStyle>
            <a:lvl1pPr marL="0" indent="0" algn="l">
              <a:lnSpc>
                <a:spcPct val="100000"/>
              </a:lnSpc>
              <a:buNone/>
              <a:defRPr sz="2400">
                <a:latin typeface="+mj-lt"/>
              </a:defRPr>
            </a:lvl1pPr>
            <a:lvl2pPr marL="457200" indent="0" algn="ctr">
              <a:buNone/>
              <a:defRPr sz="2000">
                <a:latin typeface="+mj-lt"/>
              </a:defRPr>
            </a:lvl2pPr>
            <a:lvl3pPr marL="914400" indent="0" algn="ctr">
              <a:buNone/>
              <a:defRPr sz="1800">
                <a:latin typeface="+mj-lt"/>
              </a:defRPr>
            </a:lvl3pPr>
            <a:lvl4pPr marL="1371600" indent="0" algn="ctr">
              <a:buNone/>
              <a:defRPr sz="1600">
                <a:latin typeface="+mj-lt"/>
              </a:defRPr>
            </a:lvl4pPr>
            <a:lvl5pPr marL="1828800" indent="0" algn="ctr">
              <a:buNone/>
              <a:defRPr sz="1600">
                <a:latin typeface="+mj-lt"/>
              </a:defRPr>
            </a:lvl5pPr>
            <a:lvl6pPr marL="2286000" indent="0" algn="ctr">
              <a:buNone/>
              <a:defRPr sz="1600">
                <a:latin typeface="+mj-lt"/>
              </a:defRPr>
            </a:lvl6pPr>
            <a:lvl7pPr marL="2743200" indent="0" algn="ctr">
              <a:buNone/>
              <a:defRPr sz="1600">
                <a:latin typeface="+mj-lt"/>
              </a:defRPr>
            </a:lvl7pPr>
            <a:lvl8pPr marL="3200400" indent="0" algn="ctr">
              <a:buNone/>
              <a:defRPr sz="1600">
                <a:latin typeface="+mj-lt"/>
              </a:defRPr>
            </a:lvl8pPr>
            <a:lvl9pPr marL="3657600" indent="0" algn="ctr">
              <a:buNone/>
              <a:defRPr sz="1600">
                <a:latin typeface="+mj-lt"/>
              </a:defRPr>
            </a:lvl9pPr>
          </a:lstStyle>
          <a:p>
            <a:r>
              <a:rPr lang="en-US" dirty="0">
                <a:latin typeface="+mj-lt"/>
              </a:rPr>
              <a:t>Click to add subtitle</a:t>
            </a:r>
            <a:endParaRPr lang="en-US" dirty="0"/>
          </a:p>
        </p:txBody>
      </p:sp>
      <p:sp>
        <p:nvSpPr>
          <p:cNvPr id="4" name="日期占位符 3"/>
          <p:cNvSpPr>
            <a:spLocks noGrp="1"/>
          </p:cNvSpPr>
          <p:nvPr>
            <p:ph type="dt" sz="half" idx="10"/>
            <p:custDataLst>
              <p:tags r:id="rId20"/>
            </p:custDataLst>
          </p:nvPr>
        </p:nvSpPr>
        <p:spPr/>
        <p:txBody>
          <a:bodyPr wrap="square">
            <a:normAutofit/>
          </a:bodyPr>
          <a:lstStyle/>
          <a:p>
            <a:r>
              <a:rPr lang="en-US"/>
              <a:t>Date Area</a:t>
            </a:r>
            <a:endParaRPr lang="en-US"/>
          </a:p>
        </p:txBody>
      </p:sp>
      <p:sp>
        <p:nvSpPr>
          <p:cNvPr id="5" name="页脚占位符 4"/>
          <p:cNvSpPr>
            <a:spLocks noGrp="1"/>
          </p:cNvSpPr>
          <p:nvPr>
            <p:ph type="ftr" sz="quarter" idx="11"/>
            <p:custDataLst>
              <p:tags r:id="rId21"/>
            </p:custDataLst>
          </p:nvPr>
        </p:nvSpPr>
        <p:spPr/>
        <p:txBody>
          <a:bodyPr>
            <a:normAutofit/>
          </a:bodyPr>
          <a:lstStyle/>
          <a:p>
            <a:endParaRPr lang="en-US" dirty="0"/>
          </a:p>
        </p:txBody>
      </p:sp>
      <p:sp>
        <p:nvSpPr>
          <p:cNvPr id="6" name="灯片编号占位符 5"/>
          <p:cNvSpPr>
            <a:spLocks noGrp="1"/>
          </p:cNvSpPr>
          <p:nvPr>
            <p:ph type="sldNum" sz="quarter" idx="12"/>
            <p:custDataLst>
              <p:tags r:id="rId22"/>
            </p:custDataLst>
          </p:nvPr>
        </p:nvSpPr>
        <p:spPr>
          <a:xfrm>
            <a:off x="8610600" y="6356350"/>
            <a:ext cx="2743200" cy="365125"/>
          </a:xfrm>
        </p:spPr>
        <p:txBody>
          <a:bodyPr wrap="square">
            <a:normAutofit/>
          </a:bodyPr>
          <a:lstStyle/>
          <a:p>
            <a:fld id="{BE5F26B5-172A-4DC2-B0B7-181CFC56B87C}" type="slidenum">
              <a:rPr lang="en-US" smtClean="0"/>
            </a:fld>
            <a:endParaRPr lang="en-US"/>
          </a:p>
        </p:txBody>
      </p:sp>
      <p:sp>
        <p:nvSpPr>
          <p:cNvPr id="10" name="公司名占位符 6"/>
          <p:cNvSpPr>
            <a:spLocks noGrp="1"/>
          </p:cNvSpPr>
          <p:nvPr>
            <p:ph type="body" sz="quarter" idx="13" hasCustomPrompt="1"/>
            <p:custDataLst>
              <p:tags r:id="rId23"/>
            </p:custDataLst>
          </p:nvPr>
        </p:nvSpPr>
        <p:spPr>
          <a:xfrm>
            <a:off x="1066432" y="588511"/>
            <a:ext cx="2880000" cy="504000"/>
          </a:xfrm>
        </p:spPr>
        <p:txBody>
          <a:bodyPr wrap="square" anchor="ctr">
            <a:normAutofit/>
          </a:bodyPr>
          <a:lstStyle>
            <a:lvl1pPr marL="0" indent="0">
              <a:lnSpc>
                <a:spcPct val="100000"/>
              </a:lnSpc>
              <a:buNone/>
              <a:defRPr sz="1800">
                <a:solidFill>
                  <a:schemeClr val="tx1">
                    <a:lumMod val="60000"/>
                    <a:lumOff val="40000"/>
                  </a:schemeClr>
                </a:solidFill>
                <a:latin typeface="+mn-lt"/>
              </a:defRPr>
            </a:lvl1pPr>
          </a:lstStyle>
          <a:p>
            <a:pPr lvl="0"/>
            <a:r>
              <a:rPr lang="en-US" dirty="0">
                <a:latin typeface="+mn-lt"/>
              </a:rPr>
              <a:t>Click to add text</a:t>
            </a:r>
            <a:endParaRPr lang="en-US" dirty="0"/>
          </a:p>
        </p:txBody>
      </p:sp>
      <p:sp>
        <p:nvSpPr>
          <p:cNvPr id="24" name="署名占位符 10"/>
          <p:cNvSpPr>
            <a:spLocks noGrp="1"/>
          </p:cNvSpPr>
          <p:nvPr>
            <p:ph type="body" sz="quarter" idx="17" hasCustomPrompt="1"/>
            <p:custDataLst>
              <p:tags r:id="rId24"/>
            </p:custDataLst>
          </p:nvPr>
        </p:nvSpPr>
        <p:spPr>
          <a:xfrm>
            <a:off x="874713" y="5028492"/>
            <a:ext cx="2880000" cy="540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400" b="1">
                <a:solidFill>
                  <a:srgbClr val="FFFFFF"/>
                </a:solidFill>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r>
              <a:rPr lang="en-US"/>
              <a:t>Date Area</a:t>
            </a:r>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5F26B5-172A-4DC2-B0B7-181CFC56B87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microsoft.com/office/2007/relationships/hdphoto" Target="../media/image6.wdp"/><Relationship Id="rId6" Type="http://schemas.openxmlformats.org/officeDocument/2006/relationships/image" Target="../media/image5.png"/><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tags" Target="../tags/tag28.xml"/><Relationship Id="rId12" Type="http://schemas.openxmlformats.org/officeDocument/2006/relationships/tags" Target="../tags/tag27.xml"/><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矩形 9"/>
          <p:cNvSpPr/>
          <p:nvPr userDrawn="1">
            <p:custDataLst>
              <p:tags r:id="rId3"/>
            </p:custDataLst>
          </p:nvPr>
        </p:nvSpPr>
        <p:spPr>
          <a:xfrm>
            <a:off x="0" y="0"/>
            <a:ext cx="12192000" cy="6858000"/>
          </a:xfrm>
          <a:prstGeom prst="rect">
            <a:avLst/>
          </a:prstGeom>
          <a:gradFill flip="none" rotWithShape="1">
            <a:gsLst>
              <a:gs pos="32000">
                <a:schemeClr val="bg1">
                  <a:alpha val="0"/>
                </a:schemeClr>
              </a:gs>
              <a:gs pos="88000">
                <a:schemeClr val="accent1">
                  <a:alpha val="2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11" name="任意多边形: 形状 10"/>
          <p:cNvSpPr/>
          <p:nvPr userDrawn="1">
            <p:custDataLst>
              <p:tags r:id="rId4"/>
            </p:custDataLst>
          </p:nvPr>
        </p:nvSpPr>
        <p:spPr>
          <a:xfrm flipH="1">
            <a:off x="10802917" y="5522686"/>
            <a:ext cx="1389083" cy="1335314"/>
          </a:xfrm>
          <a:custGeom>
            <a:avLst/>
            <a:gdLst>
              <a:gd name="connsiteX0" fmla="*/ 0 w 1066432"/>
              <a:gd name="connsiteY0" fmla="*/ 0 h 1025152"/>
              <a:gd name="connsiteX1" fmla="*/ 1063110 w 1066432"/>
              <a:gd name="connsiteY1" fmla="*/ 959366 h 1025152"/>
              <a:gd name="connsiteX2" fmla="*/ 1066432 w 1066432"/>
              <a:gd name="connsiteY2" fmla="*/ 1025152 h 1025152"/>
              <a:gd name="connsiteX3" fmla="*/ 529932 w 1066432"/>
              <a:gd name="connsiteY3" fmla="*/ 1025152 h 1025152"/>
              <a:gd name="connsiteX4" fmla="*/ 523460 w 1066432"/>
              <a:gd name="connsiteY4" fmla="*/ 960944 h 1025152"/>
              <a:gd name="connsiteX5" fmla="*/ 1 w 1066432"/>
              <a:gd name="connsiteY5" fmla="*/ 534313 h 1025152"/>
              <a:gd name="connsiteX6" fmla="*/ 0 w 1066432"/>
              <a:gd name="connsiteY6" fmla="*/ 534313 h 1025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6432" h="1025152">
                <a:moveTo>
                  <a:pt x="0" y="0"/>
                </a:moveTo>
                <a:cubicBezTo>
                  <a:pt x="553299" y="0"/>
                  <a:pt x="1008385" y="420505"/>
                  <a:pt x="1063110" y="959366"/>
                </a:cubicBezTo>
                <a:lnTo>
                  <a:pt x="1066432" y="1025152"/>
                </a:lnTo>
                <a:lnTo>
                  <a:pt x="529932" y="1025152"/>
                </a:lnTo>
                <a:lnTo>
                  <a:pt x="523460" y="960944"/>
                </a:lnTo>
                <a:cubicBezTo>
                  <a:pt x="473637" y="717467"/>
                  <a:pt x="258207" y="534313"/>
                  <a:pt x="1" y="534313"/>
                </a:cubicBezTo>
                <a:lnTo>
                  <a:pt x="0" y="534313"/>
                </a:lnTo>
                <a:close/>
              </a:path>
            </a:pathLst>
          </a:cu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olidFill>
                <a:schemeClr val="tx1"/>
              </a:solidFill>
              <a:latin typeface="Arial" panose="020B0604020202020204" pitchFamily="34" charset="0"/>
              <a:sym typeface="Arial" panose="020B0604020202020204" pitchFamily="34" charset="0"/>
            </a:endParaRPr>
          </a:p>
        </p:txBody>
      </p:sp>
      <p:pic>
        <p:nvPicPr>
          <p:cNvPr id="12" name="图片 11"/>
          <p:cNvPicPr>
            <a:picLocks noChangeAspect="1"/>
          </p:cNvPicPr>
          <p:nvPr userDrawn="1">
            <p:custDataLst>
              <p:tags r:id="rId5"/>
            </p:custDataLst>
          </p:nvPr>
        </p:nvPicPr>
        <p:blipFill>
          <a:blip r:embed="rId6" cstate="print">
            <a:extLst>
              <a:ext uri="{BEBA8EAE-BF5A-486C-A8C5-ECC9F3942E4B}">
                <a14:imgProps xmlns:a14="http://schemas.microsoft.com/office/drawing/2010/main">
                  <a14:imgLayer r:embed="rId7">
                    <a14:imgEffect>
                      <a14:brightnessContrast bright="3000" contrast="3000"/>
                    </a14:imgEffect>
                    <a14:imgEffect>
                      <a14:saturation sat="140000"/>
                    </a14:imgEffect>
                  </a14:imgLayer>
                </a14:imgProps>
              </a:ext>
            </a:extLst>
          </a:blip>
          <a:stretch>
            <a:fillRect/>
          </a:stretch>
        </p:blipFill>
        <p:spPr>
          <a:xfrm>
            <a:off x="10473760" y="5813421"/>
            <a:ext cx="1553140" cy="923186"/>
          </a:xfrm>
          <a:prstGeom prst="rect">
            <a:avLst/>
          </a:prstGeom>
        </p:spPr>
      </p:pic>
      <p:sp>
        <p:nvSpPr>
          <p:cNvPr id="2" name="标题占位符 1"/>
          <p:cNvSpPr>
            <a:spLocks noGrp="1"/>
          </p:cNvSpPr>
          <p:nvPr>
            <p:ph type="title"/>
            <p:custDataLst>
              <p:tags r:id="rId8"/>
            </p:custDataLst>
          </p:nvPr>
        </p:nvSpPr>
        <p:spPr>
          <a:xfrm>
            <a:off x="695960" y="360000"/>
            <a:ext cx="10800000" cy="720000"/>
          </a:xfrm>
          <a:prstGeom prst="rect">
            <a:avLst/>
          </a:prstGeom>
        </p:spPr>
        <p:txBody>
          <a:bodyPr vert="horz" wrap="square" lIns="0" tIns="0" rIns="0" bIns="0" rtlCol="0" anchor="b">
            <a:normAutofit/>
          </a:bodyPr>
          <a:lstStyle/>
          <a:p>
            <a:r>
              <a:rPr lang="en-US" dirty="0">
                <a:latin typeface="+mj-lt"/>
              </a:rPr>
              <a:t>Click to add title</a:t>
            </a:r>
            <a:endParaRPr lang="en-US" dirty="0"/>
          </a:p>
        </p:txBody>
      </p:sp>
      <p:sp>
        <p:nvSpPr>
          <p:cNvPr id="3" name="文本占位符 2"/>
          <p:cNvSpPr>
            <a:spLocks noGrp="1"/>
          </p:cNvSpPr>
          <p:nvPr>
            <p:ph type="body" idx="1"/>
            <p:custDataLst>
              <p:tags r:id="rId9"/>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10"/>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defRPr>
            </a:lvl1pPr>
          </a:lstStyle>
          <a:p>
            <a:r>
              <a:rPr lang="en-US"/>
              <a:t>Date Area</a:t>
            </a:r>
            <a:endParaRPr lang="en-US"/>
          </a:p>
        </p:txBody>
      </p:sp>
      <p:sp>
        <p:nvSpPr>
          <p:cNvPr id="5" name="页脚占位符 4"/>
          <p:cNvSpPr>
            <a:spLocks noGrp="1"/>
          </p:cNvSpPr>
          <p:nvPr>
            <p:ph type="ftr" sz="quarter" idx="3"/>
            <p:custDataLst>
              <p:tags r:id="rId11"/>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Arial" panose="020B0604020202020204" pitchFamily="34" charset="0"/>
              </a:defRPr>
            </a:lvl1pPr>
          </a:lstStyle>
          <a:p>
            <a:endParaRPr lang="en-US" dirty="0"/>
          </a:p>
        </p:txBody>
      </p:sp>
      <p:sp>
        <p:nvSpPr>
          <p:cNvPr id="6" name="灯片编号占位符 5"/>
          <p:cNvSpPr>
            <a:spLocks noGrp="1"/>
          </p:cNvSpPr>
          <p:nvPr>
            <p:ph type="sldNum" sz="quarter" idx="4"/>
            <p:custDataLst>
              <p:tags r:id="rId12"/>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defRPr>
            </a:lvl1pPr>
          </a:lstStyle>
          <a:p>
            <a:fld id="{BE5F26B5-172A-4DC2-B0B7-181CFC56B87C}" type="slidenum">
              <a:rPr lang="en-US" smtClean="0"/>
            </a:fld>
            <a:endParaRPr lang="en-US"/>
          </a:p>
        </p:txBody>
      </p:sp>
      <p:sp>
        <p:nvSpPr>
          <p:cNvPr id="7" name="KSO_TEMPLATE" hidden="1"/>
          <p:cNvSpPr/>
          <p:nvPr userDrawn="1">
            <p:custDataLst>
              <p:tags r:id="rId13"/>
            </p:custDataLst>
          </p:nvPr>
        </p:nvSpPr>
        <p:spPr>
          <a:xfrm>
            <a:off x="0" y="0"/>
            <a:ext cx="0" cy="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endParaRPr lang="en-US" altLang="en-US">
              <a:solidFill>
                <a:schemeClr val="tx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100000"/>
        </a:lnSpc>
        <a:spcBef>
          <a:spcPct val="0"/>
        </a:spcBef>
        <a:buNone/>
        <a:defRPr sz="3200" b="1" kern="1200">
          <a:solidFill>
            <a:schemeClr val="tx2"/>
          </a:solidFill>
          <a:latin typeface="Arial" panose="020B0604020202020204" pitchFamily="34" charset="0"/>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0.xml"/><Relationship Id="rId1" Type="http://schemas.openxmlformats.org/officeDocument/2006/relationships/tags" Target="../tags/tag59.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署名"/>
          <p:cNvSpPr>
            <a:spLocks noGrp="1"/>
          </p:cNvSpPr>
          <p:nvPr>
            <p:custDataLst>
              <p:tags r:id="rId1"/>
            </p:custDataLst>
          </p:nvPr>
        </p:nvSpPr>
        <p:spPr>
          <a:xfrm>
            <a:off x="874713" y="5028492"/>
            <a:ext cx="2880000" cy="540000"/>
          </a:xfrm>
          <a:prstGeom prst="roundRect">
            <a:avLst>
              <a:gd name="adj" fmla="val 50000"/>
            </a:avLst>
          </a:prstGeom>
          <a:solidFill>
            <a:schemeClr val="accent1"/>
          </a:solidFill>
        </p:spPr>
        <p:txBody>
          <a:bodyPr vert="horz" wrap="square" lIns="0" tIns="0" rIns="0" bIns="0" rtlCol="0" anchor="ctr">
            <a:normAutofit/>
          </a:bodyPr>
          <a:lstStyle>
            <a:lvl1pPr marL="0" indent="0" algn="ctr" defTabSz="914400" rtl="0" eaLnBrk="1" latinLnBrk="0" hangingPunct="1">
              <a:lnSpc>
                <a:spcPct val="100000"/>
              </a:lnSpc>
              <a:spcBef>
                <a:spcPts val="1000"/>
              </a:spcBef>
              <a:buFont typeface="Arial" panose="020B0604020202020204" pitchFamily="34" charset="0"/>
              <a:buNone/>
              <a:defRPr sz="1400" b="1" kern="1200">
                <a:solidFill>
                  <a:srgbClr val="FFFFFF"/>
                </a:solidFill>
                <a:latin typeface="+mn-lt"/>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a:lstStyle>
          <a:p>
            <a:r>
              <a:rPr lang="en-US">
                <a:solidFill>
                  <a:schemeClr val="lt1"/>
                </a:solidFill>
              </a:rPr>
              <a:t>Name</a:t>
            </a:r>
            <a:endParaRPr lang="en-US">
              <a:solidFill>
                <a:schemeClr val="lt1"/>
              </a:solidFill>
            </a:endParaRPr>
          </a:p>
        </p:txBody>
      </p:sp>
      <p:sp>
        <p:nvSpPr>
          <p:cNvPr id="4" name="标题"/>
          <p:cNvSpPr>
            <a:spLocks noGrp="1"/>
          </p:cNvSpPr>
          <p:nvPr>
            <p:ph type="ctrTitle"/>
            <p:custDataLst>
              <p:tags r:id="rId2"/>
            </p:custDataLst>
          </p:nvPr>
        </p:nvSpPr>
        <p:spPr/>
        <p:txBody>
          <a:bodyPr/>
          <a:lstStyle/>
          <a:p>
            <a:r>
              <a:rPr lang="en-US"/>
              <a:t>OPERATORS</a:t>
            </a:r>
            <a:endParaRPr lang="en-US"/>
          </a:p>
        </p:txBody>
      </p:sp>
      <p:sp>
        <p:nvSpPr>
          <p:cNvPr id="10" name="署名"/>
          <p:cNvSpPr>
            <a:spLocks noGrp="1"/>
          </p:cNvSpPr>
          <p:nvPr>
            <p:ph type="body" sz="quarter" idx="17"/>
            <p:custDataLst>
              <p:tags r:id="rId3"/>
            </p:custDataLst>
          </p:nvPr>
        </p:nvSpPr>
        <p:spPr/>
        <p:txBody>
          <a:bodyPr/>
          <a:lstStyle/>
          <a:p>
            <a:r>
              <a:rPr lang="en-US"/>
              <a:t>ANISH  A R</a:t>
            </a:r>
            <a:endParaRPr lang="en-US"/>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Operators</a:t>
            </a:r>
            <a:endParaRPr lang="en-US"/>
          </a:p>
        </p:txBody>
      </p:sp>
      <p:sp>
        <p:nvSpPr>
          <p:cNvPr id="5" name="Text Placeholder 4"/>
          <p:cNvSpPr>
            <a:spLocks noGrp="1"/>
          </p:cNvSpPr>
          <p:nvPr>
            <p:ph type="body" idx="1"/>
          </p:nvPr>
        </p:nvSpPr>
        <p:spPr/>
        <p:txBody>
          <a:bodyPr/>
          <a:p>
            <a:r>
              <a:rPr lang="en-US" altLang="en-US"/>
              <a:t>An Operator is a functional symbol token that tells the computer to perform a specific action (like math or comparisons) on data.</a:t>
            </a:r>
            <a:endParaRPr lang="en-US" altLang="en-US"/>
          </a:p>
          <a:p>
            <a:r>
              <a:rPr lang="en-US" altLang="en-US"/>
              <a:t>Every operation needs two parts:</a:t>
            </a:r>
            <a:endParaRPr lang="en-US" altLang="en-US"/>
          </a:p>
          <a:p>
            <a:pPr marL="457200" indent="-457200">
              <a:buAutoNum type="arabicPeriod"/>
            </a:pPr>
            <a:r>
              <a:rPr lang="en-US" altLang="en-US"/>
              <a:t>Operator: The action symbol (e.g., +, *, ==).</a:t>
            </a:r>
            <a:endParaRPr lang="en-US" altLang="en-US"/>
          </a:p>
          <a:p>
            <a:pPr marL="457200" indent="-457200">
              <a:buAutoNum type="arabicPeriod"/>
            </a:pPr>
            <a:r>
              <a:rPr lang="en-US" altLang="en-US"/>
              <a:t>Operand: The target data being acted upon (variables or constants).</a:t>
            </a:r>
            <a:endParaRPr lang="en-US" altLang="en-US"/>
          </a:p>
          <a:p>
            <a:r>
              <a:rPr lang="en-US" altLang="en-US"/>
              <a:t>In the expression total_score + 10:</a:t>
            </a:r>
            <a:endParaRPr lang="en-US" altLang="en-US"/>
          </a:p>
          <a:p>
            <a:pPr marL="0" indent="457200">
              <a:buNone/>
            </a:pPr>
            <a:r>
              <a:rPr lang="en-US" altLang="en-US"/>
              <a:t>total_score and 10 are the operands.+ is the operator.</a:t>
            </a:r>
            <a:endParaRPr lang="en-US"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Classification by Operand Count</a:t>
            </a:r>
            <a:endParaRPr lang="en-US" altLang="en-US"/>
          </a:p>
        </p:txBody>
      </p:sp>
      <p:sp>
        <p:nvSpPr>
          <p:cNvPr id="5" name="Text Placeholder 4"/>
          <p:cNvSpPr>
            <a:spLocks noGrp="1"/>
          </p:cNvSpPr>
          <p:nvPr>
            <p:ph type="body" idx="1"/>
          </p:nvPr>
        </p:nvSpPr>
        <p:spPr/>
        <p:txBody>
          <a:bodyPr>
            <a:normAutofit fontScale="90000" lnSpcReduction="20000"/>
          </a:bodyPr>
          <a:p>
            <a:r>
              <a:rPr lang="en-US" altLang="en-US"/>
              <a:t>C groups operators by how many data pieces they need to work:</a:t>
            </a:r>
            <a:endParaRPr lang="en-US" altLang="en-US"/>
          </a:p>
          <a:p>
            <a:pPr marL="457200" indent="-457200">
              <a:buAutoNum type="arabicPeriod"/>
            </a:pPr>
            <a:r>
              <a:rPr lang="en-US" altLang="en-US"/>
              <a:t>Unary Operators: </a:t>
            </a:r>
            <a:endParaRPr lang="en-US" altLang="en-US"/>
          </a:p>
          <a:p>
            <a:pPr marL="0" indent="457200">
              <a:buNone/>
            </a:pPr>
            <a:r>
              <a:rPr lang="en-US" altLang="en-US"/>
              <a:t>Need exactly one operand.</a:t>
            </a:r>
            <a:endParaRPr lang="en-US" altLang="en-US"/>
          </a:p>
          <a:p>
            <a:pPr marL="0" indent="457200">
              <a:buNone/>
            </a:pPr>
            <a:r>
              <a:rPr lang="en-US" altLang="en-US"/>
              <a:t>Example: -x (makes a number negative) or ++count (adds 1 to a variable).</a:t>
            </a:r>
            <a:endParaRPr lang="en-US" altLang="en-US"/>
          </a:p>
          <a:p>
            <a:pPr marL="457200" indent="-457200">
              <a:buFont typeface="+mj-lt"/>
              <a:buAutoNum type="arabicPeriod" startAt="2"/>
            </a:pPr>
            <a:r>
              <a:rPr lang="en-US" altLang="en-US"/>
              <a:t>Binary Operators:</a:t>
            </a:r>
            <a:endParaRPr lang="en-US" altLang="en-US"/>
          </a:p>
          <a:p>
            <a:pPr marL="0" indent="457200">
              <a:buNone/>
            </a:pPr>
            <a:r>
              <a:rPr lang="en-US" altLang="en-US"/>
              <a:t>Need exactly two operands.</a:t>
            </a:r>
            <a:endParaRPr lang="en-US" altLang="en-US"/>
          </a:p>
          <a:p>
            <a:pPr marL="0" indent="457200">
              <a:buNone/>
            </a:pPr>
            <a:r>
              <a:rPr lang="en-US" altLang="en-US"/>
              <a:t>Example: a + b (needs a left side and a right side).</a:t>
            </a:r>
            <a:endParaRPr lang="en-US" altLang="en-US"/>
          </a:p>
          <a:p>
            <a:pPr marL="457200" indent="-457200">
              <a:buFont typeface="+mj-lt"/>
              <a:buAutoNum type="arabicPeriod" startAt="3"/>
            </a:pPr>
            <a:r>
              <a:rPr lang="en-US" altLang="en-US"/>
              <a:t>Ternary Operator: </a:t>
            </a:r>
            <a:endParaRPr lang="en-US" altLang="en-US"/>
          </a:p>
          <a:p>
            <a:pPr marL="0" indent="457200">
              <a:buNone/>
            </a:pPr>
            <a:r>
              <a:rPr lang="en-US" altLang="en-US"/>
              <a:t>Needs exactly three operands.</a:t>
            </a:r>
            <a:endParaRPr lang="en-US" altLang="en-US"/>
          </a:p>
          <a:p>
            <a:pPr marL="0" indent="457200">
              <a:buNone/>
            </a:pPr>
            <a:r>
              <a:rPr lang="en-US" altLang="en-US"/>
              <a:t>Example: C has only one (? :), used as a shortcut for quick decisions.</a:t>
            </a:r>
            <a:endParaRPr lang="en-US" alt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 4 Core Operator</a:t>
            </a:r>
            <a:endParaRPr lang="en-US" altLang="en-US"/>
          </a:p>
        </p:txBody>
      </p:sp>
      <p:sp>
        <p:nvSpPr>
          <p:cNvPr id="5" name="Text Placeholder 4"/>
          <p:cNvSpPr>
            <a:spLocks noGrp="1"/>
          </p:cNvSpPr>
          <p:nvPr>
            <p:ph type="body" idx="1"/>
          </p:nvPr>
        </p:nvSpPr>
        <p:spPr/>
        <p:txBody>
          <a:bodyPr/>
          <a:p>
            <a:pPr marL="457200" indent="-457200">
              <a:buAutoNum type="arabicPeriod"/>
            </a:pPr>
            <a:r>
              <a:rPr lang="en-US" altLang="en-US"/>
              <a:t> Arithmetic Operators (The Math Tools).</a:t>
            </a:r>
            <a:endParaRPr lang="en-US" altLang="en-US"/>
          </a:p>
          <a:p>
            <a:pPr marL="457200" indent="-457200">
              <a:buAutoNum type="arabicPeriod"/>
            </a:pPr>
            <a:r>
              <a:rPr lang="en-US" altLang="en-US"/>
              <a:t>Relational Operators (The Comparison Tools).</a:t>
            </a:r>
            <a:endParaRPr lang="en-US" altLang="en-US"/>
          </a:p>
          <a:p>
            <a:pPr marL="457200" indent="-457200">
              <a:buAutoNum type="arabicPeriod"/>
            </a:pPr>
            <a:r>
              <a:rPr lang="en-US" altLang="en-US"/>
              <a:t>Logical Operators (The Condition Joiners).</a:t>
            </a:r>
            <a:endParaRPr lang="en-US" altLang="en-US"/>
          </a:p>
          <a:p>
            <a:pPr marL="457200" indent="-457200">
              <a:buAutoNum type="arabicPeriod"/>
            </a:pPr>
            <a:r>
              <a:rPr lang="en-US" altLang="en-US"/>
              <a:t>Assignment Operators (The Storage Tools).</a:t>
            </a:r>
            <a:endParaRPr lang="en-US" altLang="en-US"/>
          </a:p>
          <a:p>
            <a:pPr marL="0" indent="0" algn="ctr">
              <a:buNone/>
            </a:pPr>
            <a:r>
              <a:rPr lang="en-US" altLang="en-US"/>
              <a:t>\</a:t>
            </a:r>
            <a:endParaRPr lang="en-US" altLang="en-US"/>
          </a:p>
          <a:p>
            <a:pPr marL="0" indent="0" algn="ctr">
              <a:buNone/>
            </a:pPr>
            <a:endParaRPr lang="en-US" altLang="en-US"/>
          </a:p>
          <a:p>
            <a:pPr marL="0" indent="0" algn="ctr">
              <a:buNone/>
            </a:pPr>
            <a:r>
              <a:rPr lang="en-US" altLang="en-US"/>
              <a:t>There other operators also we will see later after discussing the 4 main.</a:t>
            </a:r>
            <a:endParaRPr lang="en-US" altLang="en-US"/>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 Arithmetic Operators (The Math Tools).</a:t>
            </a:r>
            <a:endParaRPr lang="en-US"/>
          </a:p>
        </p:txBody>
      </p:sp>
      <p:sp>
        <p:nvSpPr>
          <p:cNvPr id="5" name="Text Placeholder 4"/>
          <p:cNvSpPr>
            <a:spLocks noGrp="1"/>
          </p:cNvSpPr>
          <p:nvPr>
            <p:ph type="body" idx="1"/>
          </p:nvPr>
        </p:nvSpPr>
        <p:spPr/>
        <p:txBody>
          <a:bodyPr>
            <a:normAutofit lnSpcReduction="10000"/>
          </a:bodyPr>
          <a:p>
            <a:r>
              <a:rPr lang="en-US" altLang="en-US"/>
              <a:t>These perform standard calculations: </a:t>
            </a:r>
            <a:endParaRPr lang="en-US" altLang="en-US"/>
          </a:p>
          <a:p>
            <a:pPr marL="0" indent="457200">
              <a:buNone/>
            </a:pPr>
            <a:r>
              <a:rPr lang="en-US" altLang="en-US"/>
              <a:t>+ (Add), - (Subtract), * (Multiply), / (Divide), and % (Modulo).</a:t>
            </a:r>
            <a:endParaRPr lang="en-US" altLang="en-US"/>
          </a:p>
          <a:p>
            <a:r>
              <a:rPr lang="en-US" altLang="en-US"/>
              <a:t>The Modulo (%) Trick: </a:t>
            </a:r>
            <a:endParaRPr lang="en-US" altLang="en-US"/>
          </a:p>
          <a:p>
            <a:pPr marL="0" indent="457200">
              <a:buNone/>
            </a:pPr>
            <a:r>
              <a:rPr lang="en-US" altLang="en-US"/>
              <a:t>It divides two numbers and gives you the remainder, not the answer.10 % 3 equals 1 (3 goes into 10 three times, with 1 left over).</a:t>
            </a:r>
            <a:endParaRPr lang="en-US" altLang="en-US"/>
          </a:p>
          <a:p>
            <a:r>
              <a:rPr lang="en-US" altLang="en-US"/>
              <a:t>The Integer Division Trap: </a:t>
            </a:r>
            <a:endParaRPr lang="en-US" altLang="en-US"/>
          </a:p>
          <a:p>
            <a:pPr marL="0" indent="457200">
              <a:buNone/>
            </a:pPr>
            <a:r>
              <a:rPr lang="en-US" altLang="en-US"/>
              <a:t>Dividing an integer by an integer cuts off the decimal.5 / 2 in C equals 2, not 2.5. To get 2.5, at least one number must be written with a decimal point (e.g., 5.0 / 2).</a:t>
            </a:r>
            <a:endParaRPr lang="en-US"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 Arithmetic Operators (The Math Tools).</a:t>
            </a:r>
            <a:endParaRPr lang="en-US"/>
          </a:p>
        </p:txBody>
      </p:sp>
      <p:sp>
        <p:nvSpPr>
          <p:cNvPr id="5" name="Text Placeholder 4"/>
          <p:cNvSpPr>
            <a:spLocks noGrp="1"/>
          </p:cNvSpPr>
          <p:nvPr>
            <p:ph type="body" idx="1"/>
          </p:nvPr>
        </p:nvSpPr>
        <p:spPr/>
        <p:txBody>
          <a:bodyPr/>
          <a:p>
            <a:endParaRPr lang="en-US"/>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Relational Operators (The Comparison Tools).</a:t>
            </a:r>
            <a:endParaRPr lang="en-US"/>
          </a:p>
        </p:txBody>
      </p:sp>
      <p:sp>
        <p:nvSpPr>
          <p:cNvPr id="5" name="Text Placeholder 4"/>
          <p:cNvSpPr>
            <a:spLocks noGrp="1"/>
          </p:cNvSpPr>
          <p:nvPr>
            <p:ph type="body" idx="1"/>
          </p:nvPr>
        </p:nvSpPr>
        <p:spPr/>
        <p:txBody>
          <a:bodyPr/>
          <a:p>
            <a:r>
              <a:rPr lang="en-US" altLang="en-US"/>
              <a:t>These compare two values and return a logic answer:</a:t>
            </a:r>
            <a:endParaRPr lang="en-US" altLang="en-US"/>
          </a:p>
          <a:p>
            <a:pPr marL="0" indent="457200">
              <a:buNone/>
            </a:pPr>
            <a:r>
              <a:rPr lang="en-US" altLang="en-US"/>
              <a:t>True (1) or False (0)</a:t>
            </a:r>
            <a:endParaRPr lang="en-US" altLang="en-US"/>
          </a:p>
          <a:p>
            <a:r>
              <a:rPr lang="en-US" altLang="en-US"/>
              <a:t>The tools: &gt; (Greater than), &lt; (Less than), &gt;= (Greater/Equal), &lt;= (Less/Equal), != (Not equal).</a:t>
            </a:r>
            <a:endParaRPr lang="en-US" altLang="en-US"/>
          </a:p>
          <a:p>
            <a:r>
              <a:rPr lang="en-US" altLang="en-US"/>
              <a:t>The Double-Equals Bug: </a:t>
            </a:r>
            <a:endParaRPr lang="en-US" altLang="en-US"/>
          </a:p>
          <a:p>
            <a:pPr marL="0" indent="457200">
              <a:buNone/>
            </a:pPr>
            <a:r>
              <a:rPr lang="en-US" altLang="en-US"/>
              <a:t>To check if two values are equal, you must use ==. A single = means "store a value." Writing if (x = 5) instead of if (x == 5) is a major beginner bug that overwrites your data.</a:t>
            </a:r>
            <a:endParaRPr lang="en-US" altLang="en-US"/>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Logical Operators (The Condition Joiners).</a:t>
            </a:r>
            <a:endParaRPr lang="en-US"/>
          </a:p>
        </p:txBody>
      </p:sp>
      <p:sp>
        <p:nvSpPr>
          <p:cNvPr id="5" name="Text Placeholder 4"/>
          <p:cNvSpPr>
            <a:spLocks noGrp="1"/>
          </p:cNvSpPr>
          <p:nvPr>
            <p:ph type="body" idx="1"/>
          </p:nvPr>
        </p:nvSpPr>
        <p:spPr/>
        <p:txBody>
          <a:bodyPr/>
          <a:p>
            <a:r>
              <a:rPr lang="en-US" altLang="en-US"/>
              <a:t>These combine multiple conditions together:</a:t>
            </a:r>
            <a:endParaRPr lang="en-US" altLang="en-US"/>
          </a:p>
          <a:p>
            <a:r>
              <a:rPr lang="en-US" altLang="en-US"/>
              <a:t>&amp;&amp; (AND): </a:t>
            </a:r>
            <a:endParaRPr lang="en-US" altLang="en-US"/>
          </a:p>
          <a:p>
            <a:pPr marL="0" indent="457200">
              <a:buNone/>
            </a:pPr>
            <a:r>
              <a:rPr lang="en-US" altLang="en-US"/>
              <a:t>True only if both conditions are true (e.g., age &gt; 18 &amp;&amp; has_license == 1).</a:t>
            </a:r>
            <a:endParaRPr lang="en-US" altLang="en-US"/>
          </a:p>
          <a:p>
            <a:r>
              <a:rPr lang="en-US" altLang="en-US"/>
              <a:t>|| (OR): </a:t>
            </a:r>
            <a:endParaRPr lang="en-US" altLang="en-US"/>
          </a:p>
          <a:p>
            <a:pPr marL="0" indent="457200">
              <a:buNone/>
            </a:pPr>
            <a:r>
              <a:rPr lang="en-US" altLang="en-US"/>
              <a:t>True if at least one condition is true (e.g., is_weekend || is_holiday).</a:t>
            </a:r>
            <a:endParaRPr lang="en-US" altLang="en-US"/>
          </a:p>
          <a:p>
            <a:r>
              <a:rPr lang="en-US" altLang="en-US"/>
              <a:t>! (NOT): </a:t>
            </a:r>
            <a:endParaRPr lang="en-US" altLang="en-US"/>
          </a:p>
          <a:p>
            <a:pPr marL="0" indent="457200">
              <a:buNone/>
            </a:pPr>
            <a:r>
              <a:rPr lang="en-US" altLang="en-US"/>
              <a:t>Reverses the logic state. It turns True to False, and False to True.</a:t>
            </a:r>
            <a:endParaRPr lang="en-US" altLang="en-US"/>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Assignment Operators (The Storage Tools).</a:t>
            </a:r>
            <a:endParaRPr lang="en-US"/>
          </a:p>
        </p:txBody>
      </p:sp>
      <p:sp>
        <p:nvSpPr>
          <p:cNvPr id="5" name="Text Placeholder 4"/>
          <p:cNvSpPr>
            <a:spLocks noGrp="1"/>
          </p:cNvSpPr>
          <p:nvPr>
            <p:ph type="body" idx="1"/>
          </p:nvPr>
        </p:nvSpPr>
        <p:spPr/>
        <p:txBody>
          <a:bodyPr/>
          <a:p>
            <a:r>
              <a:rPr lang="en-US" altLang="en-US"/>
              <a:t>These store values inside a variable's memory address:</a:t>
            </a:r>
            <a:endParaRPr lang="en-US" altLang="en-US"/>
          </a:p>
          <a:p>
            <a:r>
              <a:rPr lang="en-US" altLang="en-US"/>
              <a:t>=: </a:t>
            </a:r>
            <a:endParaRPr lang="en-US" altLang="en-US"/>
          </a:p>
          <a:p>
            <a:pPr marL="0" indent="457200">
              <a:buNone/>
            </a:pPr>
            <a:r>
              <a:rPr lang="en-US" altLang="en-US"/>
              <a:t>Basic assignment (x = 10;).</a:t>
            </a:r>
            <a:endParaRPr lang="en-US" altLang="en-US"/>
          </a:p>
          <a:p>
            <a:r>
              <a:rPr lang="en-US" altLang="en-US"/>
              <a:t>Shorthands (+=, -=, *=, /=): </a:t>
            </a:r>
            <a:endParaRPr lang="en-US" altLang="en-US"/>
          </a:p>
          <a:p>
            <a:pPr marL="0" indent="457200">
              <a:buNone/>
            </a:pPr>
            <a:r>
              <a:rPr lang="en-US" altLang="en-US"/>
              <a:t>Quick ways to update a variable based on its current value.</a:t>
            </a:r>
            <a:endParaRPr lang="en-US" altLang="en-US"/>
          </a:p>
          <a:p>
            <a:pPr marL="0" indent="457200">
              <a:buNone/>
            </a:pPr>
            <a:r>
              <a:rPr lang="en-US" altLang="en-US"/>
              <a:t>x+= 5; is the exact same thing as writing x = x + 5;.</a:t>
            </a:r>
            <a:endParaRPr lang="en-US" altLang="en-US"/>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NOTE</a:t>
            </a:r>
            <a:endParaRPr lang="en-US"/>
          </a:p>
        </p:txBody>
      </p:sp>
      <p:sp>
        <p:nvSpPr>
          <p:cNvPr id="5" name="Text Placeholder 4"/>
          <p:cNvSpPr>
            <a:spLocks noGrp="1"/>
          </p:cNvSpPr>
          <p:nvPr>
            <p:ph type="body" idx="1"/>
          </p:nvPr>
        </p:nvSpPr>
        <p:spPr/>
        <p:txBody>
          <a:bodyPr anchor="ctr" anchorCtr="0"/>
          <a:p>
            <a:pPr marL="0" indent="0" algn="ctr">
              <a:buNone/>
            </a:pPr>
            <a:r>
              <a:rPr lang="en-US" b="1"/>
              <a:t>AFTER THIS PAGE DONT PUT PRESSURE ON YOUR SELF JUST TRY TO GRASP SOMETHING AND IF YOU FAIL THATS GREAT WE WILL DO IT IN FUTURE WHEN IT IS ACTUALLY NEEDED</a:t>
            </a:r>
            <a:endParaRPr lang="en-US" b="1"/>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Bitwise Operators</a:t>
            </a:r>
            <a:endParaRPr lang="en-US" altLang="en-US"/>
          </a:p>
        </p:txBody>
      </p:sp>
      <p:sp>
        <p:nvSpPr>
          <p:cNvPr id="5" name="Text Placeholder 4"/>
          <p:cNvSpPr>
            <a:spLocks noGrp="1"/>
          </p:cNvSpPr>
          <p:nvPr>
            <p:ph type="body" idx="1"/>
          </p:nvPr>
        </p:nvSpPr>
        <p:spPr/>
        <p:txBody>
          <a:bodyPr/>
          <a:p>
            <a:r>
              <a:rPr lang="en-US" altLang="en-US"/>
              <a:t>Bitwise operators manipulate data at the lowest possible level: individual binary bits (0s and 1s).</a:t>
            </a:r>
            <a:endParaRPr lang="en-US" altLang="en-US"/>
          </a:p>
          <a:p>
            <a:r>
              <a:rPr lang="en-US" altLang="en-US"/>
              <a:t>Computers store integers as binary sequences. For example, the number 5 is 0101 and the number 6 is 0110 in 4-bit binary. Bitwise operators compare or shift these bit patterns directly, making them incredibly fast.</a:t>
            </a:r>
            <a:endParaRPr lang="en-US" altLang="en-US"/>
          </a:p>
          <a:p>
            <a:pPr marL="0" indent="0">
              <a:buNone/>
            </a:pPr>
            <a:endParaRPr lang="en-US" altLang="en-US"/>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Bitwise Operators</a:t>
            </a:r>
            <a:endParaRPr lang="en-US"/>
          </a:p>
        </p:txBody>
      </p:sp>
      <p:sp>
        <p:nvSpPr>
          <p:cNvPr id="5" name="Text Placeholder 4"/>
          <p:cNvSpPr>
            <a:spLocks noGrp="1"/>
          </p:cNvSpPr>
          <p:nvPr>
            <p:ph type="body" idx="1"/>
          </p:nvPr>
        </p:nvSpPr>
        <p:spPr/>
        <p:txBody>
          <a:bodyPr/>
          <a:p>
            <a:pPr marL="457200" indent="-457200">
              <a:buAutoNum type="arabicPeriod"/>
            </a:pPr>
            <a:r>
              <a:rPr lang="en-US" altLang="en-US">
                <a:sym typeface="+mn-ea"/>
              </a:rPr>
              <a:t>Bitwise AND (&amp;):</a:t>
            </a:r>
            <a:endParaRPr lang="en-US" altLang="en-US">
              <a:sym typeface="+mn-ea"/>
            </a:endParaRPr>
          </a:p>
          <a:p>
            <a:pPr marL="0" indent="457200">
              <a:buNone/>
            </a:pPr>
            <a:r>
              <a:rPr lang="en-US" altLang="en-US">
                <a:sym typeface="+mn-ea"/>
              </a:rPr>
              <a:t>Compares two values bit by bit. </a:t>
            </a:r>
            <a:endParaRPr lang="en-US" altLang="en-US">
              <a:sym typeface="+mn-ea"/>
            </a:endParaRPr>
          </a:p>
          <a:p>
            <a:pPr marL="0" indent="457200">
              <a:buNone/>
            </a:pPr>
            <a:r>
              <a:rPr lang="en-US" altLang="en-US">
                <a:sym typeface="+mn-ea"/>
              </a:rPr>
              <a:t>It returns 1 only if both corresponding bits are 1.</a:t>
            </a:r>
            <a:endParaRPr lang="en-US" altLang="en-US">
              <a:sym typeface="+mn-ea"/>
            </a:endParaRPr>
          </a:p>
          <a:p>
            <a:pPr marL="0" indent="457200">
              <a:buNone/>
            </a:pPr>
            <a:r>
              <a:rPr lang="en-US" altLang="en-US">
                <a:sym typeface="+mn-ea"/>
              </a:rPr>
              <a:t>5 &amp; 6 ➔ 0101 &amp; 0110 = 0100 (which is 4 in decimal).</a:t>
            </a:r>
            <a:endParaRPr lang="en-US" altLang="en-US">
              <a:sym typeface="+mn-ea"/>
            </a:endParaRPr>
          </a:p>
          <a:p>
            <a:pPr marL="0" indent="457200">
              <a:buNone/>
            </a:pPr>
            <a:r>
              <a:rPr lang="en-US" altLang="en-US">
                <a:sym typeface="+mn-ea"/>
              </a:rPr>
              <a:t>Common Use: </a:t>
            </a:r>
            <a:endParaRPr lang="en-US" altLang="en-US">
              <a:sym typeface="+mn-ea"/>
            </a:endParaRPr>
          </a:p>
          <a:p>
            <a:pPr marL="0" indent="457200">
              <a:buNone/>
            </a:pPr>
            <a:r>
              <a:rPr lang="en-US" altLang="en-US">
                <a:sym typeface="+mn-ea"/>
              </a:rPr>
              <a:t>Used for "masking" to check if a specific bit is turned on or off.</a:t>
            </a:r>
            <a:endParaRPr lang="en-US" altLang="en-US"/>
          </a:p>
          <a:p>
            <a:pPr marL="457200" indent="-457200">
              <a:buAutoNum type="arabicPeriod"/>
            </a:pPr>
            <a:endParaRPr lang="en-US"/>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Bitwise Operators</a:t>
            </a:r>
            <a:endParaRPr lang="en-US"/>
          </a:p>
        </p:txBody>
      </p:sp>
      <p:sp>
        <p:nvSpPr>
          <p:cNvPr id="5" name="Text Placeholder 4"/>
          <p:cNvSpPr>
            <a:spLocks noGrp="1"/>
          </p:cNvSpPr>
          <p:nvPr>
            <p:ph type="body" idx="1"/>
          </p:nvPr>
        </p:nvSpPr>
        <p:spPr/>
        <p:txBody>
          <a:bodyPr/>
          <a:p>
            <a:pPr marL="457200" indent="-457200">
              <a:buFont typeface="+mj-lt"/>
              <a:buAutoNum type="arabicPeriod" startAt="2"/>
            </a:pPr>
            <a:r>
              <a:rPr lang="en-US" altLang="en-US"/>
              <a:t> Bitwise OR (|):</a:t>
            </a:r>
            <a:endParaRPr lang="en-US" altLang="en-US"/>
          </a:p>
          <a:p>
            <a:pPr marL="0" indent="457200">
              <a:buFont typeface="+mj-lt"/>
              <a:buNone/>
            </a:pPr>
            <a:r>
              <a:rPr lang="en-US" altLang="en-US"/>
              <a:t>Compares two values bit by bit. </a:t>
            </a:r>
            <a:endParaRPr lang="en-US" altLang="en-US"/>
          </a:p>
          <a:p>
            <a:pPr marL="0" indent="457200">
              <a:buFont typeface="+mj-lt"/>
              <a:buNone/>
            </a:pPr>
            <a:r>
              <a:rPr lang="en-US" altLang="en-US"/>
              <a:t>It returns 1 if at least one corresponding bit is 1.</a:t>
            </a:r>
            <a:endParaRPr lang="en-US" altLang="en-US"/>
          </a:p>
          <a:p>
            <a:pPr marL="0" indent="457200">
              <a:buFont typeface="+mj-lt"/>
              <a:buNone/>
            </a:pPr>
            <a:r>
              <a:rPr lang="en-US" altLang="en-US"/>
              <a:t>5 | 6 ➔ 0101 | 0110 = 0111 (which is 7 in decimal.</a:t>
            </a:r>
            <a:endParaRPr lang="en-US" altLang="en-US"/>
          </a:p>
          <a:p>
            <a:pPr marL="0" indent="457200">
              <a:buFont typeface="+mj-lt"/>
              <a:buNone/>
            </a:pPr>
            <a:r>
              <a:rPr lang="en-US" altLang="en-US"/>
              <a:t>Common Use: </a:t>
            </a:r>
            <a:endParaRPr lang="en-US" altLang="en-US"/>
          </a:p>
          <a:p>
            <a:pPr marL="0" indent="457200">
              <a:buFont typeface="+mj-lt"/>
              <a:buNone/>
            </a:pPr>
            <a:r>
              <a:rPr lang="en-US" altLang="en-US"/>
              <a:t>               Used to turn specific configuration bits or status flags "ON".</a:t>
            </a:r>
            <a:endParaRPr lang="en-US" altLang="en-US"/>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Bitwise Operators</a:t>
            </a:r>
            <a:endParaRPr lang="en-US"/>
          </a:p>
        </p:txBody>
      </p:sp>
      <p:sp>
        <p:nvSpPr>
          <p:cNvPr id="5" name="Text Placeholder 4"/>
          <p:cNvSpPr>
            <a:spLocks noGrp="1"/>
          </p:cNvSpPr>
          <p:nvPr>
            <p:ph type="body" idx="1"/>
          </p:nvPr>
        </p:nvSpPr>
        <p:spPr/>
        <p:txBody>
          <a:bodyPr/>
          <a:p>
            <a:pPr marL="457200" indent="-457200">
              <a:buFont typeface="+mj-lt"/>
              <a:buAutoNum type="arabicPeriod" startAt="3"/>
            </a:pPr>
            <a:r>
              <a:rPr lang="en-US" altLang="en-US"/>
              <a:t> Bitwise XOR (^):</a:t>
            </a:r>
            <a:endParaRPr lang="en-US" altLang="en-US"/>
          </a:p>
          <a:p>
            <a:pPr marL="0" indent="457200">
              <a:buNone/>
            </a:pPr>
            <a:r>
              <a:rPr lang="en-US" altLang="en-US"/>
              <a:t>Compares two values bit by bit. </a:t>
            </a:r>
            <a:endParaRPr lang="en-US" altLang="en-US"/>
          </a:p>
          <a:p>
            <a:pPr marL="0" indent="457200">
              <a:buNone/>
            </a:pPr>
            <a:r>
              <a:rPr lang="en-US" altLang="en-US"/>
              <a:t>It returns 1 only if the bits are different. </a:t>
            </a:r>
            <a:endParaRPr lang="en-US" altLang="en-US"/>
          </a:p>
          <a:p>
            <a:pPr marL="0" indent="457200">
              <a:buNone/>
            </a:pPr>
            <a:r>
              <a:rPr lang="en-US" altLang="en-US"/>
              <a:t>If they are the same, it returns 0.</a:t>
            </a:r>
            <a:endParaRPr lang="en-US" altLang="en-US"/>
          </a:p>
          <a:p>
            <a:pPr marL="0" indent="457200">
              <a:buNone/>
            </a:pPr>
            <a:r>
              <a:rPr lang="en-US" altLang="en-US"/>
              <a:t>5 ^ 6 ➔ 0101 ^ 0110 = 0011 (which is 3 in decimal).</a:t>
            </a:r>
            <a:endParaRPr lang="en-US" altLang="en-US"/>
          </a:p>
          <a:p>
            <a:pPr marL="0" indent="457200">
              <a:buNone/>
            </a:pPr>
            <a:r>
              <a:rPr lang="en-US" altLang="en-US"/>
              <a:t>Common Use: </a:t>
            </a:r>
            <a:endParaRPr lang="en-US" altLang="en-US"/>
          </a:p>
          <a:p>
            <a:pPr marL="0" indent="457200">
              <a:buNone/>
            </a:pPr>
            <a:r>
              <a:rPr lang="en-US" altLang="en-US"/>
              <a:t>                Toggling bits, simple encryption, or swapping two variables without using a temporary third variable.</a:t>
            </a:r>
            <a:endParaRPr lang="en-US" altLang="en-US"/>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Bitwise Operators</a:t>
            </a:r>
            <a:endParaRPr lang="en-US"/>
          </a:p>
        </p:txBody>
      </p:sp>
      <p:sp>
        <p:nvSpPr>
          <p:cNvPr id="5" name="Text Placeholder 4"/>
          <p:cNvSpPr>
            <a:spLocks noGrp="1"/>
          </p:cNvSpPr>
          <p:nvPr>
            <p:ph type="body" idx="1"/>
          </p:nvPr>
        </p:nvSpPr>
        <p:spPr/>
        <p:txBody>
          <a:bodyPr/>
          <a:p>
            <a:pPr marL="457200" indent="-457200">
              <a:buFont typeface="+mj-lt"/>
              <a:buAutoNum type="arabicPeriod" startAt="4"/>
            </a:pPr>
            <a:r>
              <a:rPr lang="en-US" altLang="en-US"/>
              <a:t>Bitwise NOT (~):</a:t>
            </a:r>
            <a:endParaRPr lang="en-US" altLang="en-US"/>
          </a:p>
          <a:p>
            <a:pPr marL="0" indent="457200">
              <a:buNone/>
            </a:pPr>
            <a:r>
              <a:rPr lang="en-US" altLang="en-US"/>
              <a:t>A unary operator that flips every single bit of a number (1 becomes 0, and 0 becomes 1).</a:t>
            </a:r>
            <a:endParaRPr lang="en-US" altLang="en-US"/>
          </a:p>
          <a:p>
            <a:pPr marL="0" indent="457200">
              <a:buNone/>
            </a:pPr>
            <a:r>
              <a:rPr lang="en-US" altLang="en-US"/>
              <a:t>~5 ➔ Turns 0000 0101 into 1111 1010 (which represents -6 due to how computers handle negative binary math via Two's Complement).</a:t>
            </a:r>
            <a:endParaRPr lang="en-US" altLang="en-US"/>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Bitwise Operators</a:t>
            </a:r>
            <a:endParaRPr lang="en-US"/>
          </a:p>
        </p:txBody>
      </p:sp>
      <p:sp>
        <p:nvSpPr>
          <p:cNvPr id="5" name="Text Placeholder 4"/>
          <p:cNvSpPr>
            <a:spLocks noGrp="1"/>
          </p:cNvSpPr>
          <p:nvPr>
            <p:ph type="body" idx="1"/>
          </p:nvPr>
        </p:nvSpPr>
        <p:spPr/>
        <p:txBody>
          <a:bodyPr>
            <a:normAutofit fontScale="90000"/>
          </a:bodyPr>
          <a:p>
            <a:pPr marL="457200" indent="-457200">
              <a:buFont typeface="+mj-lt"/>
              <a:buAutoNum type="arabicPeriod" startAt="5"/>
            </a:pPr>
            <a:r>
              <a:rPr lang="en-US" altLang="en-US"/>
              <a:t>Left Shift (&lt;&lt;) and Right Shift (&gt;&gt;):</a:t>
            </a:r>
            <a:endParaRPr lang="en-US" altLang="en-US"/>
          </a:p>
          <a:p>
            <a:pPr marL="0" indent="457200">
              <a:buFont typeface="+mj-lt"/>
              <a:buNone/>
            </a:pPr>
            <a:r>
              <a:rPr lang="en-US" altLang="en-US"/>
              <a:t>These operators slide all the bits of a number to the left or right, padding the empty spaces with zeros.</a:t>
            </a:r>
            <a:endParaRPr lang="en-US" altLang="en-US"/>
          </a:p>
          <a:p>
            <a:pPr marL="0" indent="457200">
              <a:buFont typeface="+mj-lt"/>
              <a:buNone/>
            </a:pPr>
            <a:r>
              <a:rPr lang="en-US" altLang="en-US"/>
              <a:t>Left Shift (&lt;&lt;):</a:t>
            </a:r>
            <a:endParaRPr lang="en-US" altLang="en-US"/>
          </a:p>
          <a:p>
            <a:pPr marL="0" indent="457200">
              <a:buFont typeface="+mj-lt"/>
              <a:buNone/>
            </a:pPr>
            <a:r>
              <a:rPr lang="en-US" altLang="en-US"/>
              <a:t>        5 &lt;&lt; 1 slides 0101 left by 1 position to become 1010 (which is 10).</a:t>
            </a:r>
            <a:endParaRPr lang="en-US" altLang="en-US"/>
          </a:p>
          <a:p>
            <a:pPr marL="0" indent="457200">
              <a:buFont typeface="+mj-lt"/>
              <a:buNone/>
            </a:pPr>
            <a:r>
              <a:rPr lang="en-US" altLang="en-US"/>
              <a:t>        Shorthand: Shifting left by 1 bit effectively multiplies the number by 2.</a:t>
            </a:r>
            <a:endParaRPr lang="en-US" altLang="en-US"/>
          </a:p>
          <a:p>
            <a:pPr marL="0" indent="457200">
              <a:buFont typeface="+mj-lt"/>
              <a:buNone/>
            </a:pPr>
            <a:r>
              <a:rPr lang="en-US" altLang="en-US"/>
              <a:t>Right Shift (&gt;&gt;): </a:t>
            </a:r>
            <a:endParaRPr lang="en-US" altLang="en-US"/>
          </a:p>
          <a:p>
            <a:pPr marL="0" indent="457200">
              <a:buFont typeface="+mj-lt"/>
              <a:buNone/>
            </a:pPr>
            <a:r>
              <a:rPr lang="en-US" altLang="en-US"/>
              <a:t>         5 &gt;&gt; 1 slides 0101 right by 1 position to become 0010 (which is 2).Shorthand: Shifting right by 1 bit effectively divides the number by 2 (dropping fractions).</a:t>
            </a:r>
            <a:endParaRPr lang="en-US" altLang="en-US"/>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Special &amp; Miscellaneous Operators</a:t>
            </a:r>
            <a:endParaRPr lang="en-US" altLang="en-US"/>
          </a:p>
        </p:txBody>
      </p:sp>
      <p:sp>
        <p:nvSpPr>
          <p:cNvPr id="5" name="Text Placeholder 4"/>
          <p:cNvSpPr>
            <a:spLocks noGrp="1"/>
          </p:cNvSpPr>
          <p:nvPr>
            <p:ph type="body" idx="1"/>
          </p:nvPr>
        </p:nvSpPr>
        <p:spPr/>
        <p:txBody>
          <a:bodyPr>
            <a:normAutofit lnSpcReduction="10000"/>
          </a:bodyPr>
          <a:p>
            <a:r>
              <a:rPr lang="en-US" altLang="en-US"/>
              <a:t>C features a few unique operators that handle memory structural queries, memory layouts, and inline decisions.</a:t>
            </a:r>
            <a:endParaRPr lang="en-US" altLang="en-US"/>
          </a:p>
          <a:p>
            <a:pPr marL="457200" indent="-457200">
              <a:buAutoNum type="arabicPeriod"/>
            </a:pPr>
            <a:r>
              <a:rPr lang="en-US" altLang="en-US"/>
              <a:t> The sizeof Operator.</a:t>
            </a:r>
            <a:endParaRPr lang="en-US" altLang="en-US"/>
          </a:p>
          <a:p>
            <a:pPr marL="457200" indent="-457200">
              <a:buAutoNum type="arabicPeriod"/>
            </a:pPr>
            <a:r>
              <a:rPr lang="en-US" altLang="en-US"/>
              <a:t> The Conditional/Ternary Operator (? :).</a:t>
            </a:r>
            <a:endParaRPr lang="en-US" altLang="en-US"/>
          </a:p>
          <a:p>
            <a:pPr marL="457200" indent="-457200">
              <a:buAutoNum type="arabicPeriod"/>
            </a:pPr>
            <a:r>
              <a:rPr lang="en-US" altLang="en-US"/>
              <a:t> Pointer Operators (&amp; and *).</a:t>
            </a:r>
            <a:endParaRPr lang="en-US" altLang="en-US"/>
          </a:p>
          <a:p>
            <a:pPr marL="457200" indent="-457200">
              <a:buAutoNum type="arabicPeriod"/>
            </a:pPr>
            <a:r>
              <a:rPr lang="en-US" altLang="en-US"/>
              <a:t> Member Access Operators (. and -&gt;).</a:t>
            </a:r>
            <a:endParaRPr lang="en-US" altLang="en-US"/>
          </a:p>
          <a:p>
            <a:pPr marL="457200" indent="-457200">
              <a:buAutoNum type="arabicPeriod"/>
            </a:pPr>
            <a:r>
              <a:rPr lang="en-US" altLang="en-US"/>
              <a:t>Increment and Decrement Operators (++ and --).</a:t>
            </a:r>
            <a:endParaRPr lang="en-US" altLang="en-US"/>
          </a:p>
          <a:p>
            <a:pPr marL="457200" indent="-457200">
              <a:buAutoNum type="arabicPeriod"/>
            </a:pPr>
            <a:r>
              <a:rPr lang="en-US" altLang="en-US"/>
              <a:t>The Comma Operator (,).</a:t>
            </a:r>
            <a:endParaRPr lang="en-US" altLang="en-US"/>
          </a:p>
          <a:p>
            <a:pPr marL="457200" indent="-457200">
              <a:buAutoNum type="arabicPeriod"/>
            </a:pPr>
            <a:r>
              <a:rPr lang="en-US" altLang="en-US"/>
              <a:t>Array and Function Operators ([ ] and ( )).</a:t>
            </a:r>
            <a:endParaRPr lang="en-US" altLang="en-US"/>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The sizeof Operator.</a:t>
            </a:r>
            <a:endParaRPr lang="en-US"/>
          </a:p>
        </p:txBody>
      </p:sp>
      <p:sp>
        <p:nvSpPr>
          <p:cNvPr id="5" name="Text Placeholder 4"/>
          <p:cNvSpPr>
            <a:spLocks noGrp="1"/>
          </p:cNvSpPr>
          <p:nvPr>
            <p:ph type="body" idx="1"/>
          </p:nvPr>
        </p:nvSpPr>
        <p:spPr/>
        <p:txBody>
          <a:bodyPr/>
          <a:p>
            <a:r>
              <a:rPr lang="en-US" altLang="en-US"/>
              <a:t>Though it looks like a function word, sizeof is a built-in unary operator.</a:t>
            </a:r>
            <a:endParaRPr lang="en-US" altLang="en-US"/>
          </a:p>
          <a:p>
            <a:r>
              <a:rPr lang="en-US" altLang="en-US"/>
              <a:t>It calculates the exact memory size (in bytes) of a data type or variable.</a:t>
            </a:r>
            <a:endParaRPr lang="en-US" altLang="en-US"/>
          </a:p>
          <a:p>
            <a:r>
              <a:rPr lang="en-US" altLang="en-US"/>
              <a:t>sizeof(int) ➔ Evaluates to 4 on most modern computers.</a:t>
            </a:r>
            <a:endParaRPr lang="en-US" altLang="en-US"/>
          </a:p>
          <a:p>
            <a:r>
              <a:rPr lang="en-US" altLang="en-US"/>
              <a:t>sizeof(char) ➔ Always evaluates to 1.</a:t>
            </a:r>
            <a:endParaRPr lang="en-US" altLang="en-US"/>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The Conditional/Ternary Operator (? :).</a:t>
            </a:r>
            <a:endParaRPr lang="en-US"/>
          </a:p>
        </p:txBody>
      </p:sp>
      <p:sp>
        <p:nvSpPr>
          <p:cNvPr id="5" name="Text Placeholder 4"/>
          <p:cNvSpPr>
            <a:spLocks noGrp="1"/>
          </p:cNvSpPr>
          <p:nvPr>
            <p:ph type="body" idx="1"/>
          </p:nvPr>
        </p:nvSpPr>
        <p:spPr/>
        <p:txBody>
          <a:bodyPr/>
          <a:p>
            <a:r>
              <a:rPr lang="en-US" altLang="en-US"/>
              <a:t>This is the only operator in C that takes three operands.</a:t>
            </a:r>
            <a:endParaRPr lang="en-US" altLang="en-US"/>
          </a:p>
          <a:p>
            <a:r>
              <a:rPr lang="en-US" altLang="en-US"/>
              <a:t>It works like a shorthand, inline version of an if-else statement.</a:t>
            </a:r>
            <a:endParaRPr lang="en-US" altLang="en-US"/>
          </a:p>
          <a:p>
            <a:r>
              <a:rPr lang="en-US" altLang="en-US"/>
              <a:t>Syntax: </a:t>
            </a:r>
            <a:endParaRPr lang="en-US" altLang="en-US"/>
          </a:p>
          <a:p>
            <a:pPr marL="0" indent="0">
              <a:buNone/>
            </a:pPr>
            <a:r>
              <a:rPr lang="en-US" altLang="en-US"/>
              <a:t>    	condition? value_if_true : value_if_false;</a:t>
            </a:r>
            <a:endParaRPr lang="en-US" altLang="en-US"/>
          </a:p>
          <a:p>
            <a:r>
              <a:rPr lang="en-US" altLang="en-US"/>
              <a:t>Example:</a:t>
            </a:r>
            <a:endParaRPr lang="en-US" altLang="en-US"/>
          </a:p>
          <a:p>
            <a:pPr marL="0" indent="457200">
              <a:buNone/>
            </a:pPr>
            <a:r>
              <a:rPr lang="en-US" altLang="en-US"/>
              <a:t>    int max = (a &gt; b) ? a : b;</a:t>
            </a:r>
            <a:endParaRPr lang="en-US" altLang="en-US"/>
          </a:p>
          <a:p>
            <a:pPr marL="342900" indent="-342900"/>
            <a:r>
              <a:rPr lang="en-US" altLang="en-US"/>
              <a:t>Explanation:</a:t>
            </a:r>
            <a:endParaRPr lang="en-US" altLang="en-US"/>
          </a:p>
          <a:p>
            <a:pPr marL="0" indent="0">
              <a:buNone/>
            </a:pPr>
            <a:r>
              <a:rPr lang="en-US" altLang="en-US"/>
              <a:t>  	If a is bigger than b, store a inside max. Otherwise, store b.</a:t>
            </a:r>
            <a:endParaRPr lang="en-US" altLang="en-US"/>
          </a:p>
          <a:p>
            <a:pPr marL="0" indent="0">
              <a:buNone/>
            </a:pPr>
            <a:endParaRPr lang="en-US" altLang="en-US"/>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Pointer Operators (&amp; and *).</a:t>
            </a:r>
            <a:endParaRPr lang="en-US" altLang="en-US"/>
          </a:p>
        </p:txBody>
      </p:sp>
      <p:sp>
        <p:nvSpPr>
          <p:cNvPr id="5" name="Text Placeholder 4"/>
          <p:cNvSpPr>
            <a:spLocks noGrp="1"/>
          </p:cNvSpPr>
          <p:nvPr>
            <p:ph type="body" idx="1"/>
          </p:nvPr>
        </p:nvSpPr>
        <p:spPr/>
        <p:txBody>
          <a:bodyPr>
            <a:normAutofit lnSpcReduction="10000"/>
          </a:bodyPr>
          <a:p>
            <a:r>
              <a:rPr lang="en-US" altLang="en-US"/>
              <a:t>These manage direct RAM addresses.</a:t>
            </a:r>
            <a:endParaRPr lang="en-US" altLang="en-US"/>
          </a:p>
          <a:p>
            <a:r>
              <a:rPr lang="en-US" altLang="en-US"/>
              <a:t> They are foundational to advanced C programming.</a:t>
            </a:r>
            <a:endParaRPr lang="en-US" altLang="en-US"/>
          </a:p>
          <a:p>
            <a:r>
              <a:rPr lang="en-US" altLang="en-US"/>
              <a:t>Address-of Operator (&amp;): </a:t>
            </a:r>
            <a:endParaRPr lang="en-US" altLang="en-US"/>
          </a:p>
          <a:p>
            <a:pPr marL="0" indent="457200">
              <a:buNone/>
            </a:pPr>
            <a:r>
              <a:rPr lang="en-US" altLang="en-US"/>
              <a:t>       Returns the exact physical memory address location of a variable.</a:t>
            </a:r>
            <a:endParaRPr lang="en-US" altLang="en-US"/>
          </a:p>
          <a:p>
            <a:pPr marL="0" indent="0">
              <a:buNone/>
            </a:pPr>
            <a:r>
              <a:rPr lang="en-US" altLang="en-US"/>
              <a:t> 	  &amp;my_variable ➔ Give me the memory coordinates where this data lives.</a:t>
            </a:r>
            <a:endParaRPr lang="en-US" altLang="en-US"/>
          </a:p>
          <a:p>
            <a:r>
              <a:rPr lang="en-US" altLang="en-US"/>
              <a:t>Dereference Operator (*): </a:t>
            </a:r>
            <a:endParaRPr lang="en-US" altLang="en-US"/>
          </a:p>
          <a:p>
            <a:pPr marL="0" indent="457200">
              <a:buNone/>
            </a:pPr>
            <a:r>
              <a:rPr lang="en-US" altLang="en-US"/>
              <a:t>         Accesses the value stored inside a target memory address.</a:t>
            </a:r>
            <a:endParaRPr lang="en-US" altLang="en-US"/>
          </a:p>
          <a:p>
            <a:pPr marL="0" indent="457200">
              <a:buNone/>
            </a:pPr>
            <a:r>
              <a:rPr lang="en-US" altLang="en-US"/>
              <a:t>         *my_pointer ➔ Go to this memory address coordinates and fetch the data sitting inside it.</a:t>
            </a:r>
            <a:endParaRPr lang="en-US" altLang="en-US"/>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Member Access Operators (. and -&gt;)</a:t>
            </a:r>
            <a:endParaRPr lang="en-US" altLang="en-US"/>
          </a:p>
        </p:txBody>
      </p:sp>
      <p:sp>
        <p:nvSpPr>
          <p:cNvPr id="5" name="Text Placeholder 4"/>
          <p:cNvSpPr>
            <a:spLocks noGrp="1"/>
          </p:cNvSpPr>
          <p:nvPr>
            <p:ph type="body" idx="1"/>
          </p:nvPr>
        </p:nvSpPr>
        <p:spPr/>
        <p:txBody>
          <a:bodyPr/>
          <a:p>
            <a:r>
              <a:rPr lang="en-US" altLang="en-US"/>
              <a:t>Used when you start grouping individual variables together into custom database-like packages called Structures (struct).</a:t>
            </a:r>
            <a:endParaRPr lang="en-US" altLang="en-US"/>
          </a:p>
          <a:p>
            <a:r>
              <a:rPr lang="en-US" altLang="en-US"/>
              <a:t>The dot operator (.) accesses a variable inside a standard structure.</a:t>
            </a:r>
            <a:endParaRPr lang="en-US" altLang="en-US"/>
          </a:p>
          <a:p>
            <a:r>
              <a:rPr lang="en-US" altLang="en-US"/>
              <a:t>The arrow operator (-&gt;) accesses a variable inside a structure via a memory pointer.</a:t>
            </a:r>
            <a:endParaRPr lang="en-US" altLang="en-US"/>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Increment and Decrement Operators (++ and --)</a:t>
            </a:r>
            <a:endParaRPr lang="en-US" altLang="en-US"/>
          </a:p>
        </p:txBody>
      </p:sp>
      <p:sp>
        <p:nvSpPr>
          <p:cNvPr id="5" name="Text Placeholder 4"/>
          <p:cNvSpPr>
            <a:spLocks noGrp="1"/>
          </p:cNvSpPr>
          <p:nvPr>
            <p:ph type="body" idx="1"/>
          </p:nvPr>
        </p:nvSpPr>
        <p:spPr/>
        <p:txBody>
          <a:bodyPr>
            <a:normAutofit lnSpcReduction="10000"/>
          </a:bodyPr>
          <a:p>
            <a:r>
              <a:rPr lang="en-US" altLang="en-US"/>
              <a:t>These are unary operators used to increase or decrease a variable's value by exactly 1. </a:t>
            </a:r>
            <a:endParaRPr lang="en-US" altLang="en-US"/>
          </a:p>
          <a:p>
            <a:r>
              <a:rPr lang="en-US" altLang="en-US"/>
              <a:t>While simple, they behave differently depending on where you place the symbol.</a:t>
            </a:r>
            <a:endParaRPr lang="en-US" altLang="en-US"/>
          </a:p>
          <a:p>
            <a:r>
              <a:rPr lang="en-US" altLang="en-US"/>
              <a:t>Prefix Style (++x or --x):</a:t>
            </a:r>
            <a:endParaRPr lang="en-US" altLang="en-US"/>
          </a:p>
          <a:p>
            <a:r>
              <a:rPr lang="en-US" altLang="en-US"/>
              <a:t>The Rule: Change the value first, then use it in the equation.</a:t>
            </a:r>
            <a:endParaRPr lang="en-US" altLang="en-US"/>
          </a:p>
          <a:p>
            <a:r>
              <a:rPr lang="en-US" altLang="en-US"/>
              <a:t>Example: int a = 5;</a:t>
            </a:r>
            <a:endParaRPr lang="en-US" altLang="en-US"/>
          </a:p>
          <a:p>
            <a:pPr marL="0" indent="0">
              <a:buNone/>
            </a:pPr>
            <a:r>
              <a:rPr lang="en-US" altLang="en-US"/>
              <a:t>                   int b = ++a; // 'a' becomes 6 immediately, then 6 is assigned to 'b'</a:t>
            </a:r>
            <a:endParaRPr lang="en-US" altLang="en-US"/>
          </a:p>
          <a:p>
            <a:pPr marL="0" indent="457200">
              <a:buNone/>
            </a:pPr>
            <a:r>
              <a:rPr lang="en-US" altLang="en-US"/>
              <a:t>              // Result: a = 6, b = 6</a:t>
            </a:r>
            <a:endParaRPr lang="en-US" altLang="en-US"/>
          </a:p>
          <a:p>
            <a:endParaRPr lang="en-US" altLang="en-US"/>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Increment and Decrement Operators (++ and --)</a:t>
            </a:r>
            <a:endParaRPr lang="en-US"/>
          </a:p>
        </p:txBody>
      </p:sp>
      <p:sp>
        <p:nvSpPr>
          <p:cNvPr id="5" name="Text Placeholder 4"/>
          <p:cNvSpPr>
            <a:spLocks noGrp="1"/>
          </p:cNvSpPr>
          <p:nvPr>
            <p:ph type="body" idx="1"/>
          </p:nvPr>
        </p:nvSpPr>
        <p:spPr/>
        <p:txBody>
          <a:bodyPr/>
          <a:p>
            <a:r>
              <a:rPr lang="en-US" altLang="en-US">
                <a:sym typeface="+mn-ea"/>
              </a:rPr>
              <a:t>Postfix Style (x++ or x--):</a:t>
            </a:r>
            <a:endParaRPr lang="en-US" altLang="en-US">
              <a:sym typeface="+mn-ea"/>
            </a:endParaRPr>
          </a:p>
          <a:p>
            <a:r>
              <a:rPr lang="en-US" altLang="en-US">
                <a:sym typeface="+mn-ea"/>
              </a:rPr>
              <a:t>The Rule: Use the current value in the equation first, then change it right after.</a:t>
            </a:r>
            <a:endParaRPr lang="en-US" altLang="en-US">
              <a:sym typeface="+mn-ea"/>
            </a:endParaRPr>
          </a:p>
          <a:p>
            <a:pPr marL="0" indent="457200">
              <a:buNone/>
            </a:pPr>
            <a:r>
              <a:rPr lang="en-US" altLang="en-US">
                <a:sym typeface="+mn-ea"/>
              </a:rPr>
              <a:t>Example: int a = 5;</a:t>
            </a:r>
            <a:endParaRPr lang="en-US" altLang="en-US">
              <a:sym typeface="+mn-ea"/>
            </a:endParaRPr>
          </a:p>
          <a:p>
            <a:pPr marL="0" indent="457200">
              <a:buNone/>
            </a:pPr>
            <a:r>
              <a:rPr lang="en-US" altLang="en-US">
                <a:sym typeface="+mn-ea"/>
              </a:rPr>
              <a:t>                int b = a++; // 'b' gets the current value 5, then 'a' changes to 6</a:t>
            </a:r>
            <a:endParaRPr lang="en-US" altLang="en-US"/>
          </a:p>
          <a:p>
            <a:pPr marL="0" indent="0">
              <a:buNone/>
            </a:pPr>
            <a:r>
              <a:rPr lang="en-US" altLang="en-US">
                <a:sym typeface="+mn-ea"/>
              </a:rPr>
              <a:t>                      //Result: a = 6, b = 5</a:t>
            </a:r>
            <a:endParaRPr lang="en-US" altLang="en-US"/>
          </a:p>
          <a:p>
            <a:endParaRPr lang="en-US"/>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The Comma Operator (,)</a:t>
            </a:r>
            <a:endParaRPr lang="en-US" altLang="en-US"/>
          </a:p>
        </p:txBody>
      </p:sp>
      <p:sp>
        <p:nvSpPr>
          <p:cNvPr id="5" name="Text Placeholder 4"/>
          <p:cNvSpPr>
            <a:spLocks noGrp="1"/>
          </p:cNvSpPr>
          <p:nvPr>
            <p:ph type="body" idx="1"/>
          </p:nvPr>
        </p:nvSpPr>
        <p:spPr/>
        <p:txBody>
          <a:bodyPr>
            <a:normAutofit/>
          </a:bodyPr>
          <a:p>
            <a:r>
              <a:rPr lang="en-US" altLang="en-US"/>
              <a:t>While the comma is usually a punctuation mark separating variables, it can act as a binary operator. </a:t>
            </a:r>
            <a:endParaRPr lang="en-US" altLang="en-US"/>
          </a:p>
          <a:p>
            <a:r>
              <a:rPr lang="en-US" altLang="en-US"/>
              <a:t>It strings multiple expressions together on a single line and executes them from left to right. </a:t>
            </a:r>
            <a:endParaRPr lang="en-US" altLang="en-US"/>
          </a:p>
          <a:p>
            <a:r>
              <a:rPr lang="en-US" altLang="en-US"/>
              <a:t>The value of the entire expression is always the result of the last (rightmost) operation.</a:t>
            </a:r>
            <a:endParaRPr lang="en-US" altLang="en-US"/>
          </a:p>
          <a:p>
            <a:r>
              <a:rPr lang="en-US" altLang="en-US"/>
              <a:t>Common Use: Mostly used inside for loops to update multiple counter variables simultaneously on a single line.</a:t>
            </a:r>
            <a:endParaRPr lang="en-US" altLang="en-US"/>
          </a:p>
          <a:p>
            <a:pPr marL="0" indent="0">
              <a:buNone/>
            </a:pPr>
            <a:endParaRPr lang="en-US" altLang="en-US"/>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The Comma Operator (,)</a:t>
            </a:r>
            <a:endParaRPr lang="en-US"/>
          </a:p>
        </p:txBody>
      </p:sp>
      <p:sp>
        <p:nvSpPr>
          <p:cNvPr id="5" name="Text Placeholder 4"/>
          <p:cNvSpPr>
            <a:spLocks noGrp="1"/>
          </p:cNvSpPr>
          <p:nvPr>
            <p:ph type="body" idx="1"/>
          </p:nvPr>
        </p:nvSpPr>
        <p:spPr/>
        <p:txBody>
          <a:bodyPr/>
          <a:p>
            <a:r>
              <a:rPr lang="en-US" altLang="en-US">
                <a:sym typeface="+mn-ea"/>
              </a:rPr>
              <a:t>Example:</a:t>
            </a:r>
            <a:endParaRPr lang="en-US" altLang="en-US"/>
          </a:p>
          <a:p>
            <a:pPr marL="0" indent="0">
              <a:buNone/>
            </a:pPr>
            <a:r>
              <a:rPr lang="en-US" altLang="en-US">
                <a:sym typeface="+mn-ea"/>
              </a:rPr>
              <a:t>      	       int x = (a = 2, b = 4, a + b); </a:t>
            </a:r>
            <a:endParaRPr lang="en-US" altLang="en-US"/>
          </a:p>
          <a:p>
            <a:pPr marL="0" indent="0">
              <a:buNone/>
            </a:pPr>
            <a:r>
              <a:rPr lang="en-US" altLang="en-US">
                <a:sym typeface="+mn-ea"/>
              </a:rPr>
              <a:t> 	        // 1. Assigns 2 to 'a'</a:t>
            </a:r>
            <a:endParaRPr lang="en-US" altLang="en-US"/>
          </a:p>
          <a:p>
            <a:pPr marL="0" indent="0">
              <a:buNone/>
            </a:pPr>
            <a:r>
              <a:rPr lang="en-US" altLang="en-US">
                <a:sym typeface="+mn-ea"/>
              </a:rPr>
              <a:t> 	        // 2. Assigns 4 to 'b'</a:t>
            </a:r>
            <a:endParaRPr lang="en-US" altLang="en-US"/>
          </a:p>
          <a:p>
            <a:pPr marL="0" indent="457200">
              <a:buNone/>
            </a:pPr>
            <a:r>
              <a:rPr lang="en-US" altLang="en-US">
                <a:sym typeface="+mn-ea"/>
              </a:rPr>
              <a:t>             // 3. Calculates 'a + b' (6) and assigns that final result to 'x'</a:t>
            </a:r>
            <a:endParaRPr lang="en-US" altLang="en-US"/>
          </a:p>
          <a:p>
            <a:endParaRPr lang="en-US"/>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Array and Function Operators ([ ] and ( ))</a:t>
            </a:r>
            <a:endParaRPr lang="en-US" altLang="en-US"/>
          </a:p>
        </p:txBody>
      </p:sp>
      <p:sp>
        <p:nvSpPr>
          <p:cNvPr id="5" name="Text Placeholder 4"/>
          <p:cNvSpPr>
            <a:spLocks noGrp="1"/>
          </p:cNvSpPr>
          <p:nvPr>
            <p:ph type="body" idx="1"/>
          </p:nvPr>
        </p:nvSpPr>
        <p:spPr/>
        <p:txBody>
          <a:bodyPr/>
          <a:p>
            <a:r>
              <a:rPr lang="en-US" altLang="en-US"/>
              <a:t>In C compiler grammar, square brackets and parentheses are officially classified as operators because they perform actions on memory blocks.</a:t>
            </a:r>
            <a:endParaRPr lang="en-US" altLang="en-US"/>
          </a:p>
          <a:p>
            <a:r>
              <a:rPr lang="en-US" altLang="en-US"/>
              <a:t>Array Subscript Operator ([ ]): </a:t>
            </a:r>
            <a:endParaRPr lang="en-US" altLang="en-US"/>
          </a:p>
          <a:p>
            <a:pPr marL="0" indent="0">
              <a:buNone/>
            </a:pPr>
            <a:r>
              <a:rPr lang="en-US" altLang="en-US"/>
              <a:t>  	Accesses a specific slot inside a consecutive data list (an array).</a:t>
            </a:r>
            <a:endParaRPr lang="en-US" altLang="en-US"/>
          </a:p>
          <a:p>
            <a:r>
              <a:rPr lang="en-US" altLang="en-US"/>
              <a:t>Example: </a:t>
            </a:r>
            <a:endParaRPr lang="en-US" altLang="en-US"/>
          </a:p>
          <a:p>
            <a:pPr marL="0" indent="0">
              <a:buNone/>
            </a:pPr>
            <a:r>
              <a:rPr lang="en-US" altLang="en-US"/>
              <a:t>                  scores[2] instructs the system to look up the data slot at index position 2.</a:t>
            </a:r>
            <a:endParaRPr lang="en-US" altLang="en-US"/>
          </a:p>
          <a:p>
            <a:endParaRPr lang="en-US" altLang="en-US"/>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Array and Function Operators ([ ] and ( ))</a:t>
            </a:r>
            <a:endParaRPr lang="en-US"/>
          </a:p>
        </p:txBody>
      </p:sp>
      <p:sp>
        <p:nvSpPr>
          <p:cNvPr id="5" name="Text Placeholder 4"/>
          <p:cNvSpPr>
            <a:spLocks noGrp="1"/>
          </p:cNvSpPr>
          <p:nvPr>
            <p:ph type="body" idx="1"/>
          </p:nvPr>
        </p:nvSpPr>
        <p:spPr/>
        <p:txBody>
          <a:bodyPr/>
          <a:p>
            <a:r>
              <a:rPr lang="en-US" altLang="en-US">
                <a:sym typeface="+mn-ea"/>
              </a:rPr>
              <a:t>Function Call Operator (( )): </a:t>
            </a:r>
            <a:endParaRPr lang="en-US" altLang="en-US">
              <a:sym typeface="+mn-ea"/>
            </a:endParaRPr>
          </a:p>
          <a:p>
            <a:pPr marL="0" indent="457200">
              <a:buNone/>
            </a:pPr>
            <a:r>
              <a:rPr lang="en-US" altLang="en-US">
                <a:sym typeface="+mn-ea"/>
              </a:rPr>
              <a:t>            Tells the CPU to pause execution of the current code block, jump to a separate function routine, pass the specified input data, and wait for a return value.</a:t>
            </a:r>
            <a:endParaRPr lang="en-US" altLang="en-US">
              <a:sym typeface="+mn-ea"/>
            </a:endParaRPr>
          </a:p>
          <a:p>
            <a:pPr marL="0" indent="457200">
              <a:buNone/>
            </a:pPr>
            <a:r>
              <a:rPr lang="en-US" altLang="en-US">
                <a:sym typeface="+mn-ea"/>
              </a:rPr>
              <a:t>   	        Example: calculate_tax(income);</a:t>
            </a:r>
            <a:endParaRPr lang="en-US" altLang="en-US"/>
          </a:p>
          <a:p>
            <a:endParaRPr lang="en-US"/>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custDataLst>
              <p:tags r:id="rId1"/>
            </p:custDataLst>
          </p:nvPr>
        </p:nvSpPr>
        <p:spPr/>
        <p:txBody>
          <a:bodyPr/>
          <a:p>
            <a:r>
              <a:rPr lang="en-US" altLang="en-US">
                <a:sym typeface="+mn-ea"/>
              </a:rPr>
              <a:t>Highest Priority To Lowest Priority</a:t>
            </a:r>
            <a:endParaRPr lang="en-US"/>
          </a:p>
        </p:txBody>
      </p:sp>
      <p:sp>
        <p:nvSpPr>
          <p:cNvPr id="9" name="Title 3"/>
          <p:cNvSpPr>
            <a:spLocks noGrp="1"/>
          </p:cNvSpPr>
          <p:nvPr/>
        </p:nvSpPr>
        <p:spPr>
          <a:xfrm>
            <a:off x="876935" y="4861560"/>
            <a:ext cx="10355580" cy="809625"/>
          </a:xfrm>
          <a:prstGeom prst="rect">
            <a:avLst/>
          </a:prstGeom>
        </p:spPr>
        <p:txBody>
          <a:bodyPr vert="horz" wrap="square" lIns="0" tIns="0" rIns="0" bIns="0" rtlCol="0" anchor="b">
            <a:normAutofit fontScale="50000"/>
          </a:bodyPr>
          <a:lstStyle>
            <a:lvl1pPr algn="l" defTabSz="914400" rtl="0" eaLnBrk="1" latinLnBrk="0" hangingPunct="1">
              <a:lnSpc>
                <a:spcPct val="100000"/>
              </a:lnSpc>
              <a:spcBef>
                <a:spcPct val="0"/>
              </a:spcBef>
              <a:buNone/>
              <a:defRPr sz="3200" b="1" kern="1200">
                <a:solidFill>
                  <a:schemeClr val="tx2"/>
                </a:solidFill>
                <a:latin typeface="Arial" panose="020B0604020202020204" pitchFamily="34" charset="0"/>
              </a:defRPr>
            </a:lvl1pPr>
          </a:lstStyle>
          <a:p>
            <a:r>
              <a:rPr lang="en-US" altLang="en-US"/>
              <a:t>This table lists every operator in the C language, ranked from highest priority (Level 1) to lowest priority (Level 15).When operators are on the same priority level, the Associativity rule determines whether the compiler evaluates the line from Left-to-Right or Right-to-Left.</a:t>
            </a:r>
            <a:endParaRPr lang="en-US" altLang="en-US"/>
          </a:p>
        </p:txBody>
      </p:sp>
    </p:spTree>
    <p:custDataLst>
      <p:tags r:id="rId2"/>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Table 1"/>
          <p:cNvGraphicFramePr/>
          <p:nvPr/>
        </p:nvGraphicFramePr>
        <p:xfrm>
          <a:off x="0" y="-635"/>
          <a:ext cx="12708255" cy="7087870"/>
        </p:xfrm>
        <a:graphic>
          <a:graphicData uri="http://schemas.openxmlformats.org/drawingml/2006/table">
            <a:tbl>
              <a:tblPr/>
              <a:tblGrid>
                <a:gridCol w="2223135"/>
                <a:gridCol w="2424430"/>
                <a:gridCol w="4288790"/>
                <a:gridCol w="3771900"/>
              </a:tblGrid>
              <a:tr h="365760">
                <a:tc>
                  <a:txBody>
                    <a:bodyPr/>
                    <a:p>
                      <a:pPr>
                        <a:spcBef>
                          <a:spcPct val="0"/>
                        </a:spcBef>
                        <a:spcAft>
                          <a:spcPct val="0"/>
                        </a:spcAft>
                      </a:pPr>
                      <a:r>
                        <a:rPr sz="1400" b="1">
                          <a:latin typeface="Arial" panose="020B0604020202020204" pitchFamily="34" charset="0"/>
                          <a:ea typeface="Google Sans Text"/>
                          <a:cs typeface="Arial" panose="020B0604020202020204" pitchFamily="34" charset="0"/>
                        </a:rPr>
                        <a:t>Precedence Level</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spcAft>
                          <a:spcPct val="0"/>
                        </a:spcAft>
                      </a:pPr>
                      <a:r>
                        <a:rPr sz="1400" b="1">
                          <a:latin typeface="Arial" panose="020B0604020202020204" pitchFamily="34" charset="0"/>
                          <a:ea typeface="Google Sans Text"/>
                          <a:cs typeface="Arial" panose="020B0604020202020204" pitchFamily="34" charset="0"/>
                        </a:rPr>
                        <a:t>Category</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spcAft>
                          <a:spcPct val="0"/>
                        </a:spcAft>
                      </a:pPr>
                      <a:r>
                        <a:rPr sz="1400" b="1">
                          <a:latin typeface="Arial" panose="020B0604020202020204" pitchFamily="34" charset="0"/>
                          <a:ea typeface="Google Sans Text"/>
                          <a:cs typeface="Arial" panose="020B0604020202020204" pitchFamily="34" charset="0"/>
                        </a:rPr>
                        <a:t>Operators</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spcAft>
                          <a:spcPct val="0"/>
                        </a:spcAft>
                      </a:pPr>
                      <a:r>
                        <a:rPr sz="1400" b="1">
                          <a:latin typeface="Arial" panose="020B0604020202020204" pitchFamily="34" charset="0"/>
                          <a:ea typeface="Google Sans Text"/>
                          <a:cs typeface="Arial" panose="020B0604020202020204" pitchFamily="34" charset="0"/>
                        </a:rPr>
                        <a:t>Associativity</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792480">
                <a:tc>
                  <a:txBody>
                    <a:bodyPr/>
                    <a:p>
                      <a:pPr>
                        <a:spcBef>
                          <a:spcPct val="0"/>
                        </a:spcBef>
                        <a:spcAft>
                          <a:spcPct val="0"/>
                        </a:spcAft>
                      </a:pPr>
                      <a:r>
                        <a:rPr sz="1400" b="1">
                          <a:latin typeface="Arial" panose="020B0604020202020204" pitchFamily="34" charset="0"/>
                          <a:ea typeface="Google Sans Text"/>
                          <a:cs typeface="Arial" panose="020B0604020202020204" pitchFamily="34" charset="0"/>
                        </a:rPr>
                        <a:t>1</a:t>
                      </a:r>
                      <a:endParaRPr sz="1400" b="1">
                        <a:latin typeface="Arial" panose="020B0604020202020204" pitchFamily="34" charset="0"/>
                        <a:ea typeface="Google Sans Text"/>
                        <a:cs typeface="Arial" panose="020B0604020202020204" pitchFamily="34" charset="0"/>
                      </a:endParaRPr>
                    </a:p>
                    <a:p>
                      <a:pPr>
                        <a:spcBef>
                          <a:spcPct val="0"/>
                        </a:spcBef>
                        <a:spcAft>
                          <a:spcPct val="0"/>
                        </a:spcAft>
                      </a:pPr>
                      <a:endParaRPr sz="1400" b="1">
                        <a:latin typeface="Arial" panose="020B0604020202020204" pitchFamily="34" charset="0"/>
                        <a:ea typeface="Google Sans Text"/>
                        <a:cs typeface="Arial" panose="020B0604020202020204" pitchFamily="34" charset="0"/>
                      </a:endParaRPr>
                    </a:p>
                    <a:p>
                      <a:pPr>
                        <a:spcBef>
                          <a:spcPct val="0"/>
                        </a:spcBef>
                        <a:spcAft>
                          <a:spcPct val="0"/>
                        </a:spcAft>
                      </a:pPr>
                      <a:r>
                        <a:rPr sz="1400" b="1" i="1">
                          <a:latin typeface="Arial" panose="020B0604020202020204" pitchFamily="34" charset="0"/>
                          <a:ea typeface="Google Sans Text"/>
                          <a:cs typeface="Arial" panose="020B0604020202020204" pitchFamily="34" charset="0"/>
                        </a:rPr>
                        <a:t>(Highest)</a:t>
                      </a:r>
                      <a:endParaRPr sz="1400" b="1" i="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Primary Operators</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 )   [ ]   .   -&gt;   x++   x--</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556895">
                <a:tc>
                  <a:txBody>
                    <a:bodyPr/>
                    <a:p>
                      <a:pPr>
                        <a:spcBef>
                          <a:spcPct val="0"/>
                        </a:spcBef>
                      </a:pPr>
                      <a:r>
                        <a:rPr sz="1400" b="1">
                          <a:latin typeface="Arial" panose="020B0604020202020204" pitchFamily="34" charset="0"/>
                          <a:ea typeface="Google Sans Text"/>
                          <a:cs typeface="Arial" panose="020B0604020202020204" pitchFamily="34" charset="0"/>
                        </a:rPr>
                        <a:t>2</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Unary Operators</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++x   --x   +   -   !   ~   sizeof   (type)   *ptr   &amp;addr</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Right-to-Left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365760">
                <a:tc>
                  <a:txBody>
                    <a:bodyPr/>
                    <a:p>
                      <a:pPr>
                        <a:spcBef>
                          <a:spcPct val="0"/>
                        </a:spcBef>
                      </a:pPr>
                      <a:r>
                        <a:rPr sz="1400" b="1">
                          <a:latin typeface="Arial" panose="020B0604020202020204" pitchFamily="34" charset="0"/>
                          <a:ea typeface="Google Sans Text"/>
                          <a:cs typeface="Arial" panose="020B0604020202020204" pitchFamily="34" charset="0"/>
                        </a:rPr>
                        <a:t>3</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Multiplicative</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   /   %</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365760">
                <a:tc>
                  <a:txBody>
                    <a:bodyPr/>
                    <a:p>
                      <a:pPr>
                        <a:spcBef>
                          <a:spcPct val="0"/>
                        </a:spcBef>
                      </a:pPr>
                      <a:r>
                        <a:rPr sz="1400" b="1">
                          <a:latin typeface="Arial" panose="020B0604020202020204" pitchFamily="34" charset="0"/>
                          <a:ea typeface="Google Sans Text"/>
                          <a:cs typeface="Arial" panose="020B0604020202020204" pitchFamily="34" charset="0"/>
                        </a:rPr>
                        <a:t>4</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Additive</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   -</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365760">
                <a:tc>
                  <a:txBody>
                    <a:bodyPr/>
                    <a:p>
                      <a:pPr>
                        <a:spcBef>
                          <a:spcPct val="0"/>
                        </a:spcBef>
                      </a:pPr>
                      <a:r>
                        <a:rPr sz="1400" b="1">
                          <a:latin typeface="Arial" panose="020B0604020202020204" pitchFamily="34" charset="0"/>
                          <a:ea typeface="Google Sans Text"/>
                          <a:cs typeface="Arial" panose="020B0604020202020204" pitchFamily="34" charset="0"/>
                        </a:rPr>
                        <a:t>5</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Bitwise Shifts</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&lt;&lt;   &gt;&gt;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365760">
                <a:tc>
                  <a:txBody>
                    <a:bodyPr/>
                    <a:p>
                      <a:pPr>
                        <a:spcBef>
                          <a:spcPct val="0"/>
                        </a:spcBef>
                      </a:pPr>
                      <a:r>
                        <a:rPr sz="1400" b="1">
                          <a:latin typeface="Arial" panose="020B0604020202020204" pitchFamily="34" charset="0"/>
                          <a:ea typeface="Google Sans Text"/>
                          <a:cs typeface="Arial" panose="020B0604020202020204" pitchFamily="34" charset="0"/>
                        </a:rPr>
                        <a:t>6</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Relational Bounds</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&lt;   &lt;=   &gt;   &gt;=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365760">
                <a:tc>
                  <a:txBody>
                    <a:bodyPr/>
                    <a:p>
                      <a:pPr>
                        <a:spcBef>
                          <a:spcPct val="0"/>
                        </a:spcBef>
                      </a:pPr>
                      <a:r>
                        <a:rPr sz="1400" b="1">
                          <a:latin typeface="Arial" panose="020B0604020202020204" pitchFamily="34" charset="0"/>
                          <a:ea typeface="Google Sans Text"/>
                          <a:cs typeface="Arial" panose="020B0604020202020204" pitchFamily="34" charset="0"/>
                        </a:rPr>
                        <a:t>7</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Equality Checks</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   !=</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365760">
                <a:tc>
                  <a:txBody>
                    <a:bodyPr/>
                    <a:p>
                      <a:pPr>
                        <a:spcBef>
                          <a:spcPct val="0"/>
                        </a:spcBef>
                      </a:pPr>
                      <a:r>
                        <a:rPr sz="1400" b="1">
                          <a:latin typeface="Arial" panose="020B0604020202020204" pitchFamily="34" charset="0"/>
                          <a:ea typeface="Google Sans Text"/>
                          <a:cs typeface="Arial" panose="020B0604020202020204" pitchFamily="34" charset="0"/>
                        </a:rPr>
                        <a:t>8</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Bitwise AND</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&amp;</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365760">
                <a:tc>
                  <a:txBody>
                    <a:bodyPr/>
                    <a:p>
                      <a:pPr>
                        <a:spcBef>
                          <a:spcPct val="0"/>
                        </a:spcBef>
                      </a:pPr>
                      <a:r>
                        <a:rPr sz="1400" b="1">
                          <a:latin typeface="Arial" panose="020B0604020202020204" pitchFamily="34" charset="0"/>
                          <a:ea typeface="Google Sans Text"/>
                          <a:cs typeface="Arial" panose="020B0604020202020204" pitchFamily="34" charset="0"/>
                        </a:rPr>
                        <a:t>9</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Bitwise XOR</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365760">
                <a:tc>
                  <a:txBody>
                    <a:bodyPr/>
                    <a:p>
                      <a:pPr>
                        <a:spcBef>
                          <a:spcPct val="0"/>
                        </a:spcBef>
                      </a:pPr>
                      <a:r>
                        <a:rPr sz="1400" b="1">
                          <a:latin typeface="Arial" panose="020B0604020202020204" pitchFamily="34" charset="0"/>
                          <a:ea typeface="Google Sans Text"/>
                          <a:cs typeface="Arial" panose="020B0604020202020204" pitchFamily="34" charset="0"/>
                        </a:rPr>
                        <a:t>10</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Bitwise OR</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365760">
                <a:tc>
                  <a:txBody>
                    <a:bodyPr/>
                    <a:p>
                      <a:pPr>
                        <a:spcBef>
                          <a:spcPct val="0"/>
                        </a:spcBef>
                      </a:pPr>
                      <a:r>
                        <a:rPr sz="1400" b="1">
                          <a:latin typeface="Arial" panose="020B0604020202020204" pitchFamily="34" charset="0"/>
                          <a:ea typeface="Google Sans Text"/>
                          <a:cs typeface="Arial" panose="020B0604020202020204" pitchFamily="34" charset="0"/>
                        </a:rPr>
                        <a:t>11</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Logical AND</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&amp;&amp;</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365760">
                <a:tc>
                  <a:txBody>
                    <a:bodyPr/>
                    <a:p>
                      <a:pPr>
                        <a:spcBef>
                          <a:spcPct val="0"/>
                        </a:spcBef>
                      </a:pPr>
                      <a:r>
                        <a:rPr sz="1400" b="1">
                          <a:latin typeface="Arial" panose="020B0604020202020204" pitchFamily="34" charset="0"/>
                          <a:ea typeface="Google Sans Text"/>
                          <a:cs typeface="Arial" panose="020B0604020202020204" pitchFamily="34" charset="0"/>
                        </a:rPr>
                        <a:t>12</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Logical OR</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365760">
                <a:tc>
                  <a:txBody>
                    <a:bodyPr/>
                    <a:p>
                      <a:pPr>
                        <a:spcBef>
                          <a:spcPct val="0"/>
                        </a:spcBef>
                      </a:pPr>
                      <a:r>
                        <a:rPr sz="1400" b="1">
                          <a:latin typeface="Arial" panose="020B0604020202020204" pitchFamily="34" charset="0"/>
                          <a:ea typeface="Google Sans Text"/>
                          <a:cs typeface="Arial" panose="020B0604020202020204" pitchFamily="34" charset="0"/>
                        </a:rPr>
                        <a:t>13</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Ternary Conditional</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 :</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Right-to-Left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556895">
                <a:tc>
                  <a:txBody>
                    <a:bodyPr/>
                    <a:p>
                      <a:pPr>
                        <a:spcBef>
                          <a:spcPct val="0"/>
                        </a:spcBef>
                      </a:pPr>
                      <a:r>
                        <a:rPr sz="1400" b="1">
                          <a:latin typeface="Arial" panose="020B0604020202020204" pitchFamily="34" charset="0"/>
                          <a:ea typeface="Google Sans Text"/>
                          <a:cs typeface="Arial" panose="020B0604020202020204" pitchFamily="34" charset="0"/>
                        </a:rPr>
                        <a:t>14</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Assignment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   +=   -=   *=   /=   %=   &lt;&lt;=   &gt;&gt;=   &amp;=   ^=   |=</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Right-to-Left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792480">
                <a:tc>
                  <a:txBody>
                    <a:bodyPr/>
                    <a:p>
                      <a:pPr>
                        <a:spcBef>
                          <a:spcPct val="0"/>
                        </a:spcBef>
                        <a:spcAft>
                          <a:spcPct val="0"/>
                        </a:spcAft>
                      </a:pPr>
                      <a:r>
                        <a:rPr sz="1400" b="1">
                          <a:latin typeface="Arial" panose="020B0604020202020204" pitchFamily="34" charset="0"/>
                          <a:ea typeface="Google Sans Text"/>
                          <a:cs typeface="Arial" panose="020B0604020202020204" pitchFamily="34" charset="0"/>
                        </a:rPr>
                        <a:t>15</a:t>
                      </a:r>
                      <a:br>
                        <a:rPr sz="1400" b="1">
                          <a:latin typeface="Arial" panose="020B0604020202020204" pitchFamily="34" charset="0"/>
                          <a:ea typeface="Google Sans Text"/>
                          <a:cs typeface="Arial" panose="020B0604020202020204" pitchFamily="34" charset="0"/>
                        </a:rPr>
                      </a:br>
                      <a:r>
                        <a:rPr sz="1400" b="1" i="1">
                          <a:latin typeface="Arial" panose="020B0604020202020204" pitchFamily="34" charset="0"/>
                          <a:ea typeface="Google Sans Text"/>
                          <a:cs typeface="Arial" panose="020B0604020202020204" pitchFamily="34" charset="0"/>
                          <a:sym typeface="+mn-ea"/>
                        </a:rPr>
                        <a:t>(Lowest)</a:t>
                      </a:r>
                      <a:endParaRPr sz="1400" b="1" i="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Comma Sequence</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bl>
          </a:graphicData>
        </a:graphic>
      </p:graphicFrame>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Placeholder 4"/>
          <p:cNvSpPr>
            <a:spLocks noGrp="1"/>
          </p:cNvSpPr>
          <p:nvPr>
            <p:ph type="body" idx="1"/>
          </p:nvPr>
        </p:nvSpPr>
        <p:spPr>
          <a:xfrm>
            <a:off x="695960" y="670560"/>
            <a:ext cx="10800080" cy="5504815"/>
          </a:xfrm>
        </p:spPr>
        <p:txBody>
          <a:bodyPr anchor="ctr" anchorCtr="0"/>
          <a:p>
            <a:pPr marL="0" indent="0" algn="ctr">
              <a:buNone/>
            </a:pPr>
            <a:r>
              <a:rPr lang="en-US" sz="8000"/>
              <a:t>THANK YOU </a:t>
            </a:r>
            <a:endParaRPr lang="en-US" sz="8000"/>
          </a:p>
        </p:txBody>
      </p:sp>
      <p:sp>
        <p:nvSpPr>
          <p:cNvPr id="6" name="Text Box 5"/>
          <p:cNvSpPr txBox="1"/>
          <p:nvPr/>
        </p:nvSpPr>
        <p:spPr>
          <a:xfrm>
            <a:off x="5607685" y="7686040"/>
            <a:ext cx="4064000" cy="914400"/>
          </a:xfrm>
          <a:prstGeom prst="rect">
            <a:avLst/>
          </a:prstGeom>
          <a:noFill/>
        </p:spPr>
        <p:txBody>
          <a:bodyPr wrap="square" rtlCol="0">
            <a:normAutofit/>
          </a:bodyPr>
          <a:p>
            <a:pPr>
              <a:lnSpc>
                <a:spcPct val="140000"/>
              </a:lnSpc>
            </a:pPr>
            <a:endParaRPr lang="en-US" sz="2400" kern="100" dirty="0">
              <a:effectLst/>
              <a:latin typeface="+mn-ea"/>
              <a:cs typeface="江城圆体 400W" panose="020B0500000000000000" pitchFamily="34" charset="-122"/>
            </a:endParaRPr>
          </a:p>
        </p:txBody>
      </p:sp>
    </p:spTree>
    <p:custDataLst>
      <p:tags r:id="rId1"/>
    </p:custDataLst>
  </p:cSld>
  <p:clrMapOvr>
    <a:masterClrMapping/>
  </p:clrMapOvr>
</p:sld>
</file>

<file path=ppt/tags/tag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0"/>
  <p:tag name="KSO_WM_UNIT_ID" val="_1*i*10"/>
  <p:tag name="KSO_WM_UNIT_LAYERLEVEL" val="1"/>
  <p:tag name="KSO_WM_TAG_VERSION" val="3.0"/>
  <p:tag name="KSO_WM_BEAUTIFY_FLAG" val="#wm#"/>
</p:tagLst>
</file>

<file path=ppt/tags/tag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1"/>
  <p:tag name="KSO_WM_UNIT_ID" val="_1*i*11"/>
  <p:tag name="KSO_WM_UNIT_LAYERLEVEL" val="1"/>
  <p:tag name="KSO_WM_TAG_VERSION" val="3.0"/>
  <p:tag name="KSO_WM_BEAUTIFY_FLAG" val="#wm#"/>
</p:tagLst>
</file>

<file path=ppt/tags/tag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9"/>
  <p:tag name="KSO_WM_UNIT_ID" val="_1*i*9"/>
  <p:tag name="KSO_WM_UNIT_LAYERLEVEL" val="1"/>
  <p:tag name="KSO_WM_TAG_VERSION" val="3.0"/>
  <p:tag name="KSO_WM_BEAUTIFY_FLAG" val="#wm#"/>
</p:tagLst>
</file>

<file path=ppt/tags/tag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
  <p:tag name="KSO_WM_UNIT_ID" val="_1*i*8"/>
  <p:tag name="KSO_WM_UNIT_LAYERLEVEL" val="1"/>
  <p:tag name="KSO_WM_TAG_VERSION" val="3.0"/>
  <p:tag name="KSO_WM_BEAUTIFY_FLAG" val="#wm#"/>
</p:tagLst>
</file>

<file path=ppt/tags/tag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 name="KSO_WM_BEAUTIFY_FLAG" val="#wm#"/>
</p:tagLst>
</file>

<file path=ppt/tags/tag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2"/>
  <p:tag name="KSO_WM_UNIT_ID" val="_1*i*12"/>
  <p:tag name="KSO_WM_UNIT_LAYERLEVEL" val="1"/>
  <p:tag name="KSO_WM_TAG_VERSION" val="3.0"/>
  <p:tag name="KSO_WM_BEAUTIFY_FLAG" val="#wm#"/>
</p:tagLst>
</file>

<file path=ppt/tags/tag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1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 name="KSO_WM_BEAUTIFY_FLAG" val="#wm#"/>
</p:tagLst>
</file>

<file path=ppt/tags/tag1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1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 name="KSO_WM_BEAUTIFY_FLAG" val="#wm#"/>
</p:tagLst>
</file>

<file path=ppt/tags/tag1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3"/>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14.xml><?xml version="1.0" encoding="utf-8"?>
<p:tagLst xmlns:p="http://schemas.openxmlformats.org/presentationml/2006/main">
  <p:tag name="KSO_WM_UNIT_ISCONTENTSTITLE" val="0"/>
  <p:tag name="KSO_WM_UNIT_ISNUMDGMTITLE" val="0"/>
  <p:tag name="KSO_WM_UNIT_PRESET_TEXT" val="单击此处编辑副标题"/>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Lst>
</file>

<file path=ppt/tags/tag1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8.xml><?xml version="1.0" encoding="utf-8"?>
<p:tagLst xmlns:p="http://schemas.openxmlformats.org/presentationml/2006/main">
  <p:tag name="KSO_WM_UNIT_ISNUMDGMTITLE" val="0"/>
  <p:tag name="KSO_WM_UNIT_SUBTYPE" val="g"/>
  <p:tag name="KSO_WM_UNIT_PRESET_TEXT" val="公司名"/>
  <p:tag name="KSO_WM_UNIT_NOCLEAR" val="0"/>
  <p:tag name="KSO_WM_UNIT_VALUE" val="11"/>
  <p:tag name="KSO_WM_UNIT_HIGHLIGHT" val="0"/>
  <p:tag name="KSO_WM_UNIT_COMPATIBLE" val="0"/>
  <p:tag name="KSO_WM_UNIT_DIAGRAM_ISNUMVISUAL" val="0"/>
  <p:tag name="KSO_WM_UNIT_DIAGRAM_ISREFERUNIT" val="0"/>
  <p:tag name="KSO_WM_UNIT_TYPE" val="f"/>
  <p:tag name="KSO_WM_UNIT_INDEX" val="2"/>
  <p:tag name="KSO_WM_UNIT_ID" val="_1*f*2"/>
  <p:tag name="KSO_WM_UNIT_LAYERLEVEL" val="1"/>
  <p:tag name="KSO_WM_TAG_VERSION" val="3.0"/>
  <p:tag name="KSO_WM_BEAUTIFY_FLAG" val="#wm#"/>
</p:tagLst>
</file>

<file path=ppt/tags/tag19.xml><?xml version="1.0" encoding="utf-8"?>
<p:tagLst xmlns:p="http://schemas.openxmlformats.org/presentationml/2006/main">
  <p:tag name="KSO_WM_UNIT_ISNUMDGMTITLE" val="0"/>
  <p:tag name="KSO_WM_UNIT_SUBTYPE" val="b"/>
  <p:tag name="KSO_WM_UNIT_PRESET_TEXT" val="署名"/>
  <p:tag name="KSO_WM_UNIT_NOCLEAR" val="0"/>
  <p:tag name="KSO_WM_UNIT_VALUE" val="30"/>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Lst>
</file>

<file path=ppt/tags/tag2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2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Lst>
</file>

<file path=ppt/tags/tag2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
  <p:tag name="KSO_WM_UNIT_ID" val="_0*i*3"/>
  <p:tag name="KSO_WM_UNIT_LAYERLEVEL" val="1"/>
  <p:tag name="KSO_WM_TAG_VERSION" val="3.0"/>
  <p:tag name="KSO_WM_BEAUTIFY_FLAG" val="#wm#"/>
</p:tagLst>
</file>

<file path=ppt/tags/tag2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8106"/>
</p:tagLst>
</file>

<file path=ppt/tags/tag24.xml><?xml version="1.0" encoding="utf-8"?>
<p:tagLst xmlns:p="http://schemas.openxmlformats.org/presentationml/2006/main">
  <p:tag name="KSO_WM_UNIT_ISNUMDGMTITLE" val="0"/>
  <p:tag name="KSO_WM_UNIT_SUBTYPE" val="a"/>
  <p:tag name="KSO_WM_UNIT_PRESET_TEXT" val="单击此处编辑母版文本样式&#10;第二级&#10;第三级&#10;第四级&#10;第五级"/>
  <p:tag name="KSO_WM_UNIT_NOCLEAR" val="0"/>
  <p:tag name="KSO_WM_UNIT_VALUE" val="350"/>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8106"/>
</p:tagLst>
</file>

<file path=ppt/tags/tag2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8.xml><?xml version="1.0" encoding="utf-8"?>
<p:tagLst xmlns:p="http://schemas.openxmlformats.org/presentationml/2006/main">
  <p:tag name="KSO_WM_TEMPLATE_THUMBS_INDEX" val="1、9"/>
  <p:tag name="KSO_WM_SPECIAL_SOURCE" val="bdnull"/>
  <p:tag name="KSO_WM_TEMPLATE_SUBCATEGORY" val="29"/>
  <p:tag name="KSO_WM_TEMPLATE_MASTER_TYPE" val="0"/>
  <p:tag name="KSO_WM_TEMPLATE_COLOR_TYPE" val="0"/>
  <p:tag name="KSO_WM_TAG_VERSION" val="3.0"/>
  <p:tag name="KSO_WM_BEAUTIFY_FLAG" val="#wm#"/>
  <p:tag name="KSO_WM_TEMPLATE_CATEGORY" val="custom"/>
  <p:tag name="KSO_WM_TEMPLATE_INDEX" val="20238106"/>
</p:tagLst>
</file>

<file path=ppt/tags/tag29.xml><?xml version="1.0" encoding="utf-8"?>
<p:tagLst xmlns:p="http://schemas.openxmlformats.org/presentationml/2006/main">
  <p:tag name="KSO_WM_UNIT_ISNUMDGMTITLE" val="0"/>
  <p:tag name="KSO_WM_UNIT_SUBTYPE" val="b"/>
  <p:tag name="KSO_WM_UNIT_NOCLEAR" val="0"/>
  <p:tag name="KSO_WM_UNIT_VALUE" val="30"/>
  <p:tag name="KSO_WM_UNIT_HIGHLIGHT" val="0"/>
  <p:tag name="KSO_WM_UNIT_COMPATIBLE" val="0"/>
  <p:tag name="KSO_WM_UNIT_DIAGRAM_ISNUMVISUAL" val="0"/>
  <p:tag name="KSO_WM_UNIT_DIAGRAM_ISREFERUNIT" val="0"/>
  <p:tag name="KSO_WM_UNIT_TYPE" val="f"/>
  <p:tag name="KSO_WM_UNIT_INDEX" val="1"/>
  <p:tag name="KSO_WM_UNIT_ID" val="custom20238106_1*f*1"/>
  <p:tag name="KSO_WM_TEMPLATE_CATEGORY" val="custom"/>
  <p:tag name="KSO_WM_TEMPLATE_INDEX" val="20238106"/>
  <p:tag name="KSO_WM_UNIT_LAYERLEVEL" val="1"/>
  <p:tag name="KSO_WM_TAG_VERSION" val="3.0"/>
  <p:tag name="KSO_WM_BEAUTIFY_FLAG" val="#wm#"/>
  <p:tag name="KSO_WM_UNIT_PRESET_TEXT" val="Name"/>
</p:tagLst>
</file>

<file path=ppt/tags/tag3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106_1*a*1"/>
  <p:tag name="KSO_WM_TEMPLATE_CATEGORY" val="custom"/>
  <p:tag name="KSO_WM_TEMPLATE_INDEX" val="20238106"/>
  <p:tag name="KSO_WM_UNIT_LAYERLEVEL" val="1"/>
  <p:tag name="KSO_WM_TAG_VERSION" val="3.0"/>
  <p:tag name="KSO_WM_BEAUTIFY_FLAG" val="#wm#"/>
  <p:tag name="KSO_WM_UNIT_PRESET_TEXT" val="The title goes here"/>
</p:tagLst>
</file>

<file path=ppt/tags/tag31.xml><?xml version="1.0" encoding="utf-8"?>
<p:tagLst xmlns:p="http://schemas.openxmlformats.org/presentationml/2006/main">
  <p:tag name="KSO_WM_UNIT_ISNUMDGMTITLE" val="0"/>
  <p:tag name="KSO_WM_UNIT_SUBTYPE" val="b"/>
  <p:tag name="KSO_WM_UNIT_NOCLEAR" val="0"/>
  <p:tag name="KSO_WM_UNIT_VALUE" val="30"/>
  <p:tag name="KSO_WM_UNIT_HIGHLIGHT" val="0"/>
  <p:tag name="KSO_WM_UNIT_COMPATIBLE" val="0"/>
  <p:tag name="KSO_WM_UNIT_DIAGRAM_ISNUMVISUAL" val="0"/>
  <p:tag name="KSO_WM_UNIT_DIAGRAM_ISREFERUNIT" val="0"/>
  <p:tag name="KSO_WM_UNIT_TYPE" val="f"/>
  <p:tag name="KSO_WM_UNIT_INDEX" val="1"/>
  <p:tag name="KSO_WM_UNIT_ID" val="custom20238106_1*f*1"/>
  <p:tag name="KSO_WM_TEMPLATE_CATEGORY" val="custom"/>
  <p:tag name="KSO_WM_TEMPLATE_INDEX" val="20238106"/>
  <p:tag name="KSO_WM_UNIT_LAYERLEVEL" val="1"/>
  <p:tag name="KSO_WM_TAG_VERSION" val="3.0"/>
  <p:tag name="KSO_WM_BEAUTIFY_FLAG" val="#wm#"/>
  <p:tag name="KSO_WM_UNIT_PRESET_TEXT" val="Name"/>
</p:tagLst>
</file>

<file path=ppt/tags/tag32.xml><?xml version="1.0" encoding="utf-8"?>
<p:tagLst xmlns:p="http://schemas.openxmlformats.org/presentationml/2006/main">
  <p:tag name="KSO_WM_TEMPLATE_THUMBS_INDEX" val="1、9"/>
  <p:tag name="KSO_WM_SPECIAL_SOURCE" val="bdnull"/>
  <p:tag name="KSO_WM_SLIDE_ID" val="custom20238106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8106"/>
  <p:tag name="KSO_WM_SLIDE_LAYOUT" val="a_b_f"/>
  <p:tag name="KSO_WM_SLIDE_LAYOUT_CNT" val="1_1_2"/>
</p:tagLst>
</file>

<file path=ppt/tags/tag33.xml><?xml version="1.0" encoding="utf-8"?>
<p:tagLst xmlns:p="http://schemas.openxmlformats.org/presentationml/2006/main">
  <p:tag name="KSO_WM_BEAUTIFY_FLAG" val="#wm#"/>
  <p:tag name="KSO_WM_TEMPLATE_CATEGORY" val="custom"/>
  <p:tag name="KSO_WM_TEMPLATE_INDEX" val="20238106"/>
</p:tagLst>
</file>

<file path=ppt/tags/tag34.xml><?xml version="1.0" encoding="utf-8"?>
<p:tagLst xmlns:p="http://schemas.openxmlformats.org/presentationml/2006/main">
  <p:tag name="KSO_WM_BEAUTIFY_FLAG" val="#wm#"/>
  <p:tag name="KSO_WM_TEMPLATE_CATEGORY" val="custom"/>
  <p:tag name="KSO_WM_TEMPLATE_INDEX" val="20238106"/>
</p:tagLst>
</file>

<file path=ppt/tags/tag35.xml><?xml version="1.0" encoding="utf-8"?>
<p:tagLst xmlns:p="http://schemas.openxmlformats.org/presentationml/2006/main">
  <p:tag name="KSO_WM_BEAUTIFY_FLAG" val="#wm#"/>
  <p:tag name="KSO_WM_TEMPLATE_CATEGORY" val="custom"/>
  <p:tag name="KSO_WM_TEMPLATE_INDEX" val="20238106"/>
</p:tagLst>
</file>

<file path=ppt/tags/tag36.xml><?xml version="1.0" encoding="utf-8"?>
<p:tagLst xmlns:p="http://schemas.openxmlformats.org/presentationml/2006/main">
  <p:tag name="KSO_WM_BEAUTIFY_FLAG" val="#wm#"/>
  <p:tag name="KSO_WM_TEMPLATE_CATEGORY" val="custom"/>
  <p:tag name="KSO_WM_TEMPLATE_INDEX" val="20238106"/>
</p:tagLst>
</file>

<file path=ppt/tags/tag37.xml><?xml version="1.0" encoding="utf-8"?>
<p:tagLst xmlns:p="http://schemas.openxmlformats.org/presentationml/2006/main">
  <p:tag name="KSO_WM_BEAUTIFY_FLAG" val="#wm#"/>
  <p:tag name="KSO_WM_TEMPLATE_CATEGORY" val="custom"/>
  <p:tag name="KSO_WM_TEMPLATE_INDEX" val="20238106"/>
</p:tagLst>
</file>

<file path=ppt/tags/tag38.xml><?xml version="1.0" encoding="utf-8"?>
<p:tagLst xmlns:p="http://schemas.openxmlformats.org/presentationml/2006/main">
  <p:tag name="KSO_WM_BEAUTIFY_FLAG" val="#wm#"/>
  <p:tag name="KSO_WM_TEMPLATE_CATEGORY" val="custom"/>
  <p:tag name="KSO_WM_TEMPLATE_INDEX" val="20238106"/>
</p:tagLst>
</file>

<file path=ppt/tags/tag39.xml><?xml version="1.0" encoding="utf-8"?>
<p:tagLst xmlns:p="http://schemas.openxmlformats.org/presentationml/2006/main">
  <p:tag name="KSO_WM_BEAUTIFY_FLAG" val="#wm#"/>
  <p:tag name="KSO_WM_TEMPLATE_CATEGORY" val="custom"/>
  <p:tag name="KSO_WM_TEMPLATE_INDEX" val="20238106"/>
</p:tagLst>
</file>

<file path=ppt/tags/tag40.xml><?xml version="1.0" encoding="utf-8"?>
<p:tagLst xmlns:p="http://schemas.openxmlformats.org/presentationml/2006/main">
  <p:tag name="KSO_WM_BEAUTIFY_FLAG" val="#wm#"/>
  <p:tag name="KSO_WM_TEMPLATE_CATEGORY" val="custom"/>
  <p:tag name="KSO_WM_TEMPLATE_INDEX" val="20238106"/>
</p:tagLst>
</file>

<file path=ppt/tags/tag41.xml><?xml version="1.0" encoding="utf-8"?>
<p:tagLst xmlns:p="http://schemas.openxmlformats.org/presentationml/2006/main">
  <p:tag name="KSO_WM_BEAUTIFY_FLAG" val="#wm#"/>
  <p:tag name="KSO_WM_TEMPLATE_CATEGORY" val="custom"/>
  <p:tag name="KSO_WM_TEMPLATE_INDEX" val="20238106"/>
</p:tagLst>
</file>

<file path=ppt/tags/tag42.xml><?xml version="1.0" encoding="utf-8"?>
<p:tagLst xmlns:p="http://schemas.openxmlformats.org/presentationml/2006/main">
  <p:tag name="KSO_WM_BEAUTIFY_FLAG" val="#wm#"/>
  <p:tag name="KSO_WM_TEMPLATE_CATEGORY" val="custom"/>
  <p:tag name="KSO_WM_TEMPLATE_INDEX" val="20238106"/>
</p:tagLst>
</file>

<file path=ppt/tags/tag43.xml><?xml version="1.0" encoding="utf-8"?>
<p:tagLst xmlns:p="http://schemas.openxmlformats.org/presentationml/2006/main">
  <p:tag name="KSO_WM_BEAUTIFY_FLAG" val="#wm#"/>
  <p:tag name="KSO_WM_TEMPLATE_CATEGORY" val="custom"/>
  <p:tag name="KSO_WM_TEMPLATE_INDEX" val="20238106"/>
</p:tagLst>
</file>

<file path=ppt/tags/tag44.xml><?xml version="1.0" encoding="utf-8"?>
<p:tagLst xmlns:p="http://schemas.openxmlformats.org/presentationml/2006/main">
  <p:tag name="KSO_WM_BEAUTIFY_FLAG" val="#wm#"/>
  <p:tag name="KSO_WM_TEMPLATE_CATEGORY" val="custom"/>
  <p:tag name="KSO_WM_TEMPLATE_INDEX" val="20238106"/>
</p:tagLst>
</file>

<file path=ppt/tags/tag45.xml><?xml version="1.0" encoding="utf-8"?>
<p:tagLst xmlns:p="http://schemas.openxmlformats.org/presentationml/2006/main">
  <p:tag name="KSO_WM_BEAUTIFY_FLAG" val="#wm#"/>
  <p:tag name="KSO_WM_TEMPLATE_CATEGORY" val="custom"/>
  <p:tag name="KSO_WM_TEMPLATE_INDEX" val="20238106"/>
</p:tagLst>
</file>

<file path=ppt/tags/tag46.xml><?xml version="1.0" encoding="utf-8"?>
<p:tagLst xmlns:p="http://schemas.openxmlformats.org/presentationml/2006/main">
  <p:tag name="KSO_WM_BEAUTIFY_FLAG" val="#wm#"/>
  <p:tag name="KSO_WM_TEMPLATE_CATEGORY" val="custom"/>
  <p:tag name="KSO_WM_TEMPLATE_INDEX" val="20238106"/>
</p:tagLst>
</file>

<file path=ppt/tags/tag47.xml><?xml version="1.0" encoding="utf-8"?>
<p:tagLst xmlns:p="http://schemas.openxmlformats.org/presentationml/2006/main">
  <p:tag name="KSO_WM_BEAUTIFY_FLAG" val="#wm#"/>
  <p:tag name="KSO_WM_TEMPLATE_CATEGORY" val="custom"/>
  <p:tag name="KSO_WM_TEMPLATE_INDEX" val="20238106"/>
</p:tagLst>
</file>

<file path=ppt/tags/tag48.xml><?xml version="1.0" encoding="utf-8"?>
<p:tagLst xmlns:p="http://schemas.openxmlformats.org/presentationml/2006/main">
  <p:tag name="KSO_WM_BEAUTIFY_FLAG" val="#wm#"/>
  <p:tag name="KSO_WM_TEMPLATE_CATEGORY" val="custom"/>
  <p:tag name="KSO_WM_TEMPLATE_INDEX" val="20238106"/>
</p:tagLst>
</file>

<file path=ppt/tags/tag49.xml><?xml version="1.0" encoding="utf-8"?>
<p:tagLst xmlns:p="http://schemas.openxmlformats.org/presentationml/2006/main">
  <p:tag name="KSO_WM_BEAUTIFY_FLAG" val="#wm#"/>
  <p:tag name="KSO_WM_TEMPLATE_CATEGORY" val="custom"/>
  <p:tag name="KSO_WM_TEMPLATE_INDEX" val="20238106"/>
</p:tagLst>
</file>

<file path=ppt/tags/tag50.xml><?xml version="1.0" encoding="utf-8"?>
<p:tagLst xmlns:p="http://schemas.openxmlformats.org/presentationml/2006/main">
  <p:tag name="KSO_WM_BEAUTIFY_FLAG" val="#wm#"/>
  <p:tag name="KSO_WM_TEMPLATE_CATEGORY" val="custom"/>
  <p:tag name="KSO_WM_TEMPLATE_INDEX" val="20238106"/>
</p:tagLst>
</file>

<file path=ppt/tags/tag51.xml><?xml version="1.0" encoding="utf-8"?>
<p:tagLst xmlns:p="http://schemas.openxmlformats.org/presentationml/2006/main">
  <p:tag name="KSO_WM_BEAUTIFY_FLAG" val="#wm#"/>
  <p:tag name="KSO_WM_TEMPLATE_CATEGORY" val="custom"/>
  <p:tag name="KSO_WM_TEMPLATE_INDEX" val="20238106"/>
</p:tagLst>
</file>

<file path=ppt/tags/tag52.xml><?xml version="1.0" encoding="utf-8"?>
<p:tagLst xmlns:p="http://schemas.openxmlformats.org/presentationml/2006/main">
  <p:tag name="KSO_WM_BEAUTIFY_FLAG" val="#wm#"/>
  <p:tag name="KSO_WM_TEMPLATE_CATEGORY" val="custom"/>
  <p:tag name="KSO_WM_TEMPLATE_INDEX" val="20238106"/>
</p:tagLst>
</file>

<file path=ppt/tags/tag53.xml><?xml version="1.0" encoding="utf-8"?>
<p:tagLst xmlns:p="http://schemas.openxmlformats.org/presentationml/2006/main">
  <p:tag name="KSO_WM_BEAUTIFY_FLAG" val="#wm#"/>
  <p:tag name="KSO_WM_TEMPLATE_CATEGORY" val="custom"/>
  <p:tag name="KSO_WM_TEMPLATE_INDEX" val="20238106"/>
</p:tagLst>
</file>

<file path=ppt/tags/tag54.xml><?xml version="1.0" encoding="utf-8"?>
<p:tagLst xmlns:p="http://schemas.openxmlformats.org/presentationml/2006/main">
  <p:tag name="KSO_WM_BEAUTIFY_FLAG" val="#wm#"/>
  <p:tag name="KSO_WM_TEMPLATE_CATEGORY" val="custom"/>
  <p:tag name="KSO_WM_TEMPLATE_INDEX" val="20238106"/>
</p:tagLst>
</file>

<file path=ppt/tags/tag55.xml><?xml version="1.0" encoding="utf-8"?>
<p:tagLst xmlns:p="http://schemas.openxmlformats.org/presentationml/2006/main">
  <p:tag name="KSO_WM_BEAUTIFY_FLAG" val="#wm#"/>
  <p:tag name="KSO_WM_TEMPLATE_CATEGORY" val="custom"/>
  <p:tag name="KSO_WM_TEMPLATE_INDEX" val="20238106"/>
</p:tagLst>
</file>

<file path=ppt/tags/tag56.xml><?xml version="1.0" encoding="utf-8"?>
<p:tagLst xmlns:p="http://schemas.openxmlformats.org/presentationml/2006/main">
  <p:tag name="KSO_WM_BEAUTIFY_FLAG" val="#wm#"/>
  <p:tag name="KSO_WM_TEMPLATE_CATEGORY" val="custom"/>
  <p:tag name="KSO_WM_TEMPLATE_INDEX" val="20238106"/>
</p:tagLst>
</file>

<file path=ppt/tags/tag57.xml><?xml version="1.0" encoding="utf-8"?>
<p:tagLst xmlns:p="http://schemas.openxmlformats.org/presentationml/2006/main">
  <p:tag name="KSO_WM_BEAUTIFY_FLAG" val="#wm#"/>
  <p:tag name="KSO_WM_TEMPLATE_CATEGORY" val="custom"/>
  <p:tag name="KSO_WM_TEMPLATE_INDEX" val="20238106"/>
</p:tagLst>
</file>

<file path=ppt/tags/tag58.xml><?xml version="1.0" encoding="utf-8"?>
<p:tagLst xmlns:p="http://schemas.openxmlformats.org/presentationml/2006/main">
  <p:tag name="KSO_WM_BEAUTIFY_FLAG" val="#wm#"/>
  <p:tag name="KSO_WM_TEMPLATE_CATEGORY" val="custom"/>
  <p:tag name="KSO_WM_TEMPLATE_INDEX" val="20238106"/>
</p:tagLst>
</file>

<file path=ppt/tags/tag5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3"/>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60.xml><?xml version="1.0" encoding="utf-8"?>
<p:tagLst xmlns:p="http://schemas.openxmlformats.org/presentationml/2006/main">
  <p:tag name="KSO_WM_BEAUTIFY_FLAG" val="#wm#"/>
  <p:tag name="KSO_WM_TEMPLATE_CATEGORY" val="custom"/>
  <p:tag name="KSO_WM_TEMPLATE_INDEX" val="20238106"/>
</p:tagLst>
</file>

<file path=ppt/tags/tag61.xml><?xml version="1.0" encoding="utf-8"?>
<p:tagLst xmlns:p="http://schemas.openxmlformats.org/presentationml/2006/main">
  <p:tag name="KSO_WM_BEAUTIFY_FLAG" val="#wm#"/>
  <p:tag name="KSO_WM_TEMPLATE_CATEGORY" val="custom"/>
  <p:tag name="KSO_WM_TEMPLATE_INDEX" val="20238106"/>
</p:tagLst>
</file>

<file path=ppt/tags/tag62.xml><?xml version="1.0" encoding="utf-8"?>
<p:tagLst xmlns:p="http://schemas.openxmlformats.org/presentationml/2006/main">
  <p:tag name="KSO_WM_BEAUTIFY_FLAG" val="#wm#"/>
  <p:tag name="KSO_WM_TEMPLATE_CATEGORY" val="custom"/>
  <p:tag name="KSO_WM_TEMPLATE_INDEX" val="20238106"/>
</p:tagLst>
</file>

<file path=ppt/theme/theme1.xml><?xml version="1.0" encoding="utf-8"?>
<a:theme xmlns:a="http://schemas.openxmlformats.org/drawingml/2006/main" name="1_Office Theme">
  <a:themeElements>
    <a:clrScheme name="0328-1">
      <a:dk1>
        <a:srgbClr val="333333"/>
      </a:dk1>
      <a:lt1>
        <a:sysClr val="window" lastClr="FFFFFF"/>
      </a:lt1>
      <a:dk2>
        <a:srgbClr val="13250B"/>
      </a:dk2>
      <a:lt2>
        <a:srgbClr val="EDF8E8"/>
      </a:lt2>
      <a:accent1>
        <a:srgbClr val="73C634"/>
      </a:accent1>
      <a:accent2>
        <a:srgbClr val="408428"/>
      </a:accent2>
      <a:accent3>
        <a:srgbClr val="FFDB25"/>
      </a:accent3>
      <a:accent4>
        <a:srgbClr val="F87D18"/>
      </a:accent4>
      <a:accent5>
        <a:srgbClr val="E9A245"/>
      </a:accent5>
      <a:accent6>
        <a:srgbClr val="7A4417"/>
      </a:accent6>
      <a:hlink>
        <a:srgbClr val="0026E5"/>
      </a:hlink>
      <a:folHlink>
        <a:srgbClr val="7E1FAD"/>
      </a:folHlink>
    </a:clrScheme>
    <a:fontScheme name="简约">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lumMod val="20000"/>
            <a:lumOff val="80000"/>
          </a:schemeClr>
        </a:solidFill>
        <a:ln>
          <a:noFill/>
        </a:ln>
      </a:spPr>
      <a:bodyPr wrap="square" rtlCol="0" anchor="ctr">
        <a:noAutofit/>
      </a:bodyPr>
      <a:lstStyle>
        <a:defPPr algn="ctr">
          <a:defRPr lang="en-US">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normAutofit/>
      </a:bodyPr>
      <a:lstStyle>
        <a:defPPr>
          <a:lnSpc>
            <a:spcPct val="140000"/>
          </a:lnSpc>
          <a:defRPr lang="en-US" sz="2400" kern="100" dirty="0">
            <a:effectLst/>
            <a:latin typeface="+mn-ea"/>
            <a:cs typeface="江城圆体 400W" panose="020B0500000000000000"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9473</Words>
  <Application>WPS Presentation</Application>
  <PresentationFormat>Widescreen</PresentationFormat>
  <Paragraphs>367</Paragraphs>
  <Slides>30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30</vt:i4>
      </vt:variant>
    </vt:vector>
  </HeadingPairs>
  <TitlesOfParts>
    <vt:vector size="42" baseType="lpstr">
      <vt:lpstr>Arial</vt:lpstr>
      <vt:lpstr>SimSun</vt:lpstr>
      <vt:lpstr>Wingdings</vt:lpstr>
      <vt:lpstr>江城圆体 400W</vt:lpstr>
      <vt:lpstr>Lato</vt:lpstr>
      <vt:lpstr>Manrope ExtraBold</vt:lpstr>
      <vt:lpstr>Microsoft YaHei</vt:lpstr>
      <vt:lpstr>Arial Unicode MS</vt:lpstr>
      <vt:lpstr>Calibri</vt:lpstr>
      <vt:lpstr>Google Sans Text</vt:lpstr>
      <vt:lpstr>Segoe Print</vt:lpstr>
      <vt:lpstr>1_Office Theme</vt:lpstr>
      <vt:lpstr>OPERATORS</vt:lpstr>
      <vt:lpstr>Operators</vt:lpstr>
      <vt:lpstr>Classification by Operand Count</vt:lpstr>
      <vt:lpstr> 4 Core Operator</vt:lpstr>
      <vt:lpstr> Arithmetic Operators (The Math Tools).</vt:lpstr>
      <vt:lpstr> Arithmetic Operators (The Math Tools).</vt:lpstr>
      <vt:lpstr>Relational Operators (The Comparison Tools).</vt:lpstr>
      <vt:lpstr>Logical Operators (The Condition Joiners).</vt:lpstr>
      <vt:lpstr>Assignment Operators (The Storage Tools).</vt:lpstr>
      <vt:lpstr>NOTE</vt:lpstr>
      <vt:lpstr>Bitwise Operators</vt:lpstr>
      <vt:lpstr>Bitwise Operators</vt:lpstr>
      <vt:lpstr>Bitwise Operators</vt:lpstr>
      <vt:lpstr>Bitwise Operators</vt:lpstr>
      <vt:lpstr>Bitwise Operators</vt:lpstr>
      <vt:lpstr>Bitwise Operators</vt:lpstr>
      <vt:lpstr>Special &amp; Miscellaneous Operators</vt:lpstr>
      <vt:lpstr>The sizeof Operator.</vt:lpstr>
      <vt:lpstr>The Conditional/Ternary Operator (? :).</vt:lpstr>
      <vt:lpstr>Pointer Operators (&amp; and *).</vt:lpstr>
      <vt:lpstr>Member Access Operators (. and -&gt;)</vt:lpstr>
      <vt:lpstr>Increment and Decrement Operators (++ and --)</vt:lpstr>
      <vt:lpstr>Increment and Decrement Operators (++ and --)</vt:lpstr>
      <vt:lpstr>The Comma Operator (,)</vt:lpstr>
      <vt:lpstr>The Comma Operator (,)</vt:lpstr>
      <vt:lpstr>Array and Function Operators ([ ] and ( ))</vt:lpstr>
      <vt:lpstr>Array and Function Operators ([ ] and ( ))</vt:lpstr>
      <vt:lpstr>Highest Priority To Lowest Priority</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OPERATORS</dc:title>
  <dc:creator/>
  <cp:lastModifiedBy>chatbotislive</cp:lastModifiedBy>
  <cp:revision>9</cp:revision>
  <dcterms:created xsi:type="dcterms:W3CDTF">2026-06-20T11:02:00Z</dcterms:created>
  <dcterms:modified xsi:type="dcterms:W3CDTF">2026-06-20T14:20:50Z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F45C5005902C4DDEB17A689A75CB5513_12</vt:lpwstr>
  </property>
</Properties>
</file>