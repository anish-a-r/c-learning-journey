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4" r:id="rId4"/>
  </p:sldMasterIdLst>
  <p:notesMasterIdLst>
    <p:notesMasterId r:id="rId17"/>
  </p:notesMasterIdLst>
  <p:handoutMasterIdLst>
    <p:handoutMasterId r:id="rId18"/>
  </p:handoutMasterIdLst>
  <p:sldIdLst>
    <p:sldId id="271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31.xml"/><Relationship Id="rId8" Type="http://schemas.openxmlformats.org/officeDocument/2006/relationships/tags" Target="../tags/tag130.xml"/><Relationship Id="rId7" Type="http://schemas.openxmlformats.org/officeDocument/2006/relationships/tags" Target="../tags/tag129.xml"/><Relationship Id="rId6" Type="http://schemas.openxmlformats.org/officeDocument/2006/relationships/tags" Target="../tags/tag128.xml"/><Relationship Id="rId5" Type="http://schemas.openxmlformats.org/officeDocument/2006/relationships/tags" Target="../tags/tag127.xml"/><Relationship Id="rId4" Type="http://schemas.openxmlformats.org/officeDocument/2006/relationships/image" Target="../media/image1.png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0" Type="http://schemas.openxmlformats.org/officeDocument/2006/relationships/tags" Target="../tags/tag132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tags" Target="../tags/tag135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143.xml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image" Target="../media/image2.png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50.xml"/><Relationship Id="rId8" Type="http://schemas.openxmlformats.org/officeDocument/2006/relationships/tags" Target="../tags/tag149.xml"/><Relationship Id="rId7" Type="http://schemas.openxmlformats.org/officeDocument/2006/relationships/tags" Target="../tags/tag148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image" Target="../media/image3.png"/><Relationship Id="rId3" Type="http://schemas.openxmlformats.org/officeDocument/2006/relationships/tags" Target="../tags/tag145.xml"/><Relationship Id="rId2" Type="http://schemas.openxmlformats.org/officeDocument/2006/relationships/tags" Target="../tags/tag144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7" Type="http://schemas.openxmlformats.org/officeDocument/2006/relationships/tags" Target="../tags/tag156.xml"/><Relationship Id="rId6" Type="http://schemas.openxmlformats.org/officeDocument/2006/relationships/tags" Target="../tags/tag155.xml"/><Relationship Id="rId5" Type="http://schemas.openxmlformats.org/officeDocument/2006/relationships/tags" Target="../tags/tag154.xml"/><Relationship Id="rId4" Type="http://schemas.openxmlformats.org/officeDocument/2006/relationships/tags" Target="../tags/tag153.xml"/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164.xml"/><Relationship Id="rId8" Type="http://schemas.openxmlformats.org/officeDocument/2006/relationships/tags" Target="../tags/tag163.xml"/><Relationship Id="rId7" Type="http://schemas.openxmlformats.org/officeDocument/2006/relationships/tags" Target="../tags/tag162.xml"/><Relationship Id="rId6" Type="http://schemas.openxmlformats.org/officeDocument/2006/relationships/tags" Target="../tags/tag161.xml"/><Relationship Id="rId5" Type="http://schemas.openxmlformats.org/officeDocument/2006/relationships/tags" Target="../tags/tag160.xml"/><Relationship Id="rId4" Type="http://schemas.openxmlformats.org/officeDocument/2006/relationships/tags" Target="../tags/tag159.xml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168.xml"/><Relationship Id="rId4" Type="http://schemas.openxmlformats.org/officeDocument/2006/relationships/tags" Target="../tags/tag167.xml"/><Relationship Id="rId3" Type="http://schemas.openxmlformats.org/officeDocument/2006/relationships/tags" Target="../tags/tag166.xml"/><Relationship Id="rId2" Type="http://schemas.openxmlformats.org/officeDocument/2006/relationships/tags" Target="../tags/tag165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4" Type="http://schemas.openxmlformats.org/officeDocument/2006/relationships/tags" Target="../tags/tag171.xml"/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5" Type="http://schemas.openxmlformats.org/officeDocument/2006/relationships/tags" Target="../tags/tag175.xml"/><Relationship Id="rId4" Type="http://schemas.openxmlformats.org/officeDocument/2006/relationships/tags" Target="../tags/tag174.xml"/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6" Type="http://schemas.openxmlformats.org/officeDocument/2006/relationships/tags" Target="../tags/tag180.xml"/><Relationship Id="rId5" Type="http://schemas.openxmlformats.org/officeDocument/2006/relationships/tags" Target="../tags/tag179.xml"/><Relationship Id="rId4" Type="http://schemas.openxmlformats.org/officeDocument/2006/relationships/tags" Target="../tags/tag178.xml"/><Relationship Id="rId3" Type="http://schemas.openxmlformats.org/officeDocument/2006/relationships/tags" Target="../tags/tag177.xml"/><Relationship Id="rId2" Type="http://schemas.openxmlformats.org/officeDocument/2006/relationships/tags" Target="../tags/tag176.xml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187.xml"/><Relationship Id="rId8" Type="http://schemas.openxmlformats.org/officeDocument/2006/relationships/tags" Target="../tags/tag186.xml"/><Relationship Id="rId7" Type="http://schemas.openxmlformats.org/officeDocument/2006/relationships/tags" Target="../tags/tag185.xml"/><Relationship Id="rId6" Type="http://schemas.openxmlformats.org/officeDocument/2006/relationships/tags" Target="../tags/tag184.xml"/><Relationship Id="rId5" Type="http://schemas.openxmlformats.org/officeDocument/2006/relationships/tags" Target="../tags/tag183.xml"/><Relationship Id="rId4" Type="http://schemas.openxmlformats.org/officeDocument/2006/relationships/image" Target="../media/image4.png"/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2"/>
            </p:custDataLst>
          </p:nvPr>
        </p:nvSpPr>
        <p:spPr>
          <a:xfrm>
            <a:off x="-1270" y="0"/>
            <a:ext cx="12192000" cy="6858000"/>
          </a:xfrm>
          <a:prstGeom prst="rect">
            <a:avLst/>
          </a:prstGeom>
          <a:gradFill flip="none" rotWithShape="1">
            <a:gsLst>
              <a:gs pos="36000">
                <a:schemeClr val="bg1">
                  <a:alpha val="57000"/>
                </a:schemeClr>
              </a:gs>
              <a:gs pos="100000">
                <a:schemeClr val="bg2">
                  <a:alpha val="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dirty="0">
              <a:sym typeface="+mn-lt"/>
            </a:endParaRPr>
          </a:p>
        </p:txBody>
      </p:sp>
      <p:pic>
        <p:nvPicPr>
          <p:cNvPr id="8" name="@png2x_0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314956" y="100584"/>
            <a:ext cx="9875520" cy="675741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5"/>
            </p:custDataLst>
          </p:nvPr>
        </p:nvSpPr>
        <p:spPr>
          <a:xfrm>
            <a:off x="838200" y="304165"/>
            <a:ext cx="7412355" cy="3152140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 userDrawn="1">
            <p:ph type="subTitle" idx="1" hasCustomPrompt="1"/>
            <p:custDataLst>
              <p:tags r:id="rId6"/>
            </p:custDataLst>
          </p:nvPr>
        </p:nvSpPr>
        <p:spPr>
          <a:xfrm>
            <a:off x="838200" y="3600000"/>
            <a:ext cx="6443749" cy="972000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24" name="文本占位符 23"/>
          <p:cNvSpPr>
            <a:spLocks noGrp="1"/>
          </p:cNvSpPr>
          <p:nvPr userDrawn="1">
            <p:ph type="body" sz="quarter" idx="17" hasCustomPrompt="1"/>
            <p:custDataLst>
              <p:tags r:id="rId7"/>
            </p:custDataLst>
          </p:nvPr>
        </p:nvSpPr>
        <p:spPr>
          <a:xfrm>
            <a:off x="838200" y="4580116"/>
            <a:ext cx="2743200" cy="5040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8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9"/>
            <p:custDataLst>
              <p:tags r:id="rId9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0"/>
            <p:custDataLst>
              <p:tags r:id="rId10"/>
            </p:custDataLst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  <a:lvl2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2pPr>
            <a:lvl3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3pPr>
            <a:lvl4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4pPr>
            <a:lvl5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2"/>
            </p:custDataLst>
          </p:nvPr>
        </p:nvSpPr>
        <p:spPr>
          <a:xfrm>
            <a:off x="-1270" y="0"/>
            <a:ext cx="12192000" cy="6858000"/>
          </a:xfrm>
          <a:prstGeom prst="rect">
            <a:avLst/>
          </a:prstGeom>
          <a:gradFill flip="none" rotWithShape="1">
            <a:gsLst>
              <a:gs pos="36000">
                <a:schemeClr val="bg1">
                  <a:alpha val="57000"/>
                </a:schemeClr>
              </a:gs>
              <a:gs pos="100000">
                <a:schemeClr val="bg2">
                  <a:alpha val="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dirty="0">
              <a:sym typeface="+mn-lt"/>
            </a:endParaRPr>
          </a:p>
        </p:txBody>
      </p:sp>
      <p:pic>
        <p:nvPicPr>
          <p:cNvPr id="5" name="@png2x_0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524" y="941832"/>
            <a:ext cx="7854696" cy="59161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07440" y="659130"/>
            <a:ext cx="9991725" cy="1081405"/>
          </a:xfrm>
        </p:spPr>
        <p:txBody>
          <a:bodyPr anchor="t">
            <a:normAutofit/>
          </a:bodyPr>
          <a:lstStyle>
            <a:lvl1pPr algn="l">
              <a:defRPr sz="420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2"/>
            </p:custDataLst>
          </p:nvPr>
        </p:nvSpPr>
        <p:spPr>
          <a:xfrm>
            <a:off x="-1270" y="-635"/>
            <a:ext cx="12192000" cy="6858635"/>
          </a:xfrm>
          <a:prstGeom prst="rect">
            <a:avLst/>
          </a:prstGeom>
          <a:gradFill flip="none" rotWithShape="1">
            <a:gsLst>
              <a:gs pos="36000">
                <a:schemeClr val="bg1">
                  <a:alpha val="57000"/>
                </a:schemeClr>
              </a:gs>
              <a:gs pos="100000">
                <a:schemeClr val="bg2">
                  <a:alpha val="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dirty="0">
              <a:sym typeface="+mn-lt"/>
            </a:endParaRPr>
          </a:p>
        </p:txBody>
      </p:sp>
      <p:pic>
        <p:nvPicPr>
          <p:cNvPr id="9" name="@png2x_0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314956" y="2395728"/>
            <a:ext cx="7013448" cy="446227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057775" y="413385"/>
            <a:ext cx="6657975" cy="2251710"/>
          </a:xfrm>
        </p:spPr>
        <p:txBody>
          <a:bodyPr lIns="0" bIns="71755" anchor="b" anchorCtr="0"/>
          <a:lstStyle>
            <a:lvl1pPr algn="l">
              <a:defRPr sz="400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9"/>
            </p:custDataLst>
          </p:nvPr>
        </p:nvSpPr>
        <p:spPr>
          <a:xfrm>
            <a:off x="2425602" y="1459058"/>
            <a:ext cx="2538632" cy="1152000"/>
          </a:xfrm>
        </p:spPr>
        <p:txBody>
          <a:bodyPr wrap="none" bIns="0" anchor="b" anchorCtr="0">
            <a:normAutofit/>
          </a:bodyPr>
          <a:lstStyle>
            <a:lvl1pPr marL="0" indent="0" algn="r">
              <a:buNone/>
              <a:defRPr sz="4400" b="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>
              <a:def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>
            <a:lvl1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  <a:lvl2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2pPr>
            <a:lvl3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3pPr>
            <a:lvl4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4pPr>
            <a:lvl5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>
            <a:lvl1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  <a:lvl2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2pPr>
            <a:lvl3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3pPr>
            <a:lvl4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4pPr>
            <a:lvl5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325" y="360045"/>
            <a:ext cx="10800715" cy="864235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325" y="360045"/>
            <a:ext cx="10799445" cy="864235"/>
          </a:xfrm>
        </p:spPr>
        <p:txBody>
          <a:bodyPr/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anchor="t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2"/>
            </p:custDataLst>
          </p:nvPr>
        </p:nvSpPr>
        <p:spPr>
          <a:xfrm>
            <a:off x="-1270" y="0"/>
            <a:ext cx="12192000" cy="6858000"/>
          </a:xfrm>
          <a:prstGeom prst="rect">
            <a:avLst/>
          </a:prstGeom>
          <a:gradFill flip="none" rotWithShape="1">
            <a:gsLst>
              <a:gs pos="36000">
                <a:schemeClr val="bg1">
                  <a:alpha val="57000"/>
                </a:schemeClr>
              </a:gs>
              <a:gs pos="100000">
                <a:schemeClr val="bg2">
                  <a:alpha val="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dirty="0">
              <a:sym typeface="+mn-lt"/>
            </a:endParaRPr>
          </a:p>
        </p:txBody>
      </p:sp>
      <p:pic>
        <p:nvPicPr>
          <p:cNvPr id="8" name="@png2x_0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39925" y="100330"/>
            <a:ext cx="10250170" cy="67576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1127125" y="927735"/>
            <a:ext cx="6409055" cy="2729865"/>
          </a:xfrm>
        </p:spPr>
        <p:txBody>
          <a:bodyPr anchor="b"/>
          <a:lstStyle>
            <a:lvl1pPr algn="l">
              <a:lnSpc>
                <a:spcPct val="100000"/>
              </a:lnSpc>
              <a:defRPr sz="600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1194435" y="4054787"/>
            <a:ext cx="2743200" cy="593032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lt1">
                    <a:lumMod val="10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8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9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20"/>
            <p:custDataLst>
              <p:tags r:id="rId9"/>
            </p:custDataLst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9" Type="http://schemas.openxmlformats.org/officeDocument/2006/relationships/theme" Target="../theme/theme2.xml"/><Relationship Id="rId18" Type="http://schemas.openxmlformats.org/officeDocument/2006/relationships/tags" Target="../tags/tag124.xml"/><Relationship Id="rId17" Type="http://schemas.openxmlformats.org/officeDocument/2006/relationships/tags" Target="../tags/tag123.xml"/><Relationship Id="rId16" Type="http://schemas.openxmlformats.org/officeDocument/2006/relationships/tags" Target="../tags/tag122.xml"/><Relationship Id="rId15" Type="http://schemas.openxmlformats.org/officeDocument/2006/relationships/tags" Target="../tags/tag121.xml"/><Relationship Id="rId14" Type="http://schemas.openxmlformats.org/officeDocument/2006/relationships/tags" Target="../tags/tag120.xml"/><Relationship Id="rId13" Type="http://schemas.openxmlformats.org/officeDocument/2006/relationships/tags" Target="../tags/tag119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0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9" Type="http://schemas.openxmlformats.org/officeDocument/2006/relationships/tags" Target="../tags/tag194.xml"/><Relationship Id="rId18" Type="http://schemas.openxmlformats.org/officeDocument/2006/relationships/tags" Target="../tags/tag193.xml"/><Relationship Id="rId17" Type="http://schemas.openxmlformats.org/officeDocument/2006/relationships/tags" Target="../tags/tag192.xml"/><Relationship Id="rId16" Type="http://schemas.openxmlformats.org/officeDocument/2006/relationships/tags" Target="../tags/tag191.xml"/><Relationship Id="rId15" Type="http://schemas.openxmlformats.org/officeDocument/2006/relationships/tags" Target="../tags/tag190.xml"/><Relationship Id="rId14" Type="http://schemas.openxmlformats.org/officeDocument/2006/relationships/tags" Target="../tags/tag189.xml"/><Relationship Id="rId13" Type="http://schemas.openxmlformats.org/officeDocument/2006/relationships/tags" Target="../tags/tag188.xml"/><Relationship Id="rId12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13"/>
            </p:custDataLst>
          </p:nvPr>
        </p:nvSpPr>
        <p:spPr>
          <a:xfrm>
            <a:off x="-1270" y="-635"/>
            <a:ext cx="12192000" cy="6858635"/>
          </a:xfrm>
          <a:prstGeom prst="rect">
            <a:avLst/>
          </a:prstGeom>
          <a:gradFill flip="none" rotWithShape="1">
            <a:gsLst>
              <a:gs pos="36000">
                <a:schemeClr val="bg1">
                  <a:alpha val="57000"/>
                </a:schemeClr>
              </a:gs>
              <a:gs pos="100000">
                <a:schemeClr val="bg2">
                  <a:alpha val="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>
              <a:lumMod val="90000"/>
              <a:lumOff val="10000"/>
            </a:schemeClr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>
              <a:lumMod val="90000"/>
              <a:lumOff val="10000"/>
            </a:schemeClr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2">
              <a:lumMod val="90000"/>
              <a:lumOff val="10000"/>
            </a:schemeClr>
          </a:solidFill>
          <a:latin typeface="汉仪书宋二简" panose="02020600000000000000" charset="-122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2">
              <a:lumMod val="90000"/>
              <a:lumOff val="10000"/>
            </a:schemeClr>
          </a:solidFill>
          <a:latin typeface="汉仪书宋二简" panose="02020600000000000000" charset="-122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100" kern="1200">
          <a:solidFill>
            <a:schemeClr val="tx2">
              <a:lumMod val="90000"/>
              <a:lumOff val="10000"/>
            </a:schemeClr>
          </a:solidFill>
          <a:latin typeface="汉仪书宋二简" panose="02020600000000000000" charset="-122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050" kern="1200">
          <a:solidFill>
            <a:schemeClr val="tx2">
              <a:lumMod val="90000"/>
              <a:lumOff val="10000"/>
            </a:schemeClr>
          </a:solidFill>
          <a:latin typeface="汉仪书宋二简" panose="020206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5.xml"/><Relationship Id="rId4" Type="http://schemas.openxmlformats.org/officeDocument/2006/relationships/tags" Target="../tags/tag198.xml"/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" Type="http://schemas.openxmlformats.org/officeDocument/2006/relationships/tags" Target="../tags/tag195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6.xml"/><Relationship Id="rId3" Type="http://schemas.openxmlformats.org/officeDocument/2006/relationships/tags" Target="../tags/tag201.xml"/><Relationship Id="rId2" Type="http://schemas.openxmlformats.org/officeDocument/2006/relationships/tags" Target="../tags/tag200.xml"/><Relationship Id="rId1" Type="http://schemas.openxmlformats.org/officeDocument/2006/relationships/tags" Target="../tags/tag199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6.xml"/><Relationship Id="rId3" Type="http://schemas.openxmlformats.org/officeDocument/2006/relationships/tags" Target="../tags/tag204.xml"/><Relationship Id="rId2" Type="http://schemas.openxmlformats.org/officeDocument/2006/relationships/tags" Target="../tags/tag203.xml"/><Relationship Id="rId1" Type="http://schemas.openxmlformats.org/officeDocument/2006/relationships/tags" Target="../tags/tag20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6.xml"/><Relationship Id="rId3" Type="http://schemas.openxmlformats.org/officeDocument/2006/relationships/tags" Target="../tags/tag207.xml"/><Relationship Id="rId2" Type="http://schemas.openxmlformats.org/officeDocument/2006/relationships/tags" Target="../tags/tag206.xml"/><Relationship Id="rId1" Type="http://schemas.openxmlformats.org/officeDocument/2006/relationships/tags" Target="../tags/tag205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6.xml"/><Relationship Id="rId3" Type="http://schemas.openxmlformats.org/officeDocument/2006/relationships/tags" Target="../tags/tag210.xml"/><Relationship Id="rId2" Type="http://schemas.openxmlformats.org/officeDocument/2006/relationships/tags" Target="../tags/tag209.xml"/><Relationship Id="rId1" Type="http://schemas.openxmlformats.org/officeDocument/2006/relationships/tags" Target="../tags/tag208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6.xml"/><Relationship Id="rId3" Type="http://schemas.openxmlformats.org/officeDocument/2006/relationships/tags" Target="../tags/tag213.xml"/><Relationship Id="rId2" Type="http://schemas.openxmlformats.org/officeDocument/2006/relationships/tags" Target="../tags/tag212.xml"/><Relationship Id="rId1" Type="http://schemas.openxmlformats.org/officeDocument/2006/relationships/tags" Target="../tags/tag21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6.xml"/><Relationship Id="rId3" Type="http://schemas.openxmlformats.org/officeDocument/2006/relationships/tags" Target="../tags/tag216.xml"/><Relationship Id="rId2" Type="http://schemas.openxmlformats.org/officeDocument/2006/relationships/tags" Target="../tags/tag215.xml"/><Relationship Id="rId1" Type="http://schemas.openxmlformats.org/officeDocument/2006/relationships/tags" Target="../tags/tag214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6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tags" Target="../tags/tag21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6.xml"/><Relationship Id="rId3" Type="http://schemas.openxmlformats.org/officeDocument/2006/relationships/tags" Target="../tags/tag222.xml"/><Relationship Id="rId2" Type="http://schemas.openxmlformats.org/officeDocument/2006/relationships/tags" Target="../tags/tag221.xml"/><Relationship Id="rId1" Type="http://schemas.openxmlformats.org/officeDocument/2006/relationships/tags" Target="../tags/tag220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tags" Target="../tags/tag223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6.xml"/><Relationship Id="rId3" Type="http://schemas.openxmlformats.org/officeDocument/2006/relationships/tags" Target="../tags/tag228.xml"/><Relationship Id="rId2" Type="http://schemas.openxmlformats.org/officeDocument/2006/relationships/tags" Target="../tags/tag227.xml"/><Relationship Id="rId1" Type="http://schemas.openxmlformats.org/officeDocument/2006/relationships/tags" Target="../tags/tag22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2" Type="http://schemas.openxmlformats.org/officeDocument/2006/relationships/tags" Target="../tags/tag230.xml"/><Relationship Id="rId1" Type="http://schemas.openxmlformats.org/officeDocument/2006/relationships/tags" Target="../tags/tag2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STRUCTURE OF C</a:t>
            </a:r>
            <a:endParaRPr lang="en-US" dirty="0">
              <a:latin typeface="+mj-lt"/>
            </a:endParaRPr>
          </a:p>
        </p:txBody>
      </p:sp>
      <p:sp>
        <p:nvSpPr>
          <p:cNvPr id="5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>
                <a:latin typeface="+mj-lt"/>
              </a:rPr>
              <a:t>UNDERSTANDING THE BASIC SYNTAX OF C</a:t>
            </a:r>
            <a:endParaRPr lang="en-US">
              <a:latin typeface="+mj-lt"/>
            </a:endParaRP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>
                <a:latin typeface="+mn-lt"/>
              </a:rPr>
              <a:t>ANISH A R</a:t>
            </a:r>
            <a:endParaRPr 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itle 7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CODE</a:t>
            </a:r>
            <a:endParaRPr lang="en-US" dirty="0">
              <a:cs typeface="+mn-ea"/>
              <a:sym typeface="+mn-ea"/>
            </a:endParaRPr>
          </a:p>
        </p:txBody>
      </p:sp>
      <p:sp>
        <p:nvSpPr>
          <p:cNvPr id="6" name="Content Placeholder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080134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>
                <a:solidFill>
                  <a:schemeClr val="tx1"/>
                </a:solidFill>
              </a:rPr>
              <a:t>#include&lt;stdio.h&gt;</a:t>
            </a:r>
            <a:endParaRPr lang="en-US" sz="32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3200">
                <a:solidFill>
                  <a:schemeClr val="tx1"/>
                </a:solidFill>
              </a:rPr>
              <a:t>int main()</a:t>
            </a:r>
            <a:endParaRPr lang="en-US" sz="32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3200">
                <a:solidFill>
                  <a:schemeClr val="tx1"/>
                </a:solidFill>
              </a:rPr>
              <a:t>{</a:t>
            </a:r>
            <a:endParaRPr lang="en-US" sz="32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3200">
                <a:solidFill>
                  <a:schemeClr val="tx1"/>
                </a:solidFill>
              </a:rPr>
              <a:t>printf(“HELLO WORLD”);</a:t>
            </a:r>
            <a:endParaRPr lang="en-US" sz="32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3200">
                <a:solidFill>
                  <a:schemeClr val="tx1"/>
                </a:solidFill>
              </a:rPr>
              <a:t>return 0;</a:t>
            </a:r>
            <a:endParaRPr lang="en-US" sz="32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3200">
                <a:solidFill>
                  <a:schemeClr val="tx1"/>
                </a:solidFill>
              </a:rPr>
              <a:t>}</a:t>
            </a:r>
            <a:endParaRPr lang="en-US" sz="3200">
              <a:solidFill>
                <a:schemeClr val="tx1"/>
              </a:solidFill>
            </a:endParaRPr>
          </a:p>
        </p:txBody>
      </p:sp>
      <p:sp>
        <p:nvSpPr>
          <p:cNvPr id="12" name="Cloud Callout 11"/>
          <p:cNvSpPr/>
          <p:nvPr/>
        </p:nvSpPr>
        <p:spPr>
          <a:xfrm>
            <a:off x="7084695" y="360045"/>
            <a:ext cx="4411345" cy="2496820"/>
          </a:xfrm>
          <a:prstGeom prst="cloudCallo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 b="1">
                <a:solidFill>
                  <a:schemeClr val="bg1"/>
                </a:solidFill>
              </a:rPr>
              <a:t>TRY EXECUTING... </a:t>
            </a:r>
            <a:endParaRPr lang="en-US" sz="2400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#include</a:t>
            </a:r>
            <a:endParaRPr lang="en-US" dirty="0">
              <a:cs typeface="+mn-ea"/>
              <a:sym typeface="+mn-ea"/>
            </a:endParaRPr>
          </a:p>
        </p:txBody>
      </p:sp>
      <p:sp>
        <p:nvSpPr>
          <p:cNvPr id="2" name="Content Placeholder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080134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800">
                <a:solidFill>
                  <a:schemeClr val="tx1"/>
                </a:solidFill>
              </a:rPr>
              <a:t>Role: A preprocessor command</a:t>
            </a:r>
            <a:r>
              <a:rPr lang="en-US" altLang="en-US" sz="2800">
                <a:solidFill>
                  <a:schemeClr val="tx1"/>
                </a:solidFill>
                <a:sym typeface="+mn-ea"/>
              </a:rPr>
              <a:t>.</a:t>
            </a:r>
            <a:endParaRPr lang="en-US" altLang="en-US" sz="2800">
              <a:solidFill>
                <a:schemeClr val="tx1"/>
              </a:solidFill>
              <a:sym typeface="+mn-ea"/>
            </a:endParaRPr>
          </a:p>
          <a:p>
            <a:r>
              <a:rPr lang="en-US" altLang="en-US" sz="2800">
                <a:solidFill>
                  <a:schemeClr val="tx1"/>
                </a:solidFill>
              </a:rPr>
              <a:t>Meaning: It tells the computer to copy and paste text from an external source file before doing anything else.</a:t>
            </a:r>
            <a:endParaRPr lang="en-US" altLang="en-US" sz="28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&lt;stdio.h&gt;</a:t>
            </a:r>
            <a:endParaRPr lang="en-US" dirty="0">
              <a:cs typeface="+mn-ea"/>
              <a:sym typeface="+mn-ea"/>
            </a:endParaRPr>
          </a:p>
        </p:txBody>
      </p:sp>
      <p:sp>
        <p:nvSpPr>
          <p:cNvPr id="2" name="Content Placeholder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080134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800">
                <a:solidFill>
                  <a:schemeClr val="tx1"/>
                </a:solidFill>
              </a:rPr>
              <a:t>Role: Standard Input/Output header file.</a:t>
            </a:r>
            <a:endParaRPr lang="en-US" altLang="en-US" sz="2800">
              <a:solidFill>
                <a:schemeClr val="tx1"/>
              </a:solidFill>
            </a:endParaRPr>
          </a:p>
          <a:p>
            <a:r>
              <a:rPr lang="en-US" altLang="en-US" sz="2800">
                <a:solidFill>
                  <a:schemeClr val="tx1"/>
                </a:solidFill>
              </a:rPr>
              <a:t>Meaning: This file contains the definitions for reading and writing data. You must include it so your program understands what</a:t>
            </a:r>
            <a:r>
              <a:rPr lang="en-US" altLang="en-US" sz="2800" b="1">
                <a:solidFill>
                  <a:schemeClr val="tx1"/>
                </a:solidFill>
              </a:rPr>
              <a:t> “printf” </a:t>
            </a:r>
            <a:r>
              <a:rPr lang="en-US" altLang="en-US" sz="2800">
                <a:solidFill>
                  <a:schemeClr val="tx1"/>
                </a:solidFill>
              </a:rPr>
              <a:t>means.</a:t>
            </a:r>
            <a:endParaRPr lang="en-US" altLang="en-US" sz="28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int</a:t>
            </a:r>
            <a:endParaRPr lang="en-US" dirty="0">
              <a:cs typeface="+mn-ea"/>
              <a:sym typeface="+mn-ea"/>
            </a:endParaRPr>
          </a:p>
        </p:txBody>
      </p:sp>
      <p:sp>
        <p:nvSpPr>
          <p:cNvPr id="2" name="Content Placeholder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080134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800">
                <a:solidFill>
                  <a:schemeClr val="tx1"/>
                </a:solidFill>
              </a:rPr>
              <a:t>Role: Integer data type.</a:t>
            </a:r>
            <a:endParaRPr lang="en-US" altLang="en-US" sz="2800">
              <a:solidFill>
                <a:schemeClr val="tx1"/>
              </a:solidFill>
            </a:endParaRPr>
          </a:p>
          <a:p>
            <a:r>
              <a:rPr lang="en-US" altLang="en-US" sz="2800">
                <a:solidFill>
                  <a:schemeClr val="tx1"/>
                </a:solidFill>
              </a:rPr>
              <a:t>Meaning: It tells the Operating System that when this program finishes running, it will hand back a whole number (an integer) as a final status report.</a:t>
            </a:r>
            <a:endParaRPr lang="en-US" altLang="en-US" sz="28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main()</a:t>
            </a:r>
            <a:endParaRPr lang="en-US" dirty="0">
              <a:cs typeface="+mn-ea"/>
              <a:sym typeface="+mn-ea"/>
            </a:endParaRPr>
          </a:p>
        </p:txBody>
      </p:sp>
      <p:sp>
        <p:nvSpPr>
          <p:cNvPr id="2" name="Content Placeholder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080134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800">
                <a:solidFill>
                  <a:schemeClr val="tx1"/>
                </a:solidFill>
              </a:rPr>
              <a:t>Role: The entry point function.</a:t>
            </a:r>
            <a:endParaRPr lang="en-US" altLang="en-US" sz="2800">
              <a:solidFill>
                <a:schemeClr val="tx1"/>
              </a:solidFill>
            </a:endParaRPr>
          </a:p>
          <a:p>
            <a:r>
              <a:rPr lang="en-US" altLang="en-US" sz="2800">
                <a:solidFill>
                  <a:schemeClr val="tx1"/>
                </a:solidFill>
              </a:rPr>
              <a:t>Meaning: This is the mandatory starting point. No matter how massive a C program is, the computer always searches for the word main and starts executing instructions from there.</a:t>
            </a:r>
            <a:endParaRPr lang="en-US" altLang="en-US" sz="28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{ and }</a:t>
            </a:r>
            <a:endParaRPr lang="en-US" dirty="0">
              <a:cs typeface="+mn-ea"/>
              <a:sym typeface="+mn-ea"/>
            </a:endParaRPr>
          </a:p>
        </p:txBody>
      </p:sp>
      <p:sp>
        <p:nvSpPr>
          <p:cNvPr id="2" name="Content Placeholder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080134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800">
                <a:solidFill>
                  <a:schemeClr val="tx1"/>
                </a:solidFill>
              </a:rPr>
              <a:t>Role: Curly braces / Block delimiters.</a:t>
            </a:r>
            <a:endParaRPr lang="en-US" altLang="en-US" sz="2800">
              <a:solidFill>
                <a:schemeClr val="tx1"/>
              </a:solidFill>
            </a:endParaRPr>
          </a:p>
          <a:p>
            <a:r>
              <a:rPr lang="en-US" altLang="en-US" sz="2800">
                <a:solidFill>
                  <a:schemeClr val="tx1"/>
                </a:solidFill>
              </a:rPr>
              <a:t>Meaning: These act like a box. Everything written inside these braces belongs strictly to the main function.</a:t>
            </a:r>
            <a:endParaRPr lang="en-US" altLang="en-US" sz="28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printf()</a:t>
            </a:r>
            <a:endParaRPr lang="en-US" dirty="0">
              <a:cs typeface="+mn-ea"/>
              <a:sym typeface="+mn-ea"/>
            </a:endParaRPr>
          </a:p>
        </p:txBody>
      </p:sp>
      <p:sp>
        <p:nvSpPr>
          <p:cNvPr id="2" name="Content Placeholder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080134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800">
                <a:solidFill>
                  <a:schemeClr val="tx1"/>
                </a:solidFill>
              </a:rPr>
              <a:t>Role: Standard library printing function.</a:t>
            </a:r>
            <a:endParaRPr lang="en-US" altLang="en-US" sz="2800">
              <a:solidFill>
                <a:schemeClr val="tx1"/>
              </a:solidFill>
            </a:endParaRPr>
          </a:p>
          <a:p>
            <a:r>
              <a:rPr lang="en-US" altLang="en-US" sz="2800">
                <a:solidFill>
                  <a:schemeClr val="tx1"/>
                </a:solidFill>
              </a:rPr>
              <a:t>Meaning: Short for "print formatted." It takes whatever text is passed inside its parentheses and displays it on your screen.</a:t>
            </a:r>
            <a:endParaRPr lang="en-US" altLang="en-US" sz="28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HELLO WORLD</a:t>
            </a:r>
            <a:endParaRPr lang="en-US" dirty="0">
              <a:cs typeface="+mn-ea"/>
              <a:sym typeface="+mn-ea"/>
            </a:endParaRPr>
          </a:p>
        </p:txBody>
      </p:sp>
      <p:sp>
        <p:nvSpPr>
          <p:cNvPr id="2" name="Content Placeholder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080134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800">
                <a:solidFill>
                  <a:schemeClr val="tx1"/>
                </a:solidFill>
              </a:rPr>
              <a:t>Role: Text string literal.</a:t>
            </a:r>
            <a:endParaRPr lang="en-US" altLang="en-US" sz="2800">
              <a:solidFill>
                <a:schemeClr val="tx1"/>
              </a:solidFill>
            </a:endParaRPr>
          </a:p>
          <a:p>
            <a:r>
              <a:rPr lang="en-US" altLang="en-US" sz="2800">
                <a:solidFill>
                  <a:schemeClr val="tx1"/>
                </a:solidFill>
              </a:rPr>
              <a:t>Meaning: The exact text characters you want to display. (Note: Ensure you use standard straight quotes "" instead of curly smart quotes “” when typing this into an editor, or the compiler will throw a syntax error).</a:t>
            </a:r>
            <a:endParaRPr lang="en-US" altLang="en-US" sz="28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itle 7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;</a:t>
            </a:r>
            <a:endParaRPr lang="en-US" dirty="0">
              <a:cs typeface="+mn-ea"/>
              <a:sym typeface="+mn-ea"/>
            </a:endParaRPr>
          </a:p>
        </p:txBody>
      </p:sp>
      <p:sp>
        <p:nvSpPr>
          <p:cNvPr id="3" name="Content Placeholder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080134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800">
                <a:solidFill>
                  <a:schemeClr val="tx1"/>
                </a:solidFill>
              </a:rPr>
              <a:t>Role: Semicolon / Statement terminator.</a:t>
            </a:r>
            <a:endParaRPr lang="en-US" altLang="en-US" sz="2800">
              <a:solidFill>
                <a:schemeClr val="tx1"/>
              </a:solidFill>
            </a:endParaRPr>
          </a:p>
          <a:p>
            <a:r>
              <a:rPr lang="en-US" altLang="en-US" sz="2800">
                <a:solidFill>
                  <a:schemeClr val="tx1"/>
                </a:solidFill>
              </a:rPr>
              <a:t>Meaning: The grammatical "period" of the C language. It tells the compiler that this specific instruction line is complete.</a:t>
            </a:r>
            <a:endParaRPr lang="en-US" altLang="en-US" sz="28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return 0;</a:t>
            </a:r>
            <a:endParaRPr lang="en-US" dirty="0">
              <a:cs typeface="+mn-ea"/>
              <a:sym typeface="+mn-ea"/>
            </a:endParaRPr>
          </a:p>
        </p:txBody>
      </p:sp>
      <p:sp>
        <p:nvSpPr>
          <p:cNvPr id="2" name="Content Placeholder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080134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800">
                <a:solidFill>
                  <a:schemeClr val="tx1"/>
                </a:solidFill>
              </a:rPr>
              <a:t>Role: Exit status statement.</a:t>
            </a:r>
            <a:endParaRPr lang="en-US" altLang="en-US" sz="2800">
              <a:solidFill>
                <a:schemeClr val="tx1"/>
              </a:solidFill>
            </a:endParaRPr>
          </a:p>
          <a:p>
            <a:r>
              <a:rPr lang="en-US" altLang="en-US" sz="2800">
                <a:solidFill>
                  <a:schemeClr val="tx1"/>
                </a:solidFill>
              </a:rPr>
              <a:t>Meaning: It sends the number 0 back to the Operating System. In computer programming, a return value of 0 universally means "Everything ran perfectly with zero errors."</a:t>
            </a:r>
            <a:endParaRPr lang="en-US" altLang="en-US" sz="28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 anchor="ctr" anchorCtr="0"/>
          <a:p>
            <a:pPr marL="0" indent="0" algn="ctr">
              <a:buNone/>
            </a:pPr>
            <a:r>
              <a:rPr lang="en-US" sz="8000"/>
              <a:t>THANK YOU</a:t>
            </a:r>
            <a:endParaRPr lang="en-US" sz="80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40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14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50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15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5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15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5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15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15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16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16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6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7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7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17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18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84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1*f*5"/>
  <p:tag name="KSO_WM_UNIT_LAYERLEVEL" val="1"/>
  <p:tag name="KSO_WM_TAG_VERSION" val="3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8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5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04"/>
</p:tagLst>
</file>

<file path=ppt/tags/tag19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765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04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94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04"/>
</p:tagLst>
</file>

<file path=ppt/tags/tag19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TEMPLATE_CATEGORY" val="custom"/>
  <p:tag name="KSO_WM_TEMPLATE_INDEX" val="20238004"/>
  <p:tag name="KSO_WM_UNIT_LAYERLEVEL" val="1"/>
  <p:tag name="KSO_WM_TAG_VERSION" val="3.0"/>
  <p:tag name="KSO_WM_BEAUTIFY_FLAG" val="#wm#"/>
  <p:tag name="KSO_WM_UNIT_PRESET_TEXT" val="单击此处编辑母版标题样式"/>
</p:tagLst>
</file>

<file path=ppt/tags/tag19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TEMPLATE_CATEGORY" val="custom"/>
  <p:tag name="KSO_WM_TEMPLATE_INDEX" val="20238004"/>
  <p:tag name="KSO_WM_UNIT_LAYERLEVEL" val="1"/>
  <p:tag name="KSO_WM_TAG_VERSION" val="3.0"/>
  <p:tag name="KSO_WM_BEAUTIFY_FLAG" val="#wm#"/>
  <p:tag name="KSO_WM_UNIT_PRESET_TEXT" val="单击此处编辑母版副标题样式"/>
</p:tagLst>
</file>

<file path=ppt/tags/tag197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TEMPLATE_CATEGORY" val="custom"/>
  <p:tag name="KSO_WM_TEMPLATE_INDEX" val="20238004"/>
  <p:tag name="KSO_WM_UNIT_LAYERLEVEL" val="1"/>
  <p:tag name="KSO_WM_TAG_VERSION" val="3.0"/>
  <p:tag name="KSO_WM_BEAUTIFY_FLAG" val="#wm#"/>
  <p:tag name="KSO_WM_UNIT_PRESET_TEXT" val="署名占位符"/>
</p:tagLst>
</file>

<file path=ppt/tags/tag198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8004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004"/>
  <p:tag name="KSO_WM_SLIDE_LAYOUT" val="a_b_f"/>
  <p:tag name="KSO_WM_SLIDE_LAYOUT_CNT" val="1_1_1"/>
</p:tagLst>
</file>

<file path=ppt/tags/tag19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7"/>
  <p:tag name="KSO_WM_UNIT_TYPE" val="f"/>
  <p:tag name="KSO_WM_UNIT_SUBTYPE" val="a"/>
</p:tagLst>
</file>

<file path=ppt/tags/tag2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202.xml><?xml version="1.0" encoding="utf-8"?>
<p:tagLst xmlns:p="http://schemas.openxmlformats.org/presentationml/2006/main">
  <p:tag name="KSO_WM_UNIT_TEXT" val="CODE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5"/>
  <p:tag name="KSO_WM_UNIT_TYPE" val="f"/>
  <p:tag name="KSO_WM_UNIT_SUBTYPE" val="a"/>
</p:tagLst>
</file>

<file path=ppt/tags/tag2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205.xml><?xml version="1.0" encoding="utf-8"?>
<p:tagLst xmlns:p="http://schemas.openxmlformats.org/presentationml/2006/main">
  <p:tag name="KSO_WM_UNIT_TEXT" val="#include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5"/>
  <p:tag name="KSO_WM_UNIT_TYPE" val="f"/>
  <p:tag name="KSO_WM_UNIT_SUBTYPE" val="a"/>
</p:tagLst>
</file>

<file path=ppt/tags/tag20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208.xml><?xml version="1.0" encoding="utf-8"?>
<p:tagLst xmlns:p="http://schemas.openxmlformats.org/presentationml/2006/main">
  <p:tag name="KSO_WM_UNIT_TEXT" val="&lt;stdio.h&gt;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5"/>
  <p:tag name="KSO_WM_UNIT_TYPE" val="f"/>
  <p:tag name="KSO_WM_UNIT_SUBTYPE" val="a"/>
</p:tagLst>
</file>

<file path=ppt/tags/tag2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211.xml><?xml version="1.0" encoding="utf-8"?>
<p:tagLst xmlns:p="http://schemas.openxmlformats.org/presentationml/2006/main">
  <p:tag name="KSO_WM_UNIT_TEXT" val="int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5"/>
  <p:tag name="KSO_WM_UNIT_TYPE" val="f"/>
  <p:tag name="KSO_WM_UNIT_SUBTYPE" val="a"/>
</p:tagLst>
</file>

<file path=ppt/tags/tag2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214.xml><?xml version="1.0" encoding="utf-8"?>
<p:tagLst xmlns:p="http://schemas.openxmlformats.org/presentationml/2006/main">
  <p:tag name="KSO_WM_UNIT_TEXT" val="main()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5"/>
  <p:tag name="KSO_WM_UNIT_TYPE" val="f"/>
  <p:tag name="KSO_WM_UNIT_SUBTYPE" val="a"/>
</p:tagLst>
</file>

<file path=ppt/tags/tag2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217.xml><?xml version="1.0" encoding="utf-8"?>
<p:tagLst xmlns:p="http://schemas.openxmlformats.org/presentationml/2006/main">
  <p:tag name="KSO_WM_UNIT_TEXT" val="{ and }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5"/>
  <p:tag name="KSO_WM_UNIT_TYPE" val="f"/>
  <p:tag name="KSO_WM_UNIT_SUBTYPE" val="a"/>
</p:tagLst>
</file>

<file path=ppt/tags/tag21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220.xml><?xml version="1.0" encoding="utf-8"?>
<p:tagLst xmlns:p="http://schemas.openxmlformats.org/presentationml/2006/main">
  <p:tag name="KSO_WM_UNIT_TEXT" val="printf()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3"/>
  <p:tag name="KSO_WM_UNIT_TYPE" val="f"/>
  <p:tag name="KSO_WM_UNIT_SUBTYPE" val="a"/>
</p:tagLst>
</file>

<file path=ppt/tags/tag22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223.xml><?xml version="1.0" encoding="utf-8"?>
<p:tagLst xmlns:p="http://schemas.openxmlformats.org/presentationml/2006/main">
  <p:tag name="KSO_WM_UNIT_TEXT" val="HELLO WORLD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5"/>
  <p:tag name="KSO_WM_UNIT_TYPE" val="f"/>
  <p:tag name="KSO_WM_UNIT_SUBTYPE" val="a"/>
</p:tagLst>
</file>

<file path=ppt/tags/tag22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226.xml><?xml version="1.0" encoding="utf-8"?>
<p:tagLst xmlns:p="http://schemas.openxmlformats.org/presentationml/2006/main">
  <p:tag name="KSO_WM_UNIT_TEXT" val=";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5"/>
  <p:tag name="KSO_WM_UNIT_TYPE" val="f"/>
  <p:tag name="KSO_WM_UNIT_SUBTYPE" val="a"/>
</p:tagLst>
</file>

<file path=ppt/tags/tag22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22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23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自定义 17">
      <a:dk1>
        <a:srgbClr val="000000"/>
      </a:dk1>
      <a:lt1>
        <a:srgbClr val="FFFFFF"/>
      </a:lt1>
      <a:dk2>
        <a:srgbClr val="00480C"/>
      </a:dk2>
      <a:lt2>
        <a:srgbClr val="DAFF7C"/>
      </a:lt2>
      <a:accent1>
        <a:srgbClr val="55D228"/>
      </a:accent1>
      <a:accent2>
        <a:srgbClr val="60A873"/>
      </a:accent2>
      <a:accent3>
        <a:srgbClr val="55A59A"/>
      </a:accent3>
      <a:accent4>
        <a:srgbClr val="9CDA00"/>
      </a:accent4>
      <a:accent5>
        <a:srgbClr val="F84949"/>
      </a:accent5>
      <a:accent6>
        <a:srgbClr val="FFC000"/>
      </a:accent6>
      <a:hlink>
        <a:srgbClr val="304FFE"/>
      </a:hlink>
      <a:folHlink>
        <a:srgbClr val="492067"/>
      </a:folHlink>
    </a:clrScheme>
    <a:fontScheme name="Manrope ExtraBold +Lato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1825</Words>
  <Application>WPS Presentation</Application>
  <PresentationFormat>Widescreen</PresentationFormat>
  <Paragraphs>64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SimSun</vt:lpstr>
      <vt:lpstr>Wingdings</vt:lpstr>
      <vt:lpstr>Wingdings</vt:lpstr>
      <vt:lpstr>汉仪书宋二简</vt:lpstr>
      <vt:lpstr>Lato</vt:lpstr>
      <vt:lpstr>Manrope ExtraBold</vt:lpstr>
      <vt:lpstr>Microsoft YaHei</vt:lpstr>
      <vt:lpstr>Arial Unicode MS</vt:lpstr>
      <vt:lpstr>Calibri</vt:lpstr>
      <vt:lpstr>WPS</vt:lpstr>
      <vt:lpstr>1_WPS</vt:lpstr>
      <vt:lpstr>Office Theme</vt:lpstr>
      <vt:lpstr>STRUCTURE OF C</vt:lpstr>
      <vt:lpstr>CODE</vt:lpstr>
      <vt:lpstr>#include</vt:lpstr>
      <vt:lpstr>&lt;stdio.h&gt;</vt:lpstr>
      <vt:lpstr>int</vt:lpstr>
      <vt:lpstr>main()</vt:lpstr>
      <vt:lpstr>{ and }</vt:lpstr>
      <vt:lpstr>printf()</vt:lpstr>
      <vt:lpstr>HELLO WORLD</vt:lpstr>
      <vt:lpstr>;</vt:lpstr>
      <vt:lpstr>return 0;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STRUCTURE OF C</dc:title>
  <dc:creator/>
  <cp:lastModifiedBy>chatbotislive</cp:lastModifiedBy>
  <cp:revision>4</cp:revision>
  <dcterms:created xsi:type="dcterms:W3CDTF">2026-06-19T14:55:00Z</dcterms:created>
  <dcterms:modified xsi:type="dcterms:W3CDTF">2026-06-22T17:57:22Z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1E33E2B4042C4CFDAA1754FC36E88A23_12</vt:lpwstr>
  </property>
</Properties>
</file>